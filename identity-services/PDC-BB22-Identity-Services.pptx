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diagrams/quickStyle2.xml" ContentType="application/vnd.openxmlformats-officedocument.drawingml.diagramStyl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diagrams/layout5.xml" ContentType="application/vnd.openxmlformats-officedocument.drawingml.diagramLayout+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diagrams/layout1.xml" ContentType="application/vnd.openxmlformats-officedocument.drawingml.diagramLayout+xml"/>
  <Override PartName="/ppt/diagrams/data2.xml" ContentType="application/vnd.openxmlformats-officedocument.drawingml.diagramData+xml"/>
  <Override PartName="/ppt/notesSlides/notesSlide7.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diagrams/colors4.xml" ContentType="application/vnd.openxmlformats-officedocument.drawingml.diagramColor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theme/theme4.xml" ContentType="application/vnd.openxmlformats-officedocument.theme+xml"/>
  <Override PartName="/ppt/notesSlides/notesSlide1.xml" ContentType="application/vnd.openxmlformats-officedocument.presentationml.notesSlide+xml"/>
  <Override PartName="/ppt/notesSlides/notesSlide3.xml" ContentType="application/vnd.openxmlformats-officedocument.presentationml.notesSlide+xml"/>
  <Override PartName="/ppt/diagrams/colors2.xml" ContentType="application/vnd.openxmlformats-officedocument.drawingml.diagramColors+xml"/>
  <Override PartName="/ppt/diagrams/quickStyle5.xml" ContentType="application/vnd.openxmlformats-officedocument.drawingml.diagramStyl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diagrams/quickStyle3.xml" ContentType="application/vnd.openxmlformats-officedocument.drawingml.diagramStyl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Override PartName="/ppt/diagrams/quickStyle1.xml" ContentType="application/vnd.openxmlformats-officedocument.drawingml.diagramStyle+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diagrams/layout4.xml" ContentType="application/vnd.openxmlformats-officedocument.drawingml.diagramLayout+xml"/>
  <Override PartName="/ppt/notesSlides/notesSlide33.xml" ContentType="application/vnd.openxmlformats-officedocument.presentationml.notesSlide+xml"/>
  <Override PartName="/ppt/slideLayouts/slideLayout10.xml" ContentType="application/vnd.openxmlformats-officedocument.presentationml.slideLayout+xml"/>
  <Override PartName="/ppt/diagrams/layout2.xml" ContentType="application/vnd.openxmlformats-officedocument.drawingml.diagram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diagrams/data5.xml" ContentType="application/vnd.openxmlformats-officedocument.drawingml.diagramData+xml"/>
  <Override PartName="/ppt/notesSlides/notesSlide31.xml" ContentType="application/vnd.openxmlformats-officedocument.presentationml.notesSlide+xml"/>
  <Override PartName="/ppt/notesSlides/notesSlide6.xml" ContentType="application/vnd.openxmlformats-officedocument.presentationml.notesSlide+xml"/>
  <Override PartName="/ppt/diagrams/data3.xml" ContentType="application/vnd.openxmlformats-officedocument.drawingml.diagramData+xml"/>
  <Override PartName="/ppt/diagrams/colors5.xml" ContentType="application/vnd.openxmlformats-officedocument.drawingml.diagramColors+xml"/>
  <Override PartName="/ppt/slides/slide8.xml" ContentType="application/vnd.openxmlformats-officedocument.presentationml.slide+xml"/>
  <Override PartName="/ppt/handoutMasters/handoutMaster1.xml" ContentType="application/vnd.openxmlformats-officedocument.presentationml.handoutMaster+xml"/>
  <Override PartName="/ppt/diagrams/data1.xml" ContentType="application/vnd.openxmlformats-officedocument.drawingml.diagramData+xml"/>
  <Override PartName="/ppt/notesSlides/notesSlide4.xml" ContentType="application/vnd.openxmlformats-officedocument.presentationml.notesSlide+xml"/>
  <Override PartName="/ppt/diagrams/colors3.xml" ContentType="application/vnd.openxmlformats-officedocument.drawingml.diagramColors+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diagrams/quickStyle4.xml" ContentType="application/vnd.openxmlformats-officedocument.drawingml.diagramStyle+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Layouts/slideLayout15.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notesSlides/notesSlide25.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commentAuthors.xml" ContentType="application/vnd.openxmlformats-officedocument.presentationml.commentAuthors+xml"/>
  <Override PartName="/ppt/notesSlides/notesSlide9.xml" ContentType="application/vnd.openxmlformats-officedocument.presentationml.notesSlide+xml"/>
  <Override PartName="/ppt/notesSlides/notesSlide21.xml" ContentType="application/vnd.openxmlformats-officedocument.presentationml.notesSlide+xml"/>
  <Override PartName="/ppt/diagrams/layout3.xml" ContentType="application/vnd.openxmlformats-officedocument.drawingml.diagramLayout+xml"/>
  <Override PartName="/ppt/diagrams/data4.xml" ContentType="application/vnd.openxmlformats-officedocument.drawingml.diagramData+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2" r:id="rId1"/>
    <p:sldMasterId id="2147483757" r:id="rId2"/>
  </p:sldMasterIdLst>
  <p:notesMasterIdLst>
    <p:notesMasterId r:id="rId45"/>
  </p:notesMasterIdLst>
  <p:handoutMasterIdLst>
    <p:handoutMasterId r:id="rId46"/>
  </p:handoutMasterIdLst>
  <p:sldIdLst>
    <p:sldId id="257" r:id="rId3"/>
    <p:sldId id="410" r:id="rId4"/>
    <p:sldId id="376" r:id="rId5"/>
    <p:sldId id="373" r:id="rId6"/>
    <p:sldId id="390" r:id="rId7"/>
    <p:sldId id="391" r:id="rId8"/>
    <p:sldId id="392" r:id="rId9"/>
    <p:sldId id="393" r:id="rId10"/>
    <p:sldId id="394" r:id="rId11"/>
    <p:sldId id="395" r:id="rId12"/>
    <p:sldId id="402" r:id="rId13"/>
    <p:sldId id="389" r:id="rId14"/>
    <p:sldId id="346" r:id="rId15"/>
    <p:sldId id="319" r:id="rId16"/>
    <p:sldId id="314" r:id="rId17"/>
    <p:sldId id="362" r:id="rId18"/>
    <p:sldId id="354" r:id="rId19"/>
    <p:sldId id="366" r:id="rId20"/>
    <p:sldId id="324" r:id="rId21"/>
    <p:sldId id="374" r:id="rId22"/>
    <p:sldId id="403" r:id="rId23"/>
    <p:sldId id="399" r:id="rId24"/>
    <p:sldId id="327" r:id="rId25"/>
    <p:sldId id="367" r:id="rId26"/>
    <p:sldId id="350" r:id="rId27"/>
    <p:sldId id="379" r:id="rId28"/>
    <p:sldId id="351" r:id="rId29"/>
    <p:sldId id="353" r:id="rId30"/>
    <p:sldId id="396" r:id="rId31"/>
    <p:sldId id="397" r:id="rId32"/>
    <p:sldId id="411" r:id="rId33"/>
    <p:sldId id="370" r:id="rId34"/>
    <p:sldId id="412" r:id="rId35"/>
    <p:sldId id="316" r:id="rId36"/>
    <p:sldId id="408" r:id="rId37"/>
    <p:sldId id="404" r:id="rId38"/>
    <p:sldId id="328" r:id="rId39"/>
    <p:sldId id="401" r:id="rId40"/>
    <p:sldId id="259" r:id="rId41"/>
    <p:sldId id="371" r:id="rId42"/>
    <p:sldId id="372" r:id="rId43"/>
    <p:sldId id="409" r:id="rId44"/>
  </p:sldIdLst>
  <p:sldSz cx="9144000" cy="6858000" type="screen4x3"/>
  <p:notesSz cx="7010400" cy="9296400"/>
  <p:defaultTex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ngus Logan" initials="AL" lastIdx="6" clrIdx="0"/>
  <p:cmAuthor id="1" name="jthelin" initials="j" lastIdx="15" clrIdx="1"/>
  <p:cmAuthor id="2" name="jthelin" initials="jt" lastIdx="6" clrIdx="2"/>
  <p:cmAuthor id="3" name="Jorgen Thelin" initials="jt" lastIdx="6" clrIdx="3"/>
  <p:cmAuthor id="4" name="Shows" initials="S" lastIdx="1" clrIdx="4"/>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31773D"/>
    <a:srgbClr val="FFD72F"/>
    <a:srgbClr val="FFC000"/>
    <a:srgbClr val="00B0F0"/>
    <a:srgbClr val="000000"/>
    <a:srgbClr val="00F600"/>
    <a:srgbClr val="9ACCCC"/>
    <a:srgbClr val="99CB98"/>
    <a:srgbClr val="260000"/>
    <a:srgbClr val="2E0000"/>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6457" autoAdjust="0"/>
    <p:restoredTop sz="89801" autoAdjust="0"/>
  </p:normalViewPr>
  <p:slideViewPr>
    <p:cSldViewPr snapToGrid="0">
      <p:cViewPr varScale="1">
        <p:scale>
          <a:sx n="86" d="100"/>
          <a:sy n="86" d="100"/>
        </p:scale>
        <p:origin x="-78" y="-276"/>
      </p:cViewPr>
      <p:guideLst>
        <p:guide orient="horz" pos="144"/>
        <p:guide orient="horz" pos="895"/>
        <p:guide orient="horz" pos="1484"/>
        <p:guide orient="horz" pos="1200"/>
        <p:guide orient="horz" pos="2731"/>
        <p:guide orient="horz" pos="4221"/>
        <p:guide pos="2880"/>
        <p:guide pos="240"/>
        <p:guide pos="460"/>
        <p:guide pos="5520"/>
        <p:guide pos="863"/>
        <p:guide pos="5299"/>
      </p:guideLst>
    </p:cSldViewPr>
  </p:slideViewPr>
  <p:notesTextViewPr>
    <p:cViewPr>
      <p:scale>
        <a:sx n="100" d="100"/>
        <a:sy n="100" d="100"/>
      </p:scale>
      <p:origin x="0" y="0"/>
    </p:cViewPr>
  </p:notesTextViewPr>
  <p:sorterViewPr>
    <p:cViewPr>
      <p:scale>
        <a:sx n="50" d="100"/>
        <a:sy n="50" d="100"/>
      </p:scale>
      <p:origin x="0" y="0"/>
    </p:cViewPr>
  </p:sorterViewPr>
  <p:notesViewPr>
    <p:cSldViewPr snapToGrid="0" showGuides="1">
      <p:cViewPr>
        <p:scale>
          <a:sx n="140" d="100"/>
          <a:sy n="140" d="100"/>
        </p:scale>
        <p:origin x="-618" y="3774"/>
      </p:cViewPr>
      <p:guideLst>
        <p:guide orient="horz" pos="2928"/>
        <p:guide pos="2208"/>
      </p:guideLst>
    </p:cSldViewPr>
  </p:notes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4_5">
  <dgm:title val=""/>
  <dgm:desc val=""/>
  <dgm:catLst>
    <dgm:cat type="accent4" pri="11500"/>
  </dgm:catLst>
  <dgm:styleLbl name="node0">
    <dgm:fillClrLst meth="cycle">
      <a:schemeClr val="accent4">
        <a:alpha val="80000"/>
      </a:schemeClr>
    </dgm:fillClrLst>
    <dgm:linClrLst meth="repeat">
      <a:schemeClr val="lt1"/>
    </dgm:linClrLst>
    <dgm:effectClrLst/>
    <dgm:txLinClrLst/>
    <dgm:txFillClrLst/>
    <dgm:txEffectClrLst/>
  </dgm:styleLbl>
  <dgm:styleLbl name="node1">
    <dgm:fillClrLst>
      <a:schemeClr val="accent4">
        <a:alpha val="90000"/>
      </a:schemeClr>
      <a:schemeClr val="accent4">
        <a:alpha val="50000"/>
      </a:schemeClr>
    </dgm:fillClrLst>
    <dgm:linClrLst meth="repeat">
      <a:schemeClr val="lt1"/>
    </dgm:linClrLst>
    <dgm:effectClrLst/>
    <dgm:txLinClrLst/>
    <dgm:txFillClrLst/>
    <dgm:txEffectClrLst/>
  </dgm:styleLbl>
  <dgm:styleLbl name="alignNode1">
    <dgm:fillClrLst>
      <a:schemeClr val="accent4">
        <a:alpha val="90000"/>
      </a:schemeClr>
      <a:schemeClr val="accent4">
        <a:alpha val="50000"/>
      </a:schemeClr>
    </dgm:fillClrLst>
    <dgm:linClrLst>
      <a:schemeClr val="accent4">
        <a:alpha val="90000"/>
      </a:schemeClr>
      <a:schemeClr val="accent4">
        <a:alpha val="50000"/>
      </a:schemeClr>
    </dgm:linClrLst>
    <dgm:effectClrLst/>
    <dgm:txLinClrLst/>
    <dgm:txFillClrLst/>
    <dgm:txEffectClrLst/>
  </dgm:styleLbl>
  <dgm:styleLbl name="lnNode1">
    <dgm:fillClrLst>
      <a:schemeClr val="accent4">
        <a:shade val="90000"/>
      </a:schemeClr>
      <a:schemeClr val="accent4">
        <a:alpha val="50000"/>
        <a:tint val="5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alpha val="80000"/>
      </a:schemeClr>
    </dgm:fillClrLst>
    <dgm:linClrLst meth="repeat">
      <a:schemeClr val="lt1"/>
    </dgm:linClrLst>
    <dgm:effectClrLst/>
    <dgm:txLinClrLst/>
    <dgm:txFillClrLst/>
    <dgm:txEffectClrLst/>
  </dgm:styleLbl>
  <dgm:styleLbl name="node2">
    <dgm:fillClrLst>
      <a:schemeClr val="accent4">
        <a:alpha val="70000"/>
      </a:schemeClr>
    </dgm:fillClrLst>
    <dgm:linClrLst meth="repeat">
      <a:schemeClr val="lt1"/>
    </dgm:linClrLst>
    <dgm:effectClrLst/>
    <dgm:txLinClrLst/>
    <dgm:txFillClrLst/>
    <dgm:txEffectClrLst/>
  </dgm:styleLbl>
  <dgm:styleLbl name="node3">
    <dgm:fillClrLst>
      <a:schemeClr val="accent4">
        <a:alpha val="50000"/>
      </a:schemeClr>
    </dgm:fillClrLst>
    <dgm:linClrLst meth="repeat">
      <a:schemeClr val="lt1"/>
    </dgm:linClrLst>
    <dgm:effectClrLst/>
    <dgm:txLinClrLst/>
    <dgm:txFillClrLst/>
    <dgm:txEffectClrLst/>
  </dgm:styleLbl>
  <dgm:styleLbl name="node4">
    <dgm:fillClrLst>
      <a:schemeClr val="accent4">
        <a:alpha val="30000"/>
      </a:schemeClr>
    </dgm:fillClrLst>
    <dgm:linClrLst meth="repeat">
      <a:schemeClr val="lt1"/>
    </dgm:linClrLst>
    <dgm:effectClrLst/>
    <dgm:txLinClrLst/>
    <dgm:txFillClrLst/>
    <dgm:txEffectClrLst/>
  </dgm:styleLbl>
  <dgm:styleLbl name="fgImgPlace1">
    <dgm:fillClrLst>
      <a:schemeClr val="accent4">
        <a:tint val="50000"/>
        <a:alpha val="90000"/>
      </a:schemeClr>
      <a:schemeClr val="accent4">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f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b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sibTrans1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alpha val="90000"/>
      </a:schemeClr>
    </dgm:fillClrLst>
    <dgm:linClrLst meth="repeat">
      <a:schemeClr val="lt1"/>
    </dgm:linClrLst>
    <dgm:effectClrLst/>
    <dgm:txLinClrLst/>
    <dgm:txFillClrLst/>
    <dgm:txEffectClrLst/>
  </dgm:styleLbl>
  <dgm:styleLbl name="asst1">
    <dgm:fillClrLst meth="repeat">
      <a:schemeClr val="accent4">
        <a:alpha val="90000"/>
      </a:schemeClr>
    </dgm:fillClrLst>
    <dgm:linClrLst meth="repeat">
      <a:schemeClr val="lt1"/>
    </dgm:linClrLst>
    <dgm:effectClrLst/>
    <dgm:txLinClrLst/>
    <dgm:txFillClrLst/>
    <dgm:txEffectClrLst/>
  </dgm:styleLbl>
  <dgm:styleLbl name="asst2">
    <dgm:fillClrLst>
      <a:schemeClr val="accent4">
        <a:alpha val="90000"/>
      </a:schemeClr>
    </dgm:fillClrLst>
    <dgm:linClrLst meth="repeat">
      <a:schemeClr val="lt1"/>
    </dgm:linClrLst>
    <dgm:effectClrLst/>
    <dgm:txLinClrLst/>
    <dgm:txFillClrLst/>
    <dgm:txEffectClrLst/>
  </dgm:styleLbl>
  <dgm:styleLbl name="asst3">
    <dgm:fillClrLst>
      <a:schemeClr val="accent4">
        <a:alpha val="70000"/>
      </a:schemeClr>
    </dgm:fillClrLst>
    <dgm:linClrLst meth="repeat">
      <a:schemeClr val="lt1"/>
    </dgm:linClrLst>
    <dgm:effectClrLst/>
    <dgm:txLinClrLst/>
    <dgm:txFillClrLst/>
    <dgm:txEffectClrLst/>
  </dgm:styleLbl>
  <dgm:styleLbl name="asst4">
    <dgm:fillClrLst>
      <a:schemeClr val="accent4">
        <a:alpha val="50000"/>
      </a:schemeClr>
    </dgm:fillClrLst>
    <dgm:linClrLst meth="repeat">
      <a:schemeClr val="lt1"/>
    </dgm:linClrLst>
    <dgm:effectClrLst/>
    <dgm:txLinClrLst/>
    <dgm:txFillClrLst/>
    <dgm:txEffectClrLst/>
  </dgm:styleLbl>
  <dgm:styleLbl name="parChTrans2D1">
    <dgm:fillClrLst meth="repeat">
      <a:schemeClr val="accent4">
        <a:shade val="8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a:schemeClr val="accent4">
        <a:alpha val="90000"/>
        <a:tint val="40000"/>
      </a:schemeClr>
      <a:schemeClr val="accent4">
        <a:alpha val="5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4">
  <dgm:title val=""/>
  <dgm:desc val=""/>
  <dgm:catLst>
    <dgm:cat type="accent3" pri="11400"/>
  </dgm:catLst>
  <dgm:styleLbl name="node0">
    <dgm:fillClrLst meth="cycle">
      <a:schemeClr val="accent3">
        <a:shade val="60000"/>
      </a:schemeClr>
    </dgm:fillClrLst>
    <dgm:linClrLst meth="repeat">
      <a:schemeClr val="lt1"/>
    </dgm:linClrLst>
    <dgm:effectClrLst/>
    <dgm:txLinClrLst/>
    <dgm:txFillClrLst/>
    <dgm:txEffectClrLst/>
  </dgm:styleLbl>
  <dgm:styleLbl name="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alignNode1">
    <dgm:fillClrLst meth="cycle">
      <a:schemeClr val="accent3">
        <a:shade val="50000"/>
      </a:schemeClr>
      <a:schemeClr val="accent3">
        <a:tint val="55000"/>
      </a:schemeClr>
    </dgm:fillClrLst>
    <dgm:linClrLst meth="cycle">
      <a:schemeClr val="accent3">
        <a:shade val="50000"/>
      </a:schemeClr>
      <a:schemeClr val="accent3">
        <a:tint val="55000"/>
      </a:schemeClr>
    </dgm:linClrLst>
    <dgm:effectClrLst/>
    <dgm:txLinClrLst/>
    <dgm:txFillClrLst/>
    <dgm:txEffectClrLst/>
  </dgm:styleLbl>
  <dgm:styleLbl name="ln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vennNode1">
    <dgm:fillClrLst meth="cycle">
      <a:schemeClr val="accent3">
        <a:shade val="80000"/>
        <a:alpha val="50000"/>
      </a:schemeClr>
      <a:schemeClr val="accent3">
        <a:tint val="50000"/>
        <a:alpha val="50000"/>
      </a:schemeClr>
    </dgm:fillClrLst>
    <dgm:linClrLst meth="repeat">
      <a:schemeClr val="lt1"/>
    </dgm:linClrLst>
    <dgm:effectClrLst/>
    <dgm:txLinClrLst/>
    <dgm:txFillClrLst/>
    <dgm:txEffectClrLst/>
  </dgm:styleLbl>
  <dgm:styleLbl name="node2">
    <dgm:fillClrLst>
      <a:schemeClr val="accent3">
        <a:shade val="80000"/>
      </a:schemeClr>
    </dgm:fillClrLst>
    <dgm:linClrLst meth="repeat">
      <a:schemeClr val="lt1"/>
    </dgm:linClrLst>
    <dgm:effectClrLst/>
    <dgm:txLinClrLst/>
    <dgm:txFillClrLst/>
    <dgm:txEffectClrLst/>
  </dgm:styleLbl>
  <dgm:styleLbl name="node3">
    <dgm:fillClrLst>
      <a:schemeClr val="accent3">
        <a:tint val="99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f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b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sibTrans1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0000"/>
      </a:schemeClr>
    </dgm:fillClrLst>
    <dgm:linClrLst meth="repeat">
      <a:schemeClr val="lt1"/>
    </dgm:linClrLst>
    <dgm:effectClrLst/>
    <dgm:txLinClrLst/>
    <dgm:txFillClrLst/>
    <dgm:txEffectClrLst/>
  </dgm:styleLbl>
  <dgm:styleLbl name="asst3">
    <dgm:fillClrLst>
      <a:schemeClr val="accent3">
        <a:tint val="70000"/>
      </a:schemeClr>
    </dgm:fillClrLst>
    <dgm:linClrLst meth="repeat">
      <a:schemeClr val="lt1"/>
    </dgm:linClrLst>
    <dgm:effectClrLst/>
    <dgm:txLinClrLst/>
    <dgm:txFillClrLst/>
    <dgm:txEffectClrLst/>
  </dgm:styleLbl>
  <dgm:styleLbl name="asst4">
    <dgm:fillClrLst>
      <a:schemeClr val="accent3">
        <a:tint val="5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align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bgAccFollowNode1">
    <dgm:fillClrLst meth="repeat">
      <a:schemeClr val="accent3">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55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4_5">
  <dgm:title val=""/>
  <dgm:desc val=""/>
  <dgm:catLst>
    <dgm:cat type="accent4" pri="11500"/>
  </dgm:catLst>
  <dgm:styleLbl name="node0">
    <dgm:fillClrLst meth="cycle">
      <a:schemeClr val="accent4">
        <a:alpha val="80000"/>
      </a:schemeClr>
    </dgm:fillClrLst>
    <dgm:linClrLst meth="repeat">
      <a:schemeClr val="lt1"/>
    </dgm:linClrLst>
    <dgm:effectClrLst/>
    <dgm:txLinClrLst/>
    <dgm:txFillClrLst/>
    <dgm:txEffectClrLst/>
  </dgm:styleLbl>
  <dgm:styleLbl name="node1">
    <dgm:fillClrLst>
      <a:schemeClr val="accent4">
        <a:alpha val="90000"/>
      </a:schemeClr>
      <a:schemeClr val="accent4">
        <a:alpha val="50000"/>
      </a:schemeClr>
    </dgm:fillClrLst>
    <dgm:linClrLst meth="repeat">
      <a:schemeClr val="lt1"/>
    </dgm:linClrLst>
    <dgm:effectClrLst/>
    <dgm:txLinClrLst/>
    <dgm:txFillClrLst/>
    <dgm:txEffectClrLst/>
  </dgm:styleLbl>
  <dgm:styleLbl name="alignNode1">
    <dgm:fillClrLst>
      <a:schemeClr val="accent4">
        <a:alpha val="90000"/>
      </a:schemeClr>
      <a:schemeClr val="accent4">
        <a:alpha val="50000"/>
      </a:schemeClr>
    </dgm:fillClrLst>
    <dgm:linClrLst>
      <a:schemeClr val="accent4">
        <a:alpha val="90000"/>
      </a:schemeClr>
      <a:schemeClr val="accent4">
        <a:alpha val="50000"/>
      </a:schemeClr>
    </dgm:linClrLst>
    <dgm:effectClrLst/>
    <dgm:txLinClrLst/>
    <dgm:txFillClrLst/>
    <dgm:txEffectClrLst/>
  </dgm:styleLbl>
  <dgm:styleLbl name="lnNode1">
    <dgm:fillClrLst>
      <a:schemeClr val="accent4">
        <a:shade val="90000"/>
      </a:schemeClr>
      <a:schemeClr val="accent4">
        <a:alpha val="50000"/>
        <a:tint val="5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alpha val="80000"/>
      </a:schemeClr>
    </dgm:fillClrLst>
    <dgm:linClrLst meth="repeat">
      <a:schemeClr val="lt1"/>
    </dgm:linClrLst>
    <dgm:effectClrLst/>
    <dgm:txLinClrLst/>
    <dgm:txFillClrLst/>
    <dgm:txEffectClrLst/>
  </dgm:styleLbl>
  <dgm:styleLbl name="node2">
    <dgm:fillClrLst>
      <a:schemeClr val="accent4">
        <a:alpha val="70000"/>
      </a:schemeClr>
    </dgm:fillClrLst>
    <dgm:linClrLst meth="repeat">
      <a:schemeClr val="lt1"/>
    </dgm:linClrLst>
    <dgm:effectClrLst/>
    <dgm:txLinClrLst/>
    <dgm:txFillClrLst/>
    <dgm:txEffectClrLst/>
  </dgm:styleLbl>
  <dgm:styleLbl name="node3">
    <dgm:fillClrLst>
      <a:schemeClr val="accent4">
        <a:alpha val="50000"/>
      </a:schemeClr>
    </dgm:fillClrLst>
    <dgm:linClrLst meth="repeat">
      <a:schemeClr val="lt1"/>
    </dgm:linClrLst>
    <dgm:effectClrLst/>
    <dgm:txLinClrLst/>
    <dgm:txFillClrLst/>
    <dgm:txEffectClrLst/>
  </dgm:styleLbl>
  <dgm:styleLbl name="node4">
    <dgm:fillClrLst>
      <a:schemeClr val="accent4">
        <a:alpha val="30000"/>
      </a:schemeClr>
    </dgm:fillClrLst>
    <dgm:linClrLst meth="repeat">
      <a:schemeClr val="lt1"/>
    </dgm:linClrLst>
    <dgm:effectClrLst/>
    <dgm:txLinClrLst/>
    <dgm:txFillClrLst/>
    <dgm:txEffectClrLst/>
  </dgm:styleLbl>
  <dgm:styleLbl name="fgImgPlace1">
    <dgm:fillClrLst>
      <a:schemeClr val="accent4">
        <a:tint val="50000"/>
        <a:alpha val="90000"/>
      </a:schemeClr>
      <a:schemeClr val="accent4">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f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b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sibTrans1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alpha val="90000"/>
      </a:schemeClr>
    </dgm:fillClrLst>
    <dgm:linClrLst meth="repeat">
      <a:schemeClr val="lt1"/>
    </dgm:linClrLst>
    <dgm:effectClrLst/>
    <dgm:txLinClrLst/>
    <dgm:txFillClrLst/>
    <dgm:txEffectClrLst/>
  </dgm:styleLbl>
  <dgm:styleLbl name="asst1">
    <dgm:fillClrLst meth="repeat">
      <a:schemeClr val="accent4">
        <a:alpha val="90000"/>
      </a:schemeClr>
    </dgm:fillClrLst>
    <dgm:linClrLst meth="repeat">
      <a:schemeClr val="lt1"/>
    </dgm:linClrLst>
    <dgm:effectClrLst/>
    <dgm:txLinClrLst/>
    <dgm:txFillClrLst/>
    <dgm:txEffectClrLst/>
  </dgm:styleLbl>
  <dgm:styleLbl name="asst2">
    <dgm:fillClrLst>
      <a:schemeClr val="accent4">
        <a:alpha val="90000"/>
      </a:schemeClr>
    </dgm:fillClrLst>
    <dgm:linClrLst meth="repeat">
      <a:schemeClr val="lt1"/>
    </dgm:linClrLst>
    <dgm:effectClrLst/>
    <dgm:txLinClrLst/>
    <dgm:txFillClrLst/>
    <dgm:txEffectClrLst/>
  </dgm:styleLbl>
  <dgm:styleLbl name="asst3">
    <dgm:fillClrLst>
      <a:schemeClr val="accent4">
        <a:alpha val="70000"/>
      </a:schemeClr>
    </dgm:fillClrLst>
    <dgm:linClrLst meth="repeat">
      <a:schemeClr val="lt1"/>
    </dgm:linClrLst>
    <dgm:effectClrLst/>
    <dgm:txLinClrLst/>
    <dgm:txFillClrLst/>
    <dgm:txEffectClrLst/>
  </dgm:styleLbl>
  <dgm:styleLbl name="asst4">
    <dgm:fillClrLst>
      <a:schemeClr val="accent4">
        <a:alpha val="50000"/>
      </a:schemeClr>
    </dgm:fillClrLst>
    <dgm:linClrLst meth="repeat">
      <a:schemeClr val="lt1"/>
    </dgm:linClrLst>
    <dgm:effectClrLst/>
    <dgm:txLinClrLst/>
    <dgm:txFillClrLst/>
    <dgm:txEffectClrLst/>
  </dgm:styleLbl>
  <dgm:styleLbl name="parChTrans2D1">
    <dgm:fillClrLst meth="repeat">
      <a:schemeClr val="accent4">
        <a:shade val="8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a:schemeClr val="accent4">
        <a:alpha val="90000"/>
        <a:tint val="40000"/>
      </a:schemeClr>
      <a:schemeClr val="accent4">
        <a:alpha val="5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81EAA79-7E77-4075-ACFB-263315D3F40E}" type="doc">
      <dgm:prSet loTypeId="urn:microsoft.com/office/officeart/2005/8/layout/vList5" loCatId="list" qsTypeId="urn:microsoft.com/office/officeart/2005/8/quickstyle/simple5" qsCatId="simple" csTypeId="urn:microsoft.com/office/officeart/2005/8/colors/accent4_5" csCatId="accent4" phldr="1"/>
      <dgm:spPr/>
      <dgm:t>
        <a:bodyPr/>
        <a:lstStyle/>
        <a:p>
          <a:endParaRPr lang="en-US"/>
        </a:p>
      </dgm:t>
    </dgm:pt>
    <dgm:pt modelId="{F729E611-D9B6-4FA7-930C-88B06812BFFD}">
      <dgm:prSet phldrT="[Text]"/>
      <dgm:spPr/>
      <dgm:t>
        <a:bodyPr/>
        <a:lstStyle/>
        <a:p>
          <a:r>
            <a:rPr lang="en-US" dirty="0" smtClean="0"/>
            <a:t>Web Authentication</a:t>
          </a:r>
          <a:endParaRPr lang="en-US" dirty="0"/>
        </a:p>
      </dgm:t>
    </dgm:pt>
    <dgm:pt modelId="{F2DCFDC4-8A5E-418A-BADD-7C9AB5DB91DF}" type="parTrans" cxnId="{8E071556-DC9C-478A-A446-4171233E439C}">
      <dgm:prSet/>
      <dgm:spPr/>
      <dgm:t>
        <a:bodyPr/>
        <a:lstStyle/>
        <a:p>
          <a:endParaRPr lang="en-US"/>
        </a:p>
      </dgm:t>
    </dgm:pt>
    <dgm:pt modelId="{87DA24E9-D836-4692-A211-3F200725858E}" type="sibTrans" cxnId="{8E071556-DC9C-478A-A446-4171233E439C}">
      <dgm:prSet/>
      <dgm:spPr/>
      <dgm:t>
        <a:bodyPr/>
        <a:lstStyle/>
        <a:p>
          <a:endParaRPr lang="en-US"/>
        </a:p>
      </dgm:t>
    </dgm:pt>
    <dgm:pt modelId="{641FCD85-09B2-44B5-BE3C-303792C7C5AB}">
      <dgm:prSet phldrT="[Text]"/>
      <dgm:spPr/>
      <dgm:t>
        <a:bodyPr/>
        <a:lstStyle/>
        <a:p>
          <a:r>
            <a:rPr lang="en-US" dirty="0" smtClean="0"/>
            <a:t>Enabling applications to be secure</a:t>
          </a:r>
          <a:endParaRPr lang="en-US" dirty="0"/>
        </a:p>
      </dgm:t>
    </dgm:pt>
    <dgm:pt modelId="{3168700C-70A7-4985-8FCC-41ABDD3A946F}" type="parTrans" cxnId="{414D3392-48A2-4206-8E7E-4849FAB65DFE}">
      <dgm:prSet/>
      <dgm:spPr/>
      <dgm:t>
        <a:bodyPr/>
        <a:lstStyle/>
        <a:p>
          <a:endParaRPr lang="en-US"/>
        </a:p>
      </dgm:t>
    </dgm:pt>
    <dgm:pt modelId="{34B8B8DF-710A-4CB5-A39C-90306631870C}" type="sibTrans" cxnId="{414D3392-48A2-4206-8E7E-4849FAB65DFE}">
      <dgm:prSet/>
      <dgm:spPr/>
      <dgm:t>
        <a:bodyPr/>
        <a:lstStyle/>
        <a:p>
          <a:endParaRPr lang="en-US"/>
        </a:p>
      </dgm:t>
    </dgm:pt>
    <dgm:pt modelId="{F04E78D4-0603-4CE7-9F48-5E12B39A12BC}">
      <dgm:prSet phldrT="[Text]"/>
      <dgm:spPr/>
      <dgm:t>
        <a:bodyPr/>
        <a:lstStyle/>
        <a:p>
          <a:r>
            <a:rPr lang="en-US" dirty="0" smtClean="0"/>
            <a:t>Delegated Authentication</a:t>
          </a:r>
          <a:endParaRPr lang="en-US" dirty="0"/>
        </a:p>
      </dgm:t>
    </dgm:pt>
    <dgm:pt modelId="{235A7A19-6A4F-493F-9598-E60C8938526E}" type="parTrans" cxnId="{7E351F02-0067-4AC3-A8D5-885132E50427}">
      <dgm:prSet/>
      <dgm:spPr/>
      <dgm:t>
        <a:bodyPr/>
        <a:lstStyle/>
        <a:p>
          <a:endParaRPr lang="en-US"/>
        </a:p>
      </dgm:t>
    </dgm:pt>
    <dgm:pt modelId="{63EC87D3-6AED-4667-96F8-C94781D1E35C}" type="sibTrans" cxnId="{7E351F02-0067-4AC3-A8D5-885132E50427}">
      <dgm:prSet/>
      <dgm:spPr/>
      <dgm:t>
        <a:bodyPr/>
        <a:lstStyle/>
        <a:p>
          <a:endParaRPr lang="en-US"/>
        </a:p>
      </dgm:t>
    </dgm:pt>
    <dgm:pt modelId="{456B5F54-EF47-4040-8E27-AACA4EDF2DCF}">
      <dgm:prSet phldrT="[Text]"/>
      <dgm:spPr/>
      <dgm:t>
        <a:bodyPr/>
        <a:lstStyle/>
        <a:p>
          <a:r>
            <a:rPr lang="en-US" dirty="0" smtClean="0"/>
            <a:t>Enabling data portability</a:t>
          </a:r>
          <a:endParaRPr lang="en-US" dirty="0"/>
        </a:p>
      </dgm:t>
    </dgm:pt>
    <dgm:pt modelId="{E3479CF6-420D-48F4-98CF-AB253AA6A4CE}" type="parTrans" cxnId="{D4883685-B058-4C06-A117-B6758830BDAD}">
      <dgm:prSet/>
      <dgm:spPr/>
      <dgm:t>
        <a:bodyPr/>
        <a:lstStyle/>
        <a:p>
          <a:endParaRPr lang="en-US"/>
        </a:p>
      </dgm:t>
    </dgm:pt>
    <dgm:pt modelId="{09B928DD-8A94-4B3D-8FD9-E01AE1C5040B}" type="sibTrans" cxnId="{D4883685-B058-4C06-A117-B6758830BDAD}">
      <dgm:prSet/>
      <dgm:spPr/>
      <dgm:t>
        <a:bodyPr/>
        <a:lstStyle/>
        <a:p>
          <a:endParaRPr lang="en-US"/>
        </a:p>
      </dgm:t>
    </dgm:pt>
    <dgm:pt modelId="{E2D7C9D8-39AB-45EF-B68F-29002908893D}">
      <dgm:prSet phldrT="[Text]"/>
      <dgm:spPr/>
      <dgm:t>
        <a:bodyPr/>
        <a:lstStyle/>
        <a:p>
          <a:r>
            <a:rPr lang="en-US" dirty="0" smtClean="0"/>
            <a:t>Federated Authentication</a:t>
          </a:r>
          <a:endParaRPr lang="en-US" dirty="0"/>
        </a:p>
      </dgm:t>
    </dgm:pt>
    <dgm:pt modelId="{82069B61-FF88-4A9A-BFC0-D12FF9A04F55}" type="parTrans" cxnId="{03B65382-0B9B-4B76-8C37-1ACB18A1F9E2}">
      <dgm:prSet/>
      <dgm:spPr/>
      <dgm:t>
        <a:bodyPr/>
        <a:lstStyle/>
        <a:p>
          <a:endParaRPr lang="en-US"/>
        </a:p>
      </dgm:t>
    </dgm:pt>
    <dgm:pt modelId="{0B022378-06CF-46BC-85CB-EF6304E4C502}" type="sibTrans" cxnId="{03B65382-0B9B-4B76-8C37-1ACB18A1F9E2}">
      <dgm:prSet/>
      <dgm:spPr/>
      <dgm:t>
        <a:bodyPr/>
        <a:lstStyle/>
        <a:p>
          <a:endParaRPr lang="en-US"/>
        </a:p>
      </dgm:t>
    </dgm:pt>
    <dgm:pt modelId="{C4E4A340-9A5C-4661-908D-4A1476248F9A}">
      <dgm:prSet phldrT="[Text]"/>
      <dgm:spPr/>
      <dgm:t>
        <a:bodyPr/>
        <a:lstStyle/>
        <a:p>
          <a:r>
            <a:rPr lang="en-US" dirty="0" smtClean="0"/>
            <a:t>Enabling identity without borders</a:t>
          </a:r>
          <a:endParaRPr lang="en-US" dirty="0"/>
        </a:p>
      </dgm:t>
    </dgm:pt>
    <dgm:pt modelId="{95E57D28-5D76-446B-98B6-1B6295491A96}" type="parTrans" cxnId="{CC904ED8-2D06-426C-B2F6-6E5677984AE2}">
      <dgm:prSet/>
      <dgm:spPr/>
      <dgm:t>
        <a:bodyPr/>
        <a:lstStyle/>
        <a:p>
          <a:endParaRPr lang="en-US"/>
        </a:p>
      </dgm:t>
    </dgm:pt>
    <dgm:pt modelId="{30A1B100-B85C-4F6F-9934-A699D7121AA6}" type="sibTrans" cxnId="{CC904ED8-2D06-426C-B2F6-6E5677984AE2}">
      <dgm:prSet/>
      <dgm:spPr/>
      <dgm:t>
        <a:bodyPr/>
        <a:lstStyle/>
        <a:p>
          <a:endParaRPr lang="en-US"/>
        </a:p>
      </dgm:t>
    </dgm:pt>
    <dgm:pt modelId="{6697ABC7-C095-4FB8-8D68-240A976BC875}">
      <dgm:prSet phldrT="[Text]"/>
      <dgm:spPr/>
      <dgm:t>
        <a:bodyPr/>
        <a:lstStyle/>
        <a:p>
          <a:r>
            <a:rPr lang="en-US" dirty="0" smtClean="0"/>
            <a:t>Embracing Open Standards</a:t>
          </a:r>
          <a:endParaRPr lang="en-US" dirty="0"/>
        </a:p>
      </dgm:t>
    </dgm:pt>
    <dgm:pt modelId="{4686521A-D75F-4D8A-BF47-F22E9500E962}" type="parTrans" cxnId="{C02F1943-3886-4022-9353-6EB40E485C79}">
      <dgm:prSet/>
      <dgm:spPr/>
      <dgm:t>
        <a:bodyPr/>
        <a:lstStyle/>
        <a:p>
          <a:endParaRPr lang="en-US"/>
        </a:p>
      </dgm:t>
    </dgm:pt>
    <dgm:pt modelId="{BDA9AA84-DB32-4BF7-9992-F5EF5CDA0196}" type="sibTrans" cxnId="{C02F1943-3886-4022-9353-6EB40E485C79}">
      <dgm:prSet/>
      <dgm:spPr/>
      <dgm:t>
        <a:bodyPr/>
        <a:lstStyle/>
        <a:p>
          <a:endParaRPr lang="en-US"/>
        </a:p>
      </dgm:t>
    </dgm:pt>
    <dgm:pt modelId="{3B630314-C034-47E3-AF38-350A444E32B7}">
      <dgm:prSet phldrT="[Text]"/>
      <dgm:spPr/>
      <dgm:t>
        <a:bodyPr/>
        <a:lstStyle/>
        <a:p>
          <a:r>
            <a:rPr lang="en-US" dirty="0" smtClean="0"/>
            <a:t>OpenID</a:t>
          </a:r>
          <a:endParaRPr lang="en-US" dirty="0"/>
        </a:p>
      </dgm:t>
    </dgm:pt>
    <dgm:pt modelId="{3B0559A4-2214-43FB-A467-996D99B3796A}" type="parTrans" cxnId="{D3059CFE-B25C-4D7A-9D61-734AA2BF5ECF}">
      <dgm:prSet/>
      <dgm:spPr/>
      <dgm:t>
        <a:bodyPr/>
        <a:lstStyle/>
        <a:p>
          <a:endParaRPr lang="en-US"/>
        </a:p>
      </dgm:t>
    </dgm:pt>
    <dgm:pt modelId="{A0475566-DC9D-4586-9C5B-22286EF811E4}" type="sibTrans" cxnId="{D3059CFE-B25C-4D7A-9D61-734AA2BF5ECF}">
      <dgm:prSet/>
      <dgm:spPr/>
      <dgm:t>
        <a:bodyPr/>
        <a:lstStyle/>
        <a:p>
          <a:endParaRPr lang="en-US"/>
        </a:p>
      </dgm:t>
    </dgm:pt>
    <dgm:pt modelId="{606E28C9-A250-4E61-A1A8-C10262B2DEC1}">
      <dgm:prSet phldrT="[Text]"/>
      <dgm:spPr/>
      <dgm:t>
        <a:bodyPr/>
        <a:lstStyle/>
        <a:p>
          <a:r>
            <a:rPr lang="en-US" dirty="0" smtClean="0"/>
            <a:t>Screen Customization</a:t>
          </a:r>
          <a:endParaRPr lang="en-US" dirty="0"/>
        </a:p>
      </dgm:t>
    </dgm:pt>
    <dgm:pt modelId="{CB181CBE-D31C-4741-B4B9-45D5FBDAE28B}" type="parTrans" cxnId="{883972AB-DBEB-459F-B85C-4A6DA54EAB19}">
      <dgm:prSet/>
      <dgm:spPr/>
      <dgm:t>
        <a:bodyPr/>
        <a:lstStyle/>
        <a:p>
          <a:endParaRPr lang="en-US"/>
        </a:p>
      </dgm:t>
    </dgm:pt>
    <dgm:pt modelId="{71C4E3FB-79E8-4A4E-9A8D-01D5C8C037AC}" type="sibTrans" cxnId="{883972AB-DBEB-459F-B85C-4A6DA54EAB19}">
      <dgm:prSet/>
      <dgm:spPr/>
      <dgm:t>
        <a:bodyPr/>
        <a:lstStyle/>
        <a:p>
          <a:endParaRPr lang="en-US"/>
        </a:p>
      </dgm:t>
    </dgm:pt>
    <dgm:pt modelId="{7DAD3324-AF0C-4C22-A586-BCA1D512DDD3}">
      <dgm:prSet phldrT="[Text]"/>
      <dgm:spPr/>
      <dgm:t>
        <a:bodyPr/>
        <a:lstStyle/>
        <a:p>
          <a:r>
            <a:rPr lang="en-US" dirty="0" smtClean="0"/>
            <a:t>Enabling </a:t>
          </a:r>
          <a:r>
            <a:rPr lang="en-US" smtClean="0"/>
            <a:t>seamless sign-in/sign-up </a:t>
          </a:r>
          <a:r>
            <a:rPr lang="en-US" dirty="0" smtClean="0"/>
            <a:t>user experience</a:t>
          </a:r>
          <a:endParaRPr lang="en-US" dirty="0"/>
        </a:p>
      </dgm:t>
    </dgm:pt>
    <dgm:pt modelId="{0F8A3A5C-3CE6-4E96-AB60-418993AEAF2D}" type="parTrans" cxnId="{B9D49408-19FB-4E43-BBDB-C5248B444CE2}">
      <dgm:prSet/>
      <dgm:spPr/>
      <dgm:t>
        <a:bodyPr/>
        <a:lstStyle/>
        <a:p>
          <a:endParaRPr lang="en-US"/>
        </a:p>
      </dgm:t>
    </dgm:pt>
    <dgm:pt modelId="{CEB8B49B-5D0E-41AF-B0B1-939692B82871}" type="sibTrans" cxnId="{B9D49408-19FB-4E43-BBDB-C5248B444CE2}">
      <dgm:prSet/>
      <dgm:spPr/>
      <dgm:t>
        <a:bodyPr/>
        <a:lstStyle/>
        <a:p>
          <a:endParaRPr lang="en-US"/>
        </a:p>
      </dgm:t>
    </dgm:pt>
    <dgm:pt modelId="{A7FB43D0-8FEB-46CC-A6A9-71A280235BCD}">
      <dgm:prSet phldrT="[Text]"/>
      <dgm:spPr/>
      <dgm:t>
        <a:bodyPr/>
        <a:lstStyle/>
        <a:p>
          <a:r>
            <a:rPr lang="en-US" dirty="0" smtClean="0"/>
            <a:t>Rich Client Authentication</a:t>
          </a:r>
          <a:endParaRPr lang="en-US" dirty="0"/>
        </a:p>
      </dgm:t>
    </dgm:pt>
    <dgm:pt modelId="{68C85153-927A-458D-B2F0-E347F452F4C6}" type="parTrans" cxnId="{0869CDB5-A8D6-407A-85B4-C07B80B78543}">
      <dgm:prSet/>
      <dgm:spPr/>
      <dgm:t>
        <a:bodyPr/>
        <a:lstStyle/>
        <a:p>
          <a:endParaRPr lang="en-US"/>
        </a:p>
      </dgm:t>
    </dgm:pt>
    <dgm:pt modelId="{EA0BC2B7-114A-45B7-A23A-C91737EAAB9F}" type="sibTrans" cxnId="{0869CDB5-A8D6-407A-85B4-C07B80B78543}">
      <dgm:prSet/>
      <dgm:spPr/>
      <dgm:t>
        <a:bodyPr/>
        <a:lstStyle/>
        <a:p>
          <a:endParaRPr lang="en-US"/>
        </a:p>
      </dgm:t>
    </dgm:pt>
    <dgm:pt modelId="{DEBFAC98-2117-4D73-B0ED-7AE8B146F717}">
      <dgm:prSet phldrT="[Text]"/>
      <dgm:spPr/>
      <dgm:t>
        <a:bodyPr/>
        <a:lstStyle/>
        <a:p>
          <a:r>
            <a:rPr lang="en-US" dirty="0" smtClean="0"/>
            <a:t>Enabling Software + Services applications</a:t>
          </a:r>
          <a:endParaRPr lang="en-US" dirty="0"/>
        </a:p>
      </dgm:t>
    </dgm:pt>
    <dgm:pt modelId="{3A23C408-7BDE-4649-BA73-AD6457C45652}" type="parTrans" cxnId="{D15A1276-32EB-4E85-B2E8-C7602762DB56}">
      <dgm:prSet/>
      <dgm:spPr/>
      <dgm:t>
        <a:bodyPr/>
        <a:lstStyle/>
        <a:p>
          <a:endParaRPr lang="en-US"/>
        </a:p>
      </dgm:t>
    </dgm:pt>
    <dgm:pt modelId="{8F85E759-2B48-4EE9-A4AC-4DDA2DFA4B55}" type="sibTrans" cxnId="{D15A1276-32EB-4E85-B2E8-C7602762DB56}">
      <dgm:prSet/>
      <dgm:spPr/>
      <dgm:t>
        <a:bodyPr/>
        <a:lstStyle/>
        <a:p>
          <a:endParaRPr lang="en-US"/>
        </a:p>
      </dgm:t>
    </dgm:pt>
    <dgm:pt modelId="{9DAC3C36-BC7E-48BE-AEDD-83C6D58CCBC2}">
      <dgm:prSet phldrT="[Text]"/>
      <dgm:spPr/>
      <dgm:t>
        <a:bodyPr/>
        <a:lstStyle/>
        <a:p>
          <a:r>
            <a:rPr lang="en-US" dirty="0" smtClean="0"/>
            <a:t>Identity Integration</a:t>
          </a:r>
          <a:endParaRPr lang="en-US" dirty="0"/>
        </a:p>
      </dgm:t>
    </dgm:pt>
    <dgm:pt modelId="{1210F544-86C8-4711-BE2D-4409296397FD}" type="parTrans" cxnId="{4819EB56-8D99-44E4-8E1B-D2630CAD223B}">
      <dgm:prSet/>
      <dgm:spPr/>
      <dgm:t>
        <a:bodyPr/>
        <a:lstStyle/>
        <a:p>
          <a:endParaRPr lang="en-US"/>
        </a:p>
      </dgm:t>
    </dgm:pt>
    <dgm:pt modelId="{61435111-5525-49C2-B453-341BD8D2E250}" type="sibTrans" cxnId="{4819EB56-8D99-44E4-8E1B-D2630CAD223B}">
      <dgm:prSet/>
      <dgm:spPr/>
      <dgm:t>
        <a:bodyPr/>
        <a:lstStyle/>
        <a:p>
          <a:endParaRPr lang="en-US"/>
        </a:p>
      </dgm:t>
    </dgm:pt>
    <dgm:pt modelId="{4E8C0E4B-59D6-49BA-9610-79043AB8C090}">
      <dgm:prSet phldrT="[Text]"/>
      <dgm:spPr/>
      <dgm:t>
        <a:bodyPr/>
        <a:lstStyle/>
        <a:p>
          <a:r>
            <a:rPr lang="en-US" dirty="0" smtClean="0"/>
            <a:t>Easing the “identity pain gap”</a:t>
          </a:r>
          <a:endParaRPr lang="en-US" dirty="0"/>
        </a:p>
      </dgm:t>
    </dgm:pt>
    <dgm:pt modelId="{C160027C-E572-41DE-9F57-732DA8411A07}" type="parTrans" cxnId="{5030F863-2282-4547-9A06-7111E3928A7F}">
      <dgm:prSet/>
      <dgm:spPr/>
      <dgm:t>
        <a:bodyPr/>
        <a:lstStyle/>
        <a:p>
          <a:endParaRPr lang="en-US"/>
        </a:p>
      </dgm:t>
    </dgm:pt>
    <dgm:pt modelId="{772EC436-D73C-4F56-B422-794CA76A9C09}" type="sibTrans" cxnId="{5030F863-2282-4547-9A06-7111E3928A7F}">
      <dgm:prSet/>
      <dgm:spPr/>
      <dgm:t>
        <a:bodyPr/>
        <a:lstStyle/>
        <a:p>
          <a:endParaRPr lang="en-US"/>
        </a:p>
      </dgm:t>
    </dgm:pt>
    <dgm:pt modelId="{C068733A-D381-424C-B60F-71C19F498698}" type="pres">
      <dgm:prSet presAssocID="{F81EAA79-7E77-4075-ACFB-263315D3F40E}" presName="Name0" presStyleCnt="0">
        <dgm:presLayoutVars>
          <dgm:dir/>
          <dgm:animLvl val="lvl"/>
          <dgm:resizeHandles val="exact"/>
        </dgm:presLayoutVars>
      </dgm:prSet>
      <dgm:spPr/>
      <dgm:t>
        <a:bodyPr/>
        <a:lstStyle/>
        <a:p>
          <a:endParaRPr lang="en-US"/>
        </a:p>
      </dgm:t>
    </dgm:pt>
    <dgm:pt modelId="{EEE4D936-5314-4066-9161-C0BA3090A5BB}" type="pres">
      <dgm:prSet presAssocID="{9DAC3C36-BC7E-48BE-AEDD-83C6D58CCBC2}" presName="linNode" presStyleCnt="0"/>
      <dgm:spPr/>
      <dgm:t>
        <a:bodyPr/>
        <a:lstStyle/>
        <a:p>
          <a:endParaRPr lang="en-US"/>
        </a:p>
      </dgm:t>
    </dgm:pt>
    <dgm:pt modelId="{4E2FFC28-5BE6-4BEB-97DB-68AFF2349ABA}" type="pres">
      <dgm:prSet presAssocID="{9DAC3C36-BC7E-48BE-AEDD-83C6D58CCBC2}" presName="parentText" presStyleLbl="node1" presStyleIdx="0" presStyleCnt="7">
        <dgm:presLayoutVars>
          <dgm:chMax val="1"/>
          <dgm:bulletEnabled val="1"/>
        </dgm:presLayoutVars>
      </dgm:prSet>
      <dgm:spPr/>
      <dgm:t>
        <a:bodyPr/>
        <a:lstStyle/>
        <a:p>
          <a:endParaRPr lang="en-US"/>
        </a:p>
      </dgm:t>
    </dgm:pt>
    <dgm:pt modelId="{5BFBA35C-C9E1-46AD-BBFA-BF4AB428E6E0}" type="pres">
      <dgm:prSet presAssocID="{9DAC3C36-BC7E-48BE-AEDD-83C6D58CCBC2}" presName="descendantText" presStyleLbl="alignAccFollowNode1" presStyleIdx="0" presStyleCnt="7">
        <dgm:presLayoutVars>
          <dgm:bulletEnabled val="1"/>
        </dgm:presLayoutVars>
      </dgm:prSet>
      <dgm:spPr/>
      <dgm:t>
        <a:bodyPr/>
        <a:lstStyle/>
        <a:p>
          <a:endParaRPr lang="en-US"/>
        </a:p>
      </dgm:t>
    </dgm:pt>
    <dgm:pt modelId="{615533C1-5ED1-4549-8FCD-776BC7073BD6}" type="pres">
      <dgm:prSet presAssocID="{61435111-5525-49C2-B453-341BD8D2E250}" presName="sp" presStyleCnt="0"/>
      <dgm:spPr/>
      <dgm:t>
        <a:bodyPr/>
        <a:lstStyle/>
        <a:p>
          <a:endParaRPr lang="en-US"/>
        </a:p>
      </dgm:t>
    </dgm:pt>
    <dgm:pt modelId="{0DE7611F-4A36-4C80-BC57-9A187EE92E8F}" type="pres">
      <dgm:prSet presAssocID="{F729E611-D9B6-4FA7-930C-88B06812BFFD}" presName="linNode" presStyleCnt="0"/>
      <dgm:spPr/>
      <dgm:t>
        <a:bodyPr/>
        <a:lstStyle/>
        <a:p>
          <a:endParaRPr lang="en-US"/>
        </a:p>
      </dgm:t>
    </dgm:pt>
    <dgm:pt modelId="{46BA0816-D9A8-4602-8F62-E6A826B1E103}" type="pres">
      <dgm:prSet presAssocID="{F729E611-D9B6-4FA7-930C-88B06812BFFD}" presName="parentText" presStyleLbl="node1" presStyleIdx="1" presStyleCnt="7">
        <dgm:presLayoutVars>
          <dgm:chMax val="1"/>
          <dgm:bulletEnabled val="1"/>
        </dgm:presLayoutVars>
      </dgm:prSet>
      <dgm:spPr/>
      <dgm:t>
        <a:bodyPr/>
        <a:lstStyle/>
        <a:p>
          <a:endParaRPr lang="en-US"/>
        </a:p>
      </dgm:t>
    </dgm:pt>
    <dgm:pt modelId="{1E2B0394-2248-4BC2-A6F2-18D563AF2C16}" type="pres">
      <dgm:prSet presAssocID="{F729E611-D9B6-4FA7-930C-88B06812BFFD}" presName="descendantText" presStyleLbl="alignAccFollowNode1" presStyleIdx="1" presStyleCnt="7">
        <dgm:presLayoutVars>
          <dgm:bulletEnabled val="1"/>
        </dgm:presLayoutVars>
      </dgm:prSet>
      <dgm:spPr/>
      <dgm:t>
        <a:bodyPr/>
        <a:lstStyle/>
        <a:p>
          <a:endParaRPr lang="en-US"/>
        </a:p>
      </dgm:t>
    </dgm:pt>
    <dgm:pt modelId="{AD00B2B1-D8E2-4FC1-AC64-90EDBA275E21}" type="pres">
      <dgm:prSet presAssocID="{87DA24E9-D836-4692-A211-3F200725858E}" presName="sp" presStyleCnt="0"/>
      <dgm:spPr/>
      <dgm:t>
        <a:bodyPr/>
        <a:lstStyle/>
        <a:p>
          <a:endParaRPr lang="en-US"/>
        </a:p>
      </dgm:t>
    </dgm:pt>
    <dgm:pt modelId="{D639E224-4221-451D-9385-11FBB061AFFF}" type="pres">
      <dgm:prSet presAssocID="{606E28C9-A250-4E61-A1A8-C10262B2DEC1}" presName="linNode" presStyleCnt="0"/>
      <dgm:spPr/>
      <dgm:t>
        <a:bodyPr/>
        <a:lstStyle/>
        <a:p>
          <a:endParaRPr lang="en-US"/>
        </a:p>
      </dgm:t>
    </dgm:pt>
    <dgm:pt modelId="{AD2B5896-E245-4592-B8C7-51C6634A3890}" type="pres">
      <dgm:prSet presAssocID="{606E28C9-A250-4E61-A1A8-C10262B2DEC1}" presName="parentText" presStyleLbl="node1" presStyleIdx="2" presStyleCnt="7">
        <dgm:presLayoutVars>
          <dgm:chMax val="1"/>
          <dgm:bulletEnabled val="1"/>
        </dgm:presLayoutVars>
      </dgm:prSet>
      <dgm:spPr/>
      <dgm:t>
        <a:bodyPr/>
        <a:lstStyle/>
        <a:p>
          <a:endParaRPr lang="en-US"/>
        </a:p>
      </dgm:t>
    </dgm:pt>
    <dgm:pt modelId="{727FE9D5-D607-4DC8-B851-D7F76F8C07ED}" type="pres">
      <dgm:prSet presAssocID="{606E28C9-A250-4E61-A1A8-C10262B2DEC1}" presName="descendantText" presStyleLbl="alignAccFollowNode1" presStyleIdx="2" presStyleCnt="7">
        <dgm:presLayoutVars>
          <dgm:bulletEnabled val="1"/>
        </dgm:presLayoutVars>
      </dgm:prSet>
      <dgm:spPr/>
      <dgm:t>
        <a:bodyPr/>
        <a:lstStyle/>
        <a:p>
          <a:endParaRPr lang="en-US"/>
        </a:p>
      </dgm:t>
    </dgm:pt>
    <dgm:pt modelId="{CD79A8A4-51BF-4461-AF1D-EB57D9E2945F}" type="pres">
      <dgm:prSet presAssocID="{71C4E3FB-79E8-4A4E-9A8D-01D5C8C037AC}" presName="sp" presStyleCnt="0"/>
      <dgm:spPr/>
      <dgm:t>
        <a:bodyPr/>
        <a:lstStyle/>
        <a:p>
          <a:endParaRPr lang="en-US"/>
        </a:p>
      </dgm:t>
    </dgm:pt>
    <dgm:pt modelId="{83CB13F3-9450-413B-8290-E8A095625AC3}" type="pres">
      <dgm:prSet presAssocID="{F04E78D4-0603-4CE7-9F48-5E12B39A12BC}" presName="linNode" presStyleCnt="0"/>
      <dgm:spPr/>
      <dgm:t>
        <a:bodyPr/>
        <a:lstStyle/>
        <a:p>
          <a:endParaRPr lang="en-US"/>
        </a:p>
      </dgm:t>
    </dgm:pt>
    <dgm:pt modelId="{4C2C484F-8A1B-43EE-9E1E-D27FF79AEDE2}" type="pres">
      <dgm:prSet presAssocID="{F04E78D4-0603-4CE7-9F48-5E12B39A12BC}" presName="parentText" presStyleLbl="node1" presStyleIdx="3" presStyleCnt="7">
        <dgm:presLayoutVars>
          <dgm:chMax val="1"/>
          <dgm:bulletEnabled val="1"/>
        </dgm:presLayoutVars>
      </dgm:prSet>
      <dgm:spPr/>
      <dgm:t>
        <a:bodyPr/>
        <a:lstStyle/>
        <a:p>
          <a:endParaRPr lang="en-US"/>
        </a:p>
      </dgm:t>
    </dgm:pt>
    <dgm:pt modelId="{42B6C23D-E3D2-4032-A4FB-A45D8E6B9CA1}" type="pres">
      <dgm:prSet presAssocID="{F04E78D4-0603-4CE7-9F48-5E12B39A12BC}" presName="descendantText" presStyleLbl="alignAccFollowNode1" presStyleIdx="3" presStyleCnt="7">
        <dgm:presLayoutVars>
          <dgm:bulletEnabled val="1"/>
        </dgm:presLayoutVars>
      </dgm:prSet>
      <dgm:spPr/>
      <dgm:t>
        <a:bodyPr/>
        <a:lstStyle/>
        <a:p>
          <a:endParaRPr lang="en-US"/>
        </a:p>
      </dgm:t>
    </dgm:pt>
    <dgm:pt modelId="{ACC178BB-B447-456B-B566-8E09879145DC}" type="pres">
      <dgm:prSet presAssocID="{63EC87D3-6AED-4667-96F8-C94781D1E35C}" presName="sp" presStyleCnt="0"/>
      <dgm:spPr/>
      <dgm:t>
        <a:bodyPr/>
        <a:lstStyle/>
        <a:p>
          <a:endParaRPr lang="en-US"/>
        </a:p>
      </dgm:t>
    </dgm:pt>
    <dgm:pt modelId="{78F1FE21-DC8A-4F92-9184-F632764DCFE8}" type="pres">
      <dgm:prSet presAssocID="{A7FB43D0-8FEB-46CC-A6A9-71A280235BCD}" presName="linNode" presStyleCnt="0"/>
      <dgm:spPr/>
      <dgm:t>
        <a:bodyPr/>
        <a:lstStyle/>
        <a:p>
          <a:endParaRPr lang="en-US"/>
        </a:p>
      </dgm:t>
    </dgm:pt>
    <dgm:pt modelId="{42B29145-9F00-498C-AF56-C83124F9C3C7}" type="pres">
      <dgm:prSet presAssocID="{A7FB43D0-8FEB-46CC-A6A9-71A280235BCD}" presName="parentText" presStyleLbl="node1" presStyleIdx="4" presStyleCnt="7">
        <dgm:presLayoutVars>
          <dgm:chMax val="1"/>
          <dgm:bulletEnabled val="1"/>
        </dgm:presLayoutVars>
      </dgm:prSet>
      <dgm:spPr/>
      <dgm:t>
        <a:bodyPr/>
        <a:lstStyle/>
        <a:p>
          <a:endParaRPr lang="en-US"/>
        </a:p>
      </dgm:t>
    </dgm:pt>
    <dgm:pt modelId="{C84FE435-462A-42DC-AB11-B0C584389BFA}" type="pres">
      <dgm:prSet presAssocID="{A7FB43D0-8FEB-46CC-A6A9-71A280235BCD}" presName="descendantText" presStyleLbl="alignAccFollowNode1" presStyleIdx="4" presStyleCnt="7">
        <dgm:presLayoutVars>
          <dgm:bulletEnabled val="1"/>
        </dgm:presLayoutVars>
      </dgm:prSet>
      <dgm:spPr/>
      <dgm:t>
        <a:bodyPr/>
        <a:lstStyle/>
        <a:p>
          <a:endParaRPr lang="en-US"/>
        </a:p>
      </dgm:t>
    </dgm:pt>
    <dgm:pt modelId="{89A6E11E-AA56-4790-8AC7-7592A304C1C4}" type="pres">
      <dgm:prSet presAssocID="{EA0BC2B7-114A-45B7-A23A-C91737EAAB9F}" presName="sp" presStyleCnt="0"/>
      <dgm:spPr/>
      <dgm:t>
        <a:bodyPr/>
        <a:lstStyle/>
        <a:p>
          <a:endParaRPr lang="en-US"/>
        </a:p>
      </dgm:t>
    </dgm:pt>
    <dgm:pt modelId="{92FE8B55-FD44-4B28-AFCD-FA46ED1D6EF1}" type="pres">
      <dgm:prSet presAssocID="{E2D7C9D8-39AB-45EF-B68F-29002908893D}" presName="linNode" presStyleCnt="0"/>
      <dgm:spPr/>
      <dgm:t>
        <a:bodyPr/>
        <a:lstStyle/>
        <a:p>
          <a:endParaRPr lang="en-US"/>
        </a:p>
      </dgm:t>
    </dgm:pt>
    <dgm:pt modelId="{CB3E0002-1D54-4E14-8ABB-8EFB9D86D056}" type="pres">
      <dgm:prSet presAssocID="{E2D7C9D8-39AB-45EF-B68F-29002908893D}" presName="parentText" presStyleLbl="node1" presStyleIdx="5" presStyleCnt="7">
        <dgm:presLayoutVars>
          <dgm:chMax val="1"/>
          <dgm:bulletEnabled val="1"/>
        </dgm:presLayoutVars>
      </dgm:prSet>
      <dgm:spPr/>
      <dgm:t>
        <a:bodyPr/>
        <a:lstStyle/>
        <a:p>
          <a:endParaRPr lang="en-US"/>
        </a:p>
      </dgm:t>
    </dgm:pt>
    <dgm:pt modelId="{3BFC76BB-981F-4BAF-8627-922E7CC6D674}" type="pres">
      <dgm:prSet presAssocID="{E2D7C9D8-39AB-45EF-B68F-29002908893D}" presName="descendantText" presStyleLbl="alignAccFollowNode1" presStyleIdx="5" presStyleCnt="7">
        <dgm:presLayoutVars>
          <dgm:bulletEnabled val="1"/>
        </dgm:presLayoutVars>
      </dgm:prSet>
      <dgm:spPr/>
      <dgm:t>
        <a:bodyPr/>
        <a:lstStyle/>
        <a:p>
          <a:endParaRPr lang="en-US"/>
        </a:p>
      </dgm:t>
    </dgm:pt>
    <dgm:pt modelId="{98D4A465-7902-41FA-8CA4-72A4B50C40E2}" type="pres">
      <dgm:prSet presAssocID="{0B022378-06CF-46BC-85CB-EF6304E4C502}" presName="sp" presStyleCnt="0"/>
      <dgm:spPr/>
      <dgm:t>
        <a:bodyPr/>
        <a:lstStyle/>
        <a:p>
          <a:endParaRPr lang="en-US"/>
        </a:p>
      </dgm:t>
    </dgm:pt>
    <dgm:pt modelId="{4DD4A188-307D-4519-8C10-0E846995171D}" type="pres">
      <dgm:prSet presAssocID="{3B630314-C034-47E3-AF38-350A444E32B7}" presName="linNode" presStyleCnt="0"/>
      <dgm:spPr/>
      <dgm:t>
        <a:bodyPr/>
        <a:lstStyle/>
        <a:p>
          <a:endParaRPr lang="en-US"/>
        </a:p>
      </dgm:t>
    </dgm:pt>
    <dgm:pt modelId="{701F19C9-521D-4351-9AAB-F4B96F47BFB5}" type="pres">
      <dgm:prSet presAssocID="{3B630314-C034-47E3-AF38-350A444E32B7}" presName="parentText" presStyleLbl="node1" presStyleIdx="6" presStyleCnt="7">
        <dgm:presLayoutVars>
          <dgm:chMax val="1"/>
          <dgm:bulletEnabled val="1"/>
        </dgm:presLayoutVars>
      </dgm:prSet>
      <dgm:spPr/>
      <dgm:t>
        <a:bodyPr/>
        <a:lstStyle/>
        <a:p>
          <a:endParaRPr lang="en-US"/>
        </a:p>
      </dgm:t>
    </dgm:pt>
    <dgm:pt modelId="{15D5C9AB-1784-45EE-BCB0-D9A03734F847}" type="pres">
      <dgm:prSet presAssocID="{3B630314-C034-47E3-AF38-350A444E32B7}" presName="descendantText" presStyleLbl="alignAccFollowNode1" presStyleIdx="6" presStyleCnt="7" custLinFactNeighborX="8113" custLinFactNeighborY="3328">
        <dgm:presLayoutVars>
          <dgm:bulletEnabled val="1"/>
        </dgm:presLayoutVars>
      </dgm:prSet>
      <dgm:spPr/>
      <dgm:t>
        <a:bodyPr/>
        <a:lstStyle/>
        <a:p>
          <a:endParaRPr lang="en-US"/>
        </a:p>
      </dgm:t>
    </dgm:pt>
  </dgm:ptLst>
  <dgm:cxnLst>
    <dgm:cxn modelId="{DAAE4014-0F3D-4BF3-8109-77DE86E97DE8}" type="presOf" srcId="{C4E4A340-9A5C-4661-908D-4A1476248F9A}" destId="{3BFC76BB-981F-4BAF-8627-922E7CC6D674}" srcOrd="0" destOrd="0" presId="urn:microsoft.com/office/officeart/2005/8/layout/vList5"/>
    <dgm:cxn modelId="{03B65382-0B9B-4B76-8C37-1ACB18A1F9E2}" srcId="{F81EAA79-7E77-4075-ACFB-263315D3F40E}" destId="{E2D7C9D8-39AB-45EF-B68F-29002908893D}" srcOrd="5" destOrd="0" parTransId="{82069B61-FF88-4A9A-BFC0-D12FF9A04F55}" sibTransId="{0B022378-06CF-46BC-85CB-EF6304E4C502}"/>
    <dgm:cxn modelId="{7BD24923-258C-460F-A92E-4626134D0076}" type="presOf" srcId="{DEBFAC98-2117-4D73-B0ED-7AE8B146F717}" destId="{C84FE435-462A-42DC-AB11-B0C584389BFA}" srcOrd="0" destOrd="0" presId="urn:microsoft.com/office/officeart/2005/8/layout/vList5"/>
    <dgm:cxn modelId="{271EC17C-2FA4-480A-9F6D-C53527143F9A}" type="presOf" srcId="{6697ABC7-C095-4FB8-8D68-240A976BC875}" destId="{15D5C9AB-1784-45EE-BCB0-D9A03734F847}" srcOrd="0" destOrd="0" presId="urn:microsoft.com/office/officeart/2005/8/layout/vList5"/>
    <dgm:cxn modelId="{D9813145-0DF2-4D94-A42D-008CADB1302C}" type="presOf" srcId="{A7FB43D0-8FEB-46CC-A6A9-71A280235BCD}" destId="{42B29145-9F00-498C-AF56-C83124F9C3C7}" srcOrd="0" destOrd="0" presId="urn:microsoft.com/office/officeart/2005/8/layout/vList5"/>
    <dgm:cxn modelId="{5028BF2C-AD91-4593-B447-12187B65D969}" type="presOf" srcId="{7DAD3324-AF0C-4C22-A586-BCA1D512DDD3}" destId="{727FE9D5-D607-4DC8-B851-D7F76F8C07ED}" srcOrd="0" destOrd="0" presId="urn:microsoft.com/office/officeart/2005/8/layout/vList5"/>
    <dgm:cxn modelId="{C02F1943-3886-4022-9353-6EB40E485C79}" srcId="{3B630314-C034-47E3-AF38-350A444E32B7}" destId="{6697ABC7-C095-4FB8-8D68-240A976BC875}" srcOrd="0" destOrd="0" parTransId="{4686521A-D75F-4D8A-BF47-F22E9500E962}" sibTransId="{BDA9AA84-DB32-4BF7-9992-F5EF5CDA0196}"/>
    <dgm:cxn modelId="{0869CDB5-A8D6-407A-85B4-C07B80B78543}" srcId="{F81EAA79-7E77-4075-ACFB-263315D3F40E}" destId="{A7FB43D0-8FEB-46CC-A6A9-71A280235BCD}" srcOrd="4" destOrd="0" parTransId="{68C85153-927A-458D-B2F0-E347F452F4C6}" sibTransId="{EA0BC2B7-114A-45B7-A23A-C91737EAAB9F}"/>
    <dgm:cxn modelId="{E1EC7F9F-8A94-40CE-99C6-68ABB29C8852}" type="presOf" srcId="{F04E78D4-0603-4CE7-9F48-5E12B39A12BC}" destId="{4C2C484F-8A1B-43EE-9E1E-D27FF79AEDE2}" srcOrd="0" destOrd="0" presId="urn:microsoft.com/office/officeart/2005/8/layout/vList5"/>
    <dgm:cxn modelId="{D15A1276-32EB-4E85-B2E8-C7602762DB56}" srcId="{A7FB43D0-8FEB-46CC-A6A9-71A280235BCD}" destId="{DEBFAC98-2117-4D73-B0ED-7AE8B146F717}" srcOrd="0" destOrd="0" parTransId="{3A23C408-7BDE-4649-BA73-AD6457C45652}" sibTransId="{8F85E759-2B48-4EE9-A4AC-4DDA2DFA4B55}"/>
    <dgm:cxn modelId="{D3059CFE-B25C-4D7A-9D61-734AA2BF5ECF}" srcId="{F81EAA79-7E77-4075-ACFB-263315D3F40E}" destId="{3B630314-C034-47E3-AF38-350A444E32B7}" srcOrd="6" destOrd="0" parTransId="{3B0559A4-2214-43FB-A467-996D99B3796A}" sibTransId="{A0475566-DC9D-4586-9C5B-22286EF811E4}"/>
    <dgm:cxn modelId="{7629D455-6499-4961-A097-3A30EC399AD3}" type="presOf" srcId="{E2D7C9D8-39AB-45EF-B68F-29002908893D}" destId="{CB3E0002-1D54-4E14-8ABB-8EFB9D86D056}" srcOrd="0" destOrd="0" presId="urn:microsoft.com/office/officeart/2005/8/layout/vList5"/>
    <dgm:cxn modelId="{8E071556-DC9C-478A-A446-4171233E439C}" srcId="{F81EAA79-7E77-4075-ACFB-263315D3F40E}" destId="{F729E611-D9B6-4FA7-930C-88B06812BFFD}" srcOrd="1" destOrd="0" parTransId="{F2DCFDC4-8A5E-418A-BADD-7C9AB5DB91DF}" sibTransId="{87DA24E9-D836-4692-A211-3F200725858E}"/>
    <dgm:cxn modelId="{4819EB56-8D99-44E4-8E1B-D2630CAD223B}" srcId="{F81EAA79-7E77-4075-ACFB-263315D3F40E}" destId="{9DAC3C36-BC7E-48BE-AEDD-83C6D58CCBC2}" srcOrd="0" destOrd="0" parTransId="{1210F544-86C8-4711-BE2D-4409296397FD}" sibTransId="{61435111-5525-49C2-B453-341BD8D2E250}"/>
    <dgm:cxn modelId="{559B53E8-57CC-4EB3-A182-BAE9EC3D3E22}" type="presOf" srcId="{641FCD85-09B2-44B5-BE3C-303792C7C5AB}" destId="{1E2B0394-2248-4BC2-A6F2-18D563AF2C16}" srcOrd="0" destOrd="0" presId="urn:microsoft.com/office/officeart/2005/8/layout/vList5"/>
    <dgm:cxn modelId="{B9D49408-19FB-4E43-BBDB-C5248B444CE2}" srcId="{606E28C9-A250-4E61-A1A8-C10262B2DEC1}" destId="{7DAD3324-AF0C-4C22-A586-BCA1D512DDD3}" srcOrd="0" destOrd="0" parTransId="{0F8A3A5C-3CE6-4E96-AB60-418993AEAF2D}" sibTransId="{CEB8B49B-5D0E-41AF-B0B1-939692B82871}"/>
    <dgm:cxn modelId="{414D3392-48A2-4206-8E7E-4849FAB65DFE}" srcId="{F729E611-D9B6-4FA7-930C-88B06812BFFD}" destId="{641FCD85-09B2-44B5-BE3C-303792C7C5AB}" srcOrd="0" destOrd="0" parTransId="{3168700C-70A7-4985-8FCC-41ABDD3A946F}" sibTransId="{34B8B8DF-710A-4CB5-A39C-90306631870C}"/>
    <dgm:cxn modelId="{D4883685-B058-4C06-A117-B6758830BDAD}" srcId="{F04E78D4-0603-4CE7-9F48-5E12B39A12BC}" destId="{456B5F54-EF47-4040-8E27-AACA4EDF2DCF}" srcOrd="0" destOrd="0" parTransId="{E3479CF6-420D-48F4-98CF-AB253AA6A4CE}" sibTransId="{09B928DD-8A94-4B3D-8FD9-E01AE1C5040B}"/>
    <dgm:cxn modelId="{CC904ED8-2D06-426C-B2F6-6E5677984AE2}" srcId="{E2D7C9D8-39AB-45EF-B68F-29002908893D}" destId="{C4E4A340-9A5C-4661-908D-4A1476248F9A}" srcOrd="0" destOrd="0" parTransId="{95E57D28-5D76-446B-98B6-1B6295491A96}" sibTransId="{30A1B100-B85C-4F6F-9934-A699D7121AA6}"/>
    <dgm:cxn modelId="{673D898E-F020-4523-9291-92C3525FF9F3}" type="presOf" srcId="{3B630314-C034-47E3-AF38-350A444E32B7}" destId="{701F19C9-521D-4351-9AAB-F4B96F47BFB5}" srcOrd="0" destOrd="0" presId="urn:microsoft.com/office/officeart/2005/8/layout/vList5"/>
    <dgm:cxn modelId="{F8646C6E-80B3-41EB-89EA-8D9ED966A22B}" type="presOf" srcId="{606E28C9-A250-4E61-A1A8-C10262B2DEC1}" destId="{AD2B5896-E245-4592-B8C7-51C6634A3890}" srcOrd="0" destOrd="0" presId="urn:microsoft.com/office/officeart/2005/8/layout/vList5"/>
    <dgm:cxn modelId="{7E351F02-0067-4AC3-A8D5-885132E50427}" srcId="{F81EAA79-7E77-4075-ACFB-263315D3F40E}" destId="{F04E78D4-0603-4CE7-9F48-5E12B39A12BC}" srcOrd="3" destOrd="0" parTransId="{235A7A19-6A4F-493F-9598-E60C8938526E}" sibTransId="{63EC87D3-6AED-4667-96F8-C94781D1E35C}"/>
    <dgm:cxn modelId="{D7B4493A-560D-4B4C-AD3E-EC3070531C2C}" type="presOf" srcId="{9DAC3C36-BC7E-48BE-AEDD-83C6D58CCBC2}" destId="{4E2FFC28-5BE6-4BEB-97DB-68AFF2349ABA}" srcOrd="0" destOrd="0" presId="urn:microsoft.com/office/officeart/2005/8/layout/vList5"/>
    <dgm:cxn modelId="{4D5E783A-0E19-44E0-924C-E3422FACDC75}" type="presOf" srcId="{F81EAA79-7E77-4075-ACFB-263315D3F40E}" destId="{C068733A-D381-424C-B60F-71C19F498698}" srcOrd="0" destOrd="0" presId="urn:microsoft.com/office/officeart/2005/8/layout/vList5"/>
    <dgm:cxn modelId="{5030F863-2282-4547-9A06-7111E3928A7F}" srcId="{9DAC3C36-BC7E-48BE-AEDD-83C6D58CCBC2}" destId="{4E8C0E4B-59D6-49BA-9610-79043AB8C090}" srcOrd="0" destOrd="0" parTransId="{C160027C-E572-41DE-9F57-732DA8411A07}" sibTransId="{772EC436-D73C-4F56-B422-794CA76A9C09}"/>
    <dgm:cxn modelId="{883972AB-DBEB-459F-B85C-4A6DA54EAB19}" srcId="{F81EAA79-7E77-4075-ACFB-263315D3F40E}" destId="{606E28C9-A250-4E61-A1A8-C10262B2DEC1}" srcOrd="2" destOrd="0" parTransId="{CB181CBE-D31C-4741-B4B9-45D5FBDAE28B}" sibTransId="{71C4E3FB-79E8-4A4E-9A8D-01D5C8C037AC}"/>
    <dgm:cxn modelId="{5EAEFEFE-DC2D-4EF7-8D34-D7BE4F9359D8}" type="presOf" srcId="{F729E611-D9B6-4FA7-930C-88B06812BFFD}" destId="{46BA0816-D9A8-4602-8F62-E6A826B1E103}" srcOrd="0" destOrd="0" presId="urn:microsoft.com/office/officeart/2005/8/layout/vList5"/>
    <dgm:cxn modelId="{4730A58B-816A-4D7F-BA3E-B650515E3FB2}" type="presOf" srcId="{4E8C0E4B-59D6-49BA-9610-79043AB8C090}" destId="{5BFBA35C-C9E1-46AD-BBFA-BF4AB428E6E0}" srcOrd="0" destOrd="0" presId="urn:microsoft.com/office/officeart/2005/8/layout/vList5"/>
    <dgm:cxn modelId="{D4EB99B4-18C3-4536-835C-B1041C85A0A4}" type="presOf" srcId="{456B5F54-EF47-4040-8E27-AACA4EDF2DCF}" destId="{42B6C23D-E3D2-4032-A4FB-A45D8E6B9CA1}" srcOrd="0" destOrd="0" presId="urn:microsoft.com/office/officeart/2005/8/layout/vList5"/>
    <dgm:cxn modelId="{E8A49710-35A1-42DE-8FDB-EE38F33DC603}" type="presParOf" srcId="{C068733A-D381-424C-B60F-71C19F498698}" destId="{EEE4D936-5314-4066-9161-C0BA3090A5BB}" srcOrd="0" destOrd="0" presId="urn:microsoft.com/office/officeart/2005/8/layout/vList5"/>
    <dgm:cxn modelId="{EA434471-A242-4C36-BF2F-A1C2C74AD414}" type="presParOf" srcId="{EEE4D936-5314-4066-9161-C0BA3090A5BB}" destId="{4E2FFC28-5BE6-4BEB-97DB-68AFF2349ABA}" srcOrd="0" destOrd="0" presId="urn:microsoft.com/office/officeart/2005/8/layout/vList5"/>
    <dgm:cxn modelId="{F5CC0ED8-47FA-4060-95E2-D2E108F19AA2}" type="presParOf" srcId="{EEE4D936-5314-4066-9161-C0BA3090A5BB}" destId="{5BFBA35C-C9E1-46AD-BBFA-BF4AB428E6E0}" srcOrd="1" destOrd="0" presId="urn:microsoft.com/office/officeart/2005/8/layout/vList5"/>
    <dgm:cxn modelId="{4FA154CA-0762-409C-A177-D2B477D80F20}" type="presParOf" srcId="{C068733A-D381-424C-B60F-71C19F498698}" destId="{615533C1-5ED1-4549-8FCD-776BC7073BD6}" srcOrd="1" destOrd="0" presId="urn:microsoft.com/office/officeart/2005/8/layout/vList5"/>
    <dgm:cxn modelId="{3C494C47-9D50-4052-9627-7B66F87D3F70}" type="presParOf" srcId="{C068733A-D381-424C-B60F-71C19F498698}" destId="{0DE7611F-4A36-4C80-BC57-9A187EE92E8F}" srcOrd="2" destOrd="0" presId="urn:microsoft.com/office/officeart/2005/8/layout/vList5"/>
    <dgm:cxn modelId="{1DE5D72A-E70F-47D8-85FF-BB720CFB9C8B}" type="presParOf" srcId="{0DE7611F-4A36-4C80-BC57-9A187EE92E8F}" destId="{46BA0816-D9A8-4602-8F62-E6A826B1E103}" srcOrd="0" destOrd="0" presId="urn:microsoft.com/office/officeart/2005/8/layout/vList5"/>
    <dgm:cxn modelId="{96EB0F9F-E8DD-4446-964D-641CAC485C1D}" type="presParOf" srcId="{0DE7611F-4A36-4C80-BC57-9A187EE92E8F}" destId="{1E2B0394-2248-4BC2-A6F2-18D563AF2C16}" srcOrd="1" destOrd="0" presId="urn:microsoft.com/office/officeart/2005/8/layout/vList5"/>
    <dgm:cxn modelId="{D3C097FF-2142-455C-AF14-BB2F8EC94136}" type="presParOf" srcId="{C068733A-D381-424C-B60F-71C19F498698}" destId="{AD00B2B1-D8E2-4FC1-AC64-90EDBA275E21}" srcOrd="3" destOrd="0" presId="urn:microsoft.com/office/officeart/2005/8/layout/vList5"/>
    <dgm:cxn modelId="{62D8E752-1CCF-4EAC-A20C-975489EB2903}" type="presParOf" srcId="{C068733A-D381-424C-B60F-71C19F498698}" destId="{D639E224-4221-451D-9385-11FBB061AFFF}" srcOrd="4" destOrd="0" presId="urn:microsoft.com/office/officeart/2005/8/layout/vList5"/>
    <dgm:cxn modelId="{BEEA0F66-B494-4A14-AD41-EEDC1D1E22AD}" type="presParOf" srcId="{D639E224-4221-451D-9385-11FBB061AFFF}" destId="{AD2B5896-E245-4592-B8C7-51C6634A3890}" srcOrd="0" destOrd="0" presId="urn:microsoft.com/office/officeart/2005/8/layout/vList5"/>
    <dgm:cxn modelId="{A76E69BE-CA9B-43C2-9195-8101955A2886}" type="presParOf" srcId="{D639E224-4221-451D-9385-11FBB061AFFF}" destId="{727FE9D5-D607-4DC8-B851-D7F76F8C07ED}" srcOrd="1" destOrd="0" presId="urn:microsoft.com/office/officeart/2005/8/layout/vList5"/>
    <dgm:cxn modelId="{D8578301-8911-4912-A9E8-76CEAF78FEF0}" type="presParOf" srcId="{C068733A-D381-424C-B60F-71C19F498698}" destId="{CD79A8A4-51BF-4461-AF1D-EB57D9E2945F}" srcOrd="5" destOrd="0" presId="urn:microsoft.com/office/officeart/2005/8/layout/vList5"/>
    <dgm:cxn modelId="{B104DB6C-0B4D-4148-9A81-82993C62F191}" type="presParOf" srcId="{C068733A-D381-424C-B60F-71C19F498698}" destId="{83CB13F3-9450-413B-8290-E8A095625AC3}" srcOrd="6" destOrd="0" presId="urn:microsoft.com/office/officeart/2005/8/layout/vList5"/>
    <dgm:cxn modelId="{CA81ED7A-7097-43B6-AC90-DB0DF60FBC46}" type="presParOf" srcId="{83CB13F3-9450-413B-8290-E8A095625AC3}" destId="{4C2C484F-8A1B-43EE-9E1E-D27FF79AEDE2}" srcOrd="0" destOrd="0" presId="urn:microsoft.com/office/officeart/2005/8/layout/vList5"/>
    <dgm:cxn modelId="{A0482445-5233-435B-81A6-101B9A6D29FA}" type="presParOf" srcId="{83CB13F3-9450-413B-8290-E8A095625AC3}" destId="{42B6C23D-E3D2-4032-A4FB-A45D8E6B9CA1}" srcOrd="1" destOrd="0" presId="urn:microsoft.com/office/officeart/2005/8/layout/vList5"/>
    <dgm:cxn modelId="{536CBE1E-3664-47A2-B744-CB65EDAB8D2B}" type="presParOf" srcId="{C068733A-D381-424C-B60F-71C19F498698}" destId="{ACC178BB-B447-456B-B566-8E09879145DC}" srcOrd="7" destOrd="0" presId="urn:microsoft.com/office/officeart/2005/8/layout/vList5"/>
    <dgm:cxn modelId="{A01E7FAC-B238-4FE8-843B-8995A0FD9E66}" type="presParOf" srcId="{C068733A-D381-424C-B60F-71C19F498698}" destId="{78F1FE21-DC8A-4F92-9184-F632764DCFE8}" srcOrd="8" destOrd="0" presId="urn:microsoft.com/office/officeart/2005/8/layout/vList5"/>
    <dgm:cxn modelId="{6BD71D9E-C122-4135-AB77-F6EDCE87A25D}" type="presParOf" srcId="{78F1FE21-DC8A-4F92-9184-F632764DCFE8}" destId="{42B29145-9F00-498C-AF56-C83124F9C3C7}" srcOrd="0" destOrd="0" presId="urn:microsoft.com/office/officeart/2005/8/layout/vList5"/>
    <dgm:cxn modelId="{9DA1FEBF-73ED-4534-BE9D-C4413C8ACC27}" type="presParOf" srcId="{78F1FE21-DC8A-4F92-9184-F632764DCFE8}" destId="{C84FE435-462A-42DC-AB11-B0C584389BFA}" srcOrd="1" destOrd="0" presId="urn:microsoft.com/office/officeart/2005/8/layout/vList5"/>
    <dgm:cxn modelId="{27491455-DF4A-42A1-9B19-10257B2D9D3B}" type="presParOf" srcId="{C068733A-D381-424C-B60F-71C19F498698}" destId="{89A6E11E-AA56-4790-8AC7-7592A304C1C4}" srcOrd="9" destOrd="0" presId="urn:microsoft.com/office/officeart/2005/8/layout/vList5"/>
    <dgm:cxn modelId="{89C140CA-3347-41A9-A0C9-D77046D76DCC}" type="presParOf" srcId="{C068733A-D381-424C-B60F-71C19F498698}" destId="{92FE8B55-FD44-4B28-AFCD-FA46ED1D6EF1}" srcOrd="10" destOrd="0" presId="urn:microsoft.com/office/officeart/2005/8/layout/vList5"/>
    <dgm:cxn modelId="{08CD1917-ADEE-4410-8CEC-BCA8F3B9D0F8}" type="presParOf" srcId="{92FE8B55-FD44-4B28-AFCD-FA46ED1D6EF1}" destId="{CB3E0002-1D54-4E14-8ABB-8EFB9D86D056}" srcOrd="0" destOrd="0" presId="urn:microsoft.com/office/officeart/2005/8/layout/vList5"/>
    <dgm:cxn modelId="{E80E4548-4EBB-4C02-9A51-E3FAFF5A3959}" type="presParOf" srcId="{92FE8B55-FD44-4B28-AFCD-FA46ED1D6EF1}" destId="{3BFC76BB-981F-4BAF-8627-922E7CC6D674}" srcOrd="1" destOrd="0" presId="urn:microsoft.com/office/officeart/2005/8/layout/vList5"/>
    <dgm:cxn modelId="{C1114E98-7F90-4FFE-8FEE-7B3D639C1667}" type="presParOf" srcId="{C068733A-D381-424C-B60F-71C19F498698}" destId="{98D4A465-7902-41FA-8CA4-72A4B50C40E2}" srcOrd="11" destOrd="0" presId="urn:microsoft.com/office/officeart/2005/8/layout/vList5"/>
    <dgm:cxn modelId="{69BA8259-F822-473F-883D-0D8BE11239A1}" type="presParOf" srcId="{C068733A-D381-424C-B60F-71C19F498698}" destId="{4DD4A188-307D-4519-8C10-0E846995171D}" srcOrd="12" destOrd="0" presId="urn:microsoft.com/office/officeart/2005/8/layout/vList5"/>
    <dgm:cxn modelId="{0D672E8A-393D-40C5-A461-DB0EE017E247}" type="presParOf" srcId="{4DD4A188-307D-4519-8C10-0E846995171D}" destId="{701F19C9-521D-4351-9AAB-F4B96F47BFB5}" srcOrd="0" destOrd="0" presId="urn:microsoft.com/office/officeart/2005/8/layout/vList5"/>
    <dgm:cxn modelId="{2A7A0184-F8D6-45C8-B92D-372031A43EB9}" type="presParOf" srcId="{4DD4A188-307D-4519-8C10-0E846995171D}" destId="{15D5C9AB-1784-45EE-BCB0-D9A03734F847}" srcOrd="1" destOrd="0" presId="urn:microsoft.com/office/officeart/2005/8/layout/vList5"/>
  </dgm:cxnLst>
  <dgm:bg/>
  <dgm:whole/>
</dgm:dataModel>
</file>

<file path=ppt/diagrams/data2.xml><?xml version="1.0" encoding="utf-8"?>
<dgm:dataModel xmlns:dgm="http://schemas.openxmlformats.org/drawingml/2006/diagram" xmlns:a="http://schemas.openxmlformats.org/drawingml/2006/main">
  <dgm:ptLst>
    <dgm:pt modelId="{68D230C4-4464-49DD-A5A7-FB0F9910D26D}" type="doc">
      <dgm:prSet loTypeId="urn:microsoft.com/office/officeart/2005/8/layout/radial1" loCatId="cycle" qsTypeId="urn:microsoft.com/office/officeart/2005/8/quickstyle/3d4" qsCatId="3D" csTypeId="urn:microsoft.com/office/officeart/2005/8/colors/colorful4" csCatId="colorful" phldr="1"/>
      <dgm:spPr/>
      <dgm:t>
        <a:bodyPr/>
        <a:lstStyle/>
        <a:p>
          <a:endParaRPr lang="en-US"/>
        </a:p>
      </dgm:t>
    </dgm:pt>
    <dgm:pt modelId="{A281DFB9-CF4C-4A61-9549-3111555BE340}">
      <dgm:prSet phldrT="[Text]"/>
      <dgm:spPr/>
      <dgm:t>
        <a:bodyPr/>
        <a:lstStyle/>
        <a:p>
          <a:r>
            <a:rPr lang="en-US" dirty="0" smtClean="0"/>
            <a:t>Security is our top priority!</a:t>
          </a:r>
          <a:endParaRPr lang="en-US" dirty="0"/>
        </a:p>
      </dgm:t>
    </dgm:pt>
    <dgm:pt modelId="{462901A3-91B5-40E1-90D2-1CD26A5C5A11}" type="parTrans" cxnId="{76E240A6-16F5-4032-9323-014215A28CB2}">
      <dgm:prSet/>
      <dgm:spPr/>
      <dgm:t>
        <a:bodyPr/>
        <a:lstStyle/>
        <a:p>
          <a:endParaRPr lang="en-US"/>
        </a:p>
      </dgm:t>
    </dgm:pt>
    <dgm:pt modelId="{42004BB7-8F1F-4251-B1F5-C06CA052EA25}" type="sibTrans" cxnId="{76E240A6-16F5-4032-9323-014215A28CB2}">
      <dgm:prSet/>
      <dgm:spPr/>
      <dgm:t>
        <a:bodyPr/>
        <a:lstStyle/>
        <a:p>
          <a:endParaRPr lang="en-US"/>
        </a:p>
      </dgm:t>
    </dgm:pt>
    <dgm:pt modelId="{4811B309-A54F-4926-BBB6-71B47E48329B}">
      <dgm:prSet phldrT="[Text]"/>
      <dgm:spPr/>
      <dgm:t>
        <a:bodyPr/>
        <a:lstStyle/>
        <a:p>
          <a:r>
            <a:rPr lang="en-US" dirty="0" smtClean="0"/>
            <a:t>Ease of use</a:t>
          </a:r>
          <a:endParaRPr lang="en-US" dirty="0"/>
        </a:p>
      </dgm:t>
    </dgm:pt>
    <dgm:pt modelId="{EC86B78F-84A3-4C34-B452-7B3E1776419C}" type="parTrans" cxnId="{C43FEC02-393B-466D-9AE2-09AE8D5223C3}">
      <dgm:prSet/>
      <dgm:spPr/>
      <dgm:t>
        <a:bodyPr/>
        <a:lstStyle/>
        <a:p>
          <a:endParaRPr lang="en-US"/>
        </a:p>
      </dgm:t>
    </dgm:pt>
    <dgm:pt modelId="{8A8BD9CC-279C-4C0F-BF59-6AA175F223F1}" type="sibTrans" cxnId="{C43FEC02-393B-466D-9AE2-09AE8D5223C3}">
      <dgm:prSet/>
      <dgm:spPr/>
      <dgm:t>
        <a:bodyPr/>
        <a:lstStyle/>
        <a:p>
          <a:endParaRPr lang="en-US"/>
        </a:p>
      </dgm:t>
    </dgm:pt>
    <dgm:pt modelId="{13D448FA-001D-4493-9998-B80E75DC0E39}">
      <dgm:prSet phldrT="[Text]"/>
      <dgm:spPr/>
      <dgm:t>
        <a:bodyPr/>
        <a:lstStyle/>
        <a:p>
          <a:r>
            <a:rPr lang="en-US" dirty="0" smtClean="0"/>
            <a:t>Open &amp; Standards-based</a:t>
          </a:r>
          <a:endParaRPr lang="en-US" dirty="0"/>
        </a:p>
      </dgm:t>
    </dgm:pt>
    <dgm:pt modelId="{758265A6-48BE-40DB-9AEE-E3035FDBDAEC}" type="parTrans" cxnId="{CD4558A2-F566-4291-892E-E1411ABD107A}">
      <dgm:prSet/>
      <dgm:spPr/>
      <dgm:t>
        <a:bodyPr/>
        <a:lstStyle/>
        <a:p>
          <a:endParaRPr lang="en-US"/>
        </a:p>
      </dgm:t>
    </dgm:pt>
    <dgm:pt modelId="{FCFE8FE4-2F5E-468A-9320-FC974E7B52DC}" type="sibTrans" cxnId="{CD4558A2-F566-4291-892E-E1411ABD107A}">
      <dgm:prSet/>
      <dgm:spPr/>
      <dgm:t>
        <a:bodyPr/>
        <a:lstStyle/>
        <a:p>
          <a:endParaRPr lang="en-US"/>
        </a:p>
      </dgm:t>
    </dgm:pt>
    <dgm:pt modelId="{03AAB754-1D11-4EF7-8B27-5F68713E9F38}">
      <dgm:prSet phldrT="[Text]"/>
      <dgm:spPr/>
      <dgm:t>
        <a:bodyPr/>
        <a:lstStyle/>
        <a:p>
          <a:r>
            <a:rPr lang="en-US" dirty="0" smtClean="0"/>
            <a:t>Federation  ready</a:t>
          </a:r>
          <a:endParaRPr lang="en-US" dirty="0"/>
        </a:p>
      </dgm:t>
    </dgm:pt>
    <dgm:pt modelId="{08E20944-F180-405D-BBF6-219B509589D6}" type="parTrans" cxnId="{30BB06AD-2557-463E-97C7-522CD3C0150C}">
      <dgm:prSet/>
      <dgm:spPr/>
      <dgm:t>
        <a:bodyPr/>
        <a:lstStyle/>
        <a:p>
          <a:endParaRPr lang="en-US"/>
        </a:p>
      </dgm:t>
    </dgm:pt>
    <dgm:pt modelId="{306ABEDA-E193-4AB3-BB43-4A3D76933472}" type="sibTrans" cxnId="{30BB06AD-2557-463E-97C7-522CD3C0150C}">
      <dgm:prSet/>
      <dgm:spPr/>
      <dgm:t>
        <a:bodyPr/>
        <a:lstStyle/>
        <a:p>
          <a:endParaRPr lang="en-US"/>
        </a:p>
      </dgm:t>
    </dgm:pt>
    <dgm:pt modelId="{39ACF801-8F51-4A50-9FB5-E949EA0590B8}">
      <dgm:prSet phldrT="[Text]"/>
      <dgm:spPr/>
      <dgm:t>
        <a:bodyPr/>
        <a:lstStyle/>
        <a:p>
          <a:r>
            <a:rPr lang="en-US" dirty="0" smtClean="0"/>
            <a:t>Personal + Business</a:t>
          </a:r>
          <a:endParaRPr lang="en-US" dirty="0"/>
        </a:p>
      </dgm:t>
    </dgm:pt>
    <dgm:pt modelId="{B760038E-69AB-4BBA-9099-DA7F5C8AFDC2}" type="parTrans" cxnId="{0EAAAD35-48CD-4A23-AA1D-C3AEAD806411}">
      <dgm:prSet/>
      <dgm:spPr/>
      <dgm:t>
        <a:bodyPr/>
        <a:lstStyle/>
        <a:p>
          <a:endParaRPr lang="en-US"/>
        </a:p>
      </dgm:t>
    </dgm:pt>
    <dgm:pt modelId="{4F4C38CE-83BE-41B8-B0E7-4C6DAA27CFC1}" type="sibTrans" cxnId="{0EAAAD35-48CD-4A23-AA1D-C3AEAD806411}">
      <dgm:prSet/>
      <dgm:spPr/>
      <dgm:t>
        <a:bodyPr/>
        <a:lstStyle/>
        <a:p>
          <a:endParaRPr lang="en-US"/>
        </a:p>
      </dgm:t>
    </dgm:pt>
    <dgm:pt modelId="{D072DE13-65DD-49E5-AEDB-C81E373ED58A}">
      <dgm:prSet phldrT="[Text]"/>
      <dgm:spPr/>
      <dgm:t>
        <a:bodyPr/>
        <a:lstStyle/>
        <a:p>
          <a:r>
            <a:rPr lang="en-US" dirty="0" smtClean="0"/>
            <a:t>Rich functionality</a:t>
          </a:r>
          <a:endParaRPr lang="en-US" dirty="0"/>
        </a:p>
      </dgm:t>
    </dgm:pt>
    <dgm:pt modelId="{9277F0BE-23F0-4756-B2FE-E64631895B4D}" type="parTrans" cxnId="{57A025EA-FB2F-4535-98D0-A56C63377D62}">
      <dgm:prSet/>
      <dgm:spPr/>
      <dgm:t>
        <a:bodyPr/>
        <a:lstStyle/>
        <a:p>
          <a:endParaRPr lang="en-US"/>
        </a:p>
      </dgm:t>
    </dgm:pt>
    <dgm:pt modelId="{4C9947E9-34C0-4174-99BD-2B73BA09F55A}" type="sibTrans" cxnId="{57A025EA-FB2F-4535-98D0-A56C63377D62}">
      <dgm:prSet/>
      <dgm:spPr/>
      <dgm:t>
        <a:bodyPr/>
        <a:lstStyle/>
        <a:p>
          <a:endParaRPr lang="en-US"/>
        </a:p>
      </dgm:t>
    </dgm:pt>
    <dgm:pt modelId="{0FCDC389-5780-47C4-8914-EF8167E5F35A}" type="pres">
      <dgm:prSet presAssocID="{68D230C4-4464-49DD-A5A7-FB0F9910D26D}" presName="cycle" presStyleCnt="0">
        <dgm:presLayoutVars>
          <dgm:chMax val="1"/>
          <dgm:dir/>
          <dgm:animLvl val="ctr"/>
          <dgm:resizeHandles val="exact"/>
        </dgm:presLayoutVars>
      </dgm:prSet>
      <dgm:spPr/>
      <dgm:t>
        <a:bodyPr/>
        <a:lstStyle/>
        <a:p>
          <a:endParaRPr lang="en-US"/>
        </a:p>
      </dgm:t>
    </dgm:pt>
    <dgm:pt modelId="{14C9B59F-8170-47D0-AFF4-AE82A879B012}" type="pres">
      <dgm:prSet presAssocID="{A281DFB9-CF4C-4A61-9549-3111555BE340}" presName="centerShape" presStyleLbl="node0" presStyleIdx="0" presStyleCnt="1"/>
      <dgm:spPr/>
      <dgm:t>
        <a:bodyPr/>
        <a:lstStyle/>
        <a:p>
          <a:endParaRPr lang="en-US"/>
        </a:p>
      </dgm:t>
    </dgm:pt>
    <dgm:pt modelId="{2385063C-D9B7-4782-86E4-8189F103D38A}" type="pres">
      <dgm:prSet presAssocID="{EC86B78F-84A3-4C34-B452-7B3E1776419C}" presName="Name9" presStyleLbl="parChTrans1D2" presStyleIdx="0" presStyleCnt="5"/>
      <dgm:spPr/>
      <dgm:t>
        <a:bodyPr/>
        <a:lstStyle/>
        <a:p>
          <a:endParaRPr lang="en-US"/>
        </a:p>
      </dgm:t>
    </dgm:pt>
    <dgm:pt modelId="{D2960271-2CE0-48F7-8E85-6F981224843E}" type="pres">
      <dgm:prSet presAssocID="{EC86B78F-84A3-4C34-B452-7B3E1776419C}" presName="connTx" presStyleLbl="parChTrans1D2" presStyleIdx="0" presStyleCnt="5"/>
      <dgm:spPr/>
      <dgm:t>
        <a:bodyPr/>
        <a:lstStyle/>
        <a:p>
          <a:endParaRPr lang="en-US"/>
        </a:p>
      </dgm:t>
    </dgm:pt>
    <dgm:pt modelId="{32F236F5-63DD-4AEB-8B0E-414C29D16096}" type="pres">
      <dgm:prSet presAssocID="{4811B309-A54F-4926-BBB6-71B47E48329B}" presName="node" presStyleLbl="node1" presStyleIdx="0" presStyleCnt="5">
        <dgm:presLayoutVars>
          <dgm:bulletEnabled val="1"/>
        </dgm:presLayoutVars>
      </dgm:prSet>
      <dgm:spPr/>
      <dgm:t>
        <a:bodyPr/>
        <a:lstStyle/>
        <a:p>
          <a:endParaRPr lang="en-US"/>
        </a:p>
      </dgm:t>
    </dgm:pt>
    <dgm:pt modelId="{0004F52E-68A4-4820-BD1B-282E9CCB6CEA}" type="pres">
      <dgm:prSet presAssocID="{758265A6-48BE-40DB-9AEE-E3035FDBDAEC}" presName="Name9" presStyleLbl="parChTrans1D2" presStyleIdx="1" presStyleCnt="5"/>
      <dgm:spPr/>
      <dgm:t>
        <a:bodyPr/>
        <a:lstStyle/>
        <a:p>
          <a:endParaRPr lang="en-US"/>
        </a:p>
      </dgm:t>
    </dgm:pt>
    <dgm:pt modelId="{2AC61341-54D1-4B15-AA60-61267EAAFDE1}" type="pres">
      <dgm:prSet presAssocID="{758265A6-48BE-40DB-9AEE-E3035FDBDAEC}" presName="connTx" presStyleLbl="parChTrans1D2" presStyleIdx="1" presStyleCnt="5"/>
      <dgm:spPr/>
      <dgm:t>
        <a:bodyPr/>
        <a:lstStyle/>
        <a:p>
          <a:endParaRPr lang="en-US"/>
        </a:p>
      </dgm:t>
    </dgm:pt>
    <dgm:pt modelId="{4B9C9E14-C14E-45D7-8B10-3CD3D4C0C022}" type="pres">
      <dgm:prSet presAssocID="{13D448FA-001D-4493-9998-B80E75DC0E39}" presName="node" presStyleLbl="node1" presStyleIdx="1" presStyleCnt="5">
        <dgm:presLayoutVars>
          <dgm:bulletEnabled val="1"/>
        </dgm:presLayoutVars>
      </dgm:prSet>
      <dgm:spPr/>
      <dgm:t>
        <a:bodyPr/>
        <a:lstStyle/>
        <a:p>
          <a:endParaRPr lang="en-US"/>
        </a:p>
      </dgm:t>
    </dgm:pt>
    <dgm:pt modelId="{8114CA36-CD53-42AA-99E0-E8EB8589BFAF}" type="pres">
      <dgm:prSet presAssocID="{08E20944-F180-405D-BBF6-219B509589D6}" presName="Name9" presStyleLbl="parChTrans1D2" presStyleIdx="2" presStyleCnt="5"/>
      <dgm:spPr/>
      <dgm:t>
        <a:bodyPr/>
        <a:lstStyle/>
        <a:p>
          <a:endParaRPr lang="en-US"/>
        </a:p>
      </dgm:t>
    </dgm:pt>
    <dgm:pt modelId="{EEA19FF4-4C06-45ED-9A04-7DABCEB89726}" type="pres">
      <dgm:prSet presAssocID="{08E20944-F180-405D-BBF6-219B509589D6}" presName="connTx" presStyleLbl="parChTrans1D2" presStyleIdx="2" presStyleCnt="5"/>
      <dgm:spPr/>
      <dgm:t>
        <a:bodyPr/>
        <a:lstStyle/>
        <a:p>
          <a:endParaRPr lang="en-US"/>
        </a:p>
      </dgm:t>
    </dgm:pt>
    <dgm:pt modelId="{ACCAF931-E787-470C-BFEF-F81549D05D32}" type="pres">
      <dgm:prSet presAssocID="{03AAB754-1D11-4EF7-8B27-5F68713E9F38}" presName="node" presStyleLbl="node1" presStyleIdx="2" presStyleCnt="5">
        <dgm:presLayoutVars>
          <dgm:bulletEnabled val="1"/>
        </dgm:presLayoutVars>
      </dgm:prSet>
      <dgm:spPr/>
      <dgm:t>
        <a:bodyPr/>
        <a:lstStyle/>
        <a:p>
          <a:endParaRPr lang="en-US"/>
        </a:p>
      </dgm:t>
    </dgm:pt>
    <dgm:pt modelId="{E816887F-8D3A-435B-88EF-A4F90E4A9632}" type="pres">
      <dgm:prSet presAssocID="{B760038E-69AB-4BBA-9099-DA7F5C8AFDC2}" presName="Name9" presStyleLbl="parChTrans1D2" presStyleIdx="3" presStyleCnt="5"/>
      <dgm:spPr/>
      <dgm:t>
        <a:bodyPr/>
        <a:lstStyle/>
        <a:p>
          <a:endParaRPr lang="en-US"/>
        </a:p>
      </dgm:t>
    </dgm:pt>
    <dgm:pt modelId="{9CBB2DAC-7D2B-4D96-93BB-5DD0C84D8FB9}" type="pres">
      <dgm:prSet presAssocID="{B760038E-69AB-4BBA-9099-DA7F5C8AFDC2}" presName="connTx" presStyleLbl="parChTrans1D2" presStyleIdx="3" presStyleCnt="5"/>
      <dgm:spPr/>
      <dgm:t>
        <a:bodyPr/>
        <a:lstStyle/>
        <a:p>
          <a:endParaRPr lang="en-US"/>
        </a:p>
      </dgm:t>
    </dgm:pt>
    <dgm:pt modelId="{DBE1D522-AC49-42D5-89BE-988C120A88BF}" type="pres">
      <dgm:prSet presAssocID="{39ACF801-8F51-4A50-9FB5-E949EA0590B8}" presName="node" presStyleLbl="node1" presStyleIdx="3" presStyleCnt="5">
        <dgm:presLayoutVars>
          <dgm:bulletEnabled val="1"/>
        </dgm:presLayoutVars>
      </dgm:prSet>
      <dgm:spPr/>
      <dgm:t>
        <a:bodyPr/>
        <a:lstStyle/>
        <a:p>
          <a:endParaRPr lang="en-US"/>
        </a:p>
      </dgm:t>
    </dgm:pt>
    <dgm:pt modelId="{018C42B1-25E1-4A71-B134-4E500CE4C65D}" type="pres">
      <dgm:prSet presAssocID="{9277F0BE-23F0-4756-B2FE-E64631895B4D}" presName="Name9" presStyleLbl="parChTrans1D2" presStyleIdx="4" presStyleCnt="5"/>
      <dgm:spPr/>
      <dgm:t>
        <a:bodyPr/>
        <a:lstStyle/>
        <a:p>
          <a:endParaRPr lang="en-US"/>
        </a:p>
      </dgm:t>
    </dgm:pt>
    <dgm:pt modelId="{3ACDFCAF-943A-439D-A69D-DDC3D0187EBE}" type="pres">
      <dgm:prSet presAssocID="{9277F0BE-23F0-4756-B2FE-E64631895B4D}" presName="connTx" presStyleLbl="parChTrans1D2" presStyleIdx="4" presStyleCnt="5"/>
      <dgm:spPr/>
      <dgm:t>
        <a:bodyPr/>
        <a:lstStyle/>
        <a:p>
          <a:endParaRPr lang="en-US"/>
        </a:p>
      </dgm:t>
    </dgm:pt>
    <dgm:pt modelId="{6A727D74-04ED-4E71-A1C1-801FBF7F53A8}" type="pres">
      <dgm:prSet presAssocID="{D072DE13-65DD-49E5-AEDB-C81E373ED58A}" presName="node" presStyleLbl="node1" presStyleIdx="4" presStyleCnt="5">
        <dgm:presLayoutVars>
          <dgm:bulletEnabled val="1"/>
        </dgm:presLayoutVars>
      </dgm:prSet>
      <dgm:spPr/>
      <dgm:t>
        <a:bodyPr/>
        <a:lstStyle/>
        <a:p>
          <a:endParaRPr lang="en-US"/>
        </a:p>
      </dgm:t>
    </dgm:pt>
  </dgm:ptLst>
  <dgm:cxnLst>
    <dgm:cxn modelId="{92CC8346-10E3-4A6B-B6CD-28311D6AC9B9}" type="presOf" srcId="{39ACF801-8F51-4A50-9FB5-E949EA0590B8}" destId="{DBE1D522-AC49-42D5-89BE-988C120A88BF}" srcOrd="0" destOrd="0" presId="urn:microsoft.com/office/officeart/2005/8/layout/radial1"/>
    <dgm:cxn modelId="{BE5217E0-8CFE-461D-845D-0545CC828C57}" type="presOf" srcId="{A281DFB9-CF4C-4A61-9549-3111555BE340}" destId="{14C9B59F-8170-47D0-AFF4-AE82A879B012}" srcOrd="0" destOrd="0" presId="urn:microsoft.com/office/officeart/2005/8/layout/radial1"/>
    <dgm:cxn modelId="{6DD8C6EA-69DB-43A6-AAAD-785D5A6A0182}" type="presOf" srcId="{EC86B78F-84A3-4C34-B452-7B3E1776419C}" destId="{2385063C-D9B7-4782-86E4-8189F103D38A}" srcOrd="0" destOrd="0" presId="urn:microsoft.com/office/officeart/2005/8/layout/radial1"/>
    <dgm:cxn modelId="{AF58AFEC-BA34-4909-8AAE-13ED6627ED38}" type="presOf" srcId="{D072DE13-65DD-49E5-AEDB-C81E373ED58A}" destId="{6A727D74-04ED-4E71-A1C1-801FBF7F53A8}" srcOrd="0" destOrd="0" presId="urn:microsoft.com/office/officeart/2005/8/layout/radial1"/>
    <dgm:cxn modelId="{760AEAC9-9032-4304-BCFF-7A92A922EF3B}" type="presOf" srcId="{758265A6-48BE-40DB-9AEE-E3035FDBDAEC}" destId="{2AC61341-54D1-4B15-AA60-61267EAAFDE1}" srcOrd="1" destOrd="0" presId="urn:microsoft.com/office/officeart/2005/8/layout/radial1"/>
    <dgm:cxn modelId="{A5398C23-7C37-4E2F-A953-063E8C9421DB}" type="presOf" srcId="{68D230C4-4464-49DD-A5A7-FB0F9910D26D}" destId="{0FCDC389-5780-47C4-8914-EF8167E5F35A}" srcOrd="0" destOrd="0" presId="urn:microsoft.com/office/officeart/2005/8/layout/radial1"/>
    <dgm:cxn modelId="{8E670B06-3747-499A-9781-4601FC9B4CA0}" type="presOf" srcId="{B760038E-69AB-4BBA-9099-DA7F5C8AFDC2}" destId="{9CBB2DAC-7D2B-4D96-93BB-5DD0C84D8FB9}" srcOrd="1" destOrd="0" presId="urn:microsoft.com/office/officeart/2005/8/layout/radial1"/>
    <dgm:cxn modelId="{4A757A8F-1A8E-4834-8FB2-9C4D1AC9EF4E}" type="presOf" srcId="{13D448FA-001D-4493-9998-B80E75DC0E39}" destId="{4B9C9E14-C14E-45D7-8B10-3CD3D4C0C022}" srcOrd="0" destOrd="0" presId="urn:microsoft.com/office/officeart/2005/8/layout/radial1"/>
    <dgm:cxn modelId="{30BB06AD-2557-463E-97C7-522CD3C0150C}" srcId="{A281DFB9-CF4C-4A61-9549-3111555BE340}" destId="{03AAB754-1D11-4EF7-8B27-5F68713E9F38}" srcOrd="2" destOrd="0" parTransId="{08E20944-F180-405D-BBF6-219B509589D6}" sibTransId="{306ABEDA-E193-4AB3-BB43-4A3D76933472}"/>
    <dgm:cxn modelId="{0EAAAD35-48CD-4A23-AA1D-C3AEAD806411}" srcId="{A281DFB9-CF4C-4A61-9549-3111555BE340}" destId="{39ACF801-8F51-4A50-9FB5-E949EA0590B8}" srcOrd="3" destOrd="0" parTransId="{B760038E-69AB-4BBA-9099-DA7F5C8AFDC2}" sibTransId="{4F4C38CE-83BE-41B8-B0E7-4C6DAA27CFC1}"/>
    <dgm:cxn modelId="{BA069487-8A5D-4BB7-BDD4-7208D3D2FC2E}" type="presOf" srcId="{4811B309-A54F-4926-BBB6-71B47E48329B}" destId="{32F236F5-63DD-4AEB-8B0E-414C29D16096}" srcOrd="0" destOrd="0" presId="urn:microsoft.com/office/officeart/2005/8/layout/radial1"/>
    <dgm:cxn modelId="{86B6CD3B-5EFE-4A29-B8A3-28B771CA409B}" type="presOf" srcId="{08E20944-F180-405D-BBF6-219B509589D6}" destId="{8114CA36-CD53-42AA-99E0-E8EB8589BFAF}" srcOrd="0" destOrd="0" presId="urn:microsoft.com/office/officeart/2005/8/layout/radial1"/>
    <dgm:cxn modelId="{9B9066F9-2E79-4D3E-B01E-4E1EDEAEF095}" type="presOf" srcId="{B760038E-69AB-4BBA-9099-DA7F5C8AFDC2}" destId="{E816887F-8D3A-435B-88EF-A4F90E4A9632}" srcOrd="0" destOrd="0" presId="urn:microsoft.com/office/officeart/2005/8/layout/radial1"/>
    <dgm:cxn modelId="{CD4558A2-F566-4291-892E-E1411ABD107A}" srcId="{A281DFB9-CF4C-4A61-9549-3111555BE340}" destId="{13D448FA-001D-4493-9998-B80E75DC0E39}" srcOrd="1" destOrd="0" parTransId="{758265A6-48BE-40DB-9AEE-E3035FDBDAEC}" sibTransId="{FCFE8FE4-2F5E-468A-9320-FC974E7B52DC}"/>
    <dgm:cxn modelId="{4195187E-5CA8-4997-ADDF-3A31B126756F}" type="presOf" srcId="{758265A6-48BE-40DB-9AEE-E3035FDBDAEC}" destId="{0004F52E-68A4-4820-BD1B-282E9CCB6CEA}" srcOrd="0" destOrd="0" presId="urn:microsoft.com/office/officeart/2005/8/layout/radial1"/>
    <dgm:cxn modelId="{C43FEC02-393B-466D-9AE2-09AE8D5223C3}" srcId="{A281DFB9-CF4C-4A61-9549-3111555BE340}" destId="{4811B309-A54F-4926-BBB6-71B47E48329B}" srcOrd="0" destOrd="0" parTransId="{EC86B78F-84A3-4C34-B452-7B3E1776419C}" sibTransId="{8A8BD9CC-279C-4C0F-BF59-6AA175F223F1}"/>
    <dgm:cxn modelId="{8F1BD7C3-5651-4580-8EFE-93F11F7472C8}" type="presOf" srcId="{9277F0BE-23F0-4756-B2FE-E64631895B4D}" destId="{3ACDFCAF-943A-439D-A69D-DDC3D0187EBE}" srcOrd="1" destOrd="0" presId="urn:microsoft.com/office/officeart/2005/8/layout/radial1"/>
    <dgm:cxn modelId="{AC14F509-CC5A-4862-A5FF-0E09CF7899F4}" type="presOf" srcId="{9277F0BE-23F0-4756-B2FE-E64631895B4D}" destId="{018C42B1-25E1-4A71-B134-4E500CE4C65D}" srcOrd="0" destOrd="0" presId="urn:microsoft.com/office/officeart/2005/8/layout/radial1"/>
    <dgm:cxn modelId="{C468B72E-323A-4473-A1C3-26F53286961C}" type="presOf" srcId="{03AAB754-1D11-4EF7-8B27-5F68713E9F38}" destId="{ACCAF931-E787-470C-BFEF-F81549D05D32}" srcOrd="0" destOrd="0" presId="urn:microsoft.com/office/officeart/2005/8/layout/radial1"/>
    <dgm:cxn modelId="{76E240A6-16F5-4032-9323-014215A28CB2}" srcId="{68D230C4-4464-49DD-A5A7-FB0F9910D26D}" destId="{A281DFB9-CF4C-4A61-9549-3111555BE340}" srcOrd="0" destOrd="0" parTransId="{462901A3-91B5-40E1-90D2-1CD26A5C5A11}" sibTransId="{42004BB7-8F1F-4251-B1F5-C06CA052EA25}"/>
    <dgm:cxn modelId="{57A025EA-FB2F-4535-98D0-A56C63377D62}" srcId="{A281DFB9-CF4C-4A61-9549-3111555BE340}" destId="{D072DE13-65DD-49E5-AEDB-C81E373ED58A}" srcOrd="4" destOrd="0" parTransId="{9277F0BE-23F0-4756-B2FE-E64631895B4D}" sibTransId="{4C9947E9-34C0-4174-99BD-2B73BA09F55A}"/>
    <dgm:cxn modelId="{B01700FD-903F-4B72-8AA7-B5494D8D86F8}" type="presOf" srcId="{08E20944-F180-405D-BBF6-219B509589D6}" destId="{EEA19FF4-4C06-45ED-9A04-7DABCEB89726}" srcOrd="1" destOrd="0" presId="urn:microsoft.com/office/officeart/2005/8/layout/radial1"/>
    <dgm:cxn modelId="{1CAE7A4E-28F0-4E1A-8537-E38E62461D4A}" type="presOf" srcId="{EC86B78F-84A3-4C34-B452-7B3E1776419C}" destId="{D2960271-2CE0-48F7-8E85-6F981224843E}" srcOrd="1" destOrd="0" presId="urn:microsoft.com/office/officeart/2005/8/layout/radial1"/>
    <dgm:cxn modelId="{A83C7106-59D1-469A-A167-67BD0F7756E7}" type="presParOf" srcId="{0FCDC389-5780-47C4-8914-EF8167E5F35A}" destId="{14C9B59F-8170-47D0-AFF4-AE82A879B012}" srcOrd="0" destOrd="0" presId="urn:microsoft.com/office/officeart/2005/8/layout/radial1"/>
    <dgm:cxn modelId="{E9682582-C828-4C1F-B5C1-E26FFE9885AA}" type="presParOf" srcId="{0FCDC389-5780-47C4-8914-EF8167E5F35A}" destId="{2385063C-D9B7-4782-86E4-8189F103D38A}" srcOrd="1" destOrd="0" presId="urn:microsoft.com/office/officeart/2005/8/layout/radial1"/>
    <dgm:cxn modelId="{1252FD8D-4A3F-48FC-92EF-A39A9E7C3D00}" type="presParOf" srcId="{2385063C-D9B7-4782-86E4-8189F103D38A}" destId="{D2960271-2CE0-48F7-8E85-6F981224843E}" srcOrd="0" destOrd="0" presId="urn:microsoft.com/office/officeart/2005/8/layout/radial1"/>
    <dgm:cxn modelId="{211F6348-8253-4FBE-A171-FDB0FA414AAD}" type="presParOf" srcId="{0FCDC389-5780-47C4-8914-EF8167E5F35A}" destId="{32F236F5-63DD-4AEB-8B0E-414C29D16096}" srcOrd="2" destOrd="0" presId="urn:microsoft.com/office/officeart/2005/8/layout/radial1"/>
    <dgm:cxn modelId="{2ADF8AB8-2B33-4F0E-9D7E-634906CBB378}" type="presParOf" srcId="{0FCDC389-5780-47C4-8914-EF8167E5F35A}" destId="{0004F52E-68A4-4820-BD1B-282E9CCB6CEA}" srcOrd="3" destOrd="0" presId="urn:microsoft.com/office/officeart/2005/8/layout/radial1"/>
    <dgm:cxn modelId="{C6A2F247-B6E8-4A7A-93DA-30D15FAEB12C}" type="presParOf" srcId="{0004F52E-68A4-4820-BD1B-282E9CCB6CEA}" destId="{2AC61341-54D1-4B15-AA60-61267EAAFDE1}" srcOrd="0" destOrd="0" presId="urn:microsoft.com/office/officeart/2005/8/layout/radial1"/>
    <dgm:cxn modelId="{19B0F03A-9F2F-47FE-A7D7-A91484FE971A}" type="presParOf" srcId="{0FCDC389-5780-47C4-8914-EF8167E5F35A}" destId="{4B9C9E14-C14E-45D7-8B10-3CD3D4C0C022}" srcOrd="4" destOrd="0" presId="urn:microsoft.com/office/officeart/2005/8/layout/radial1"/>
    <dgm:cxn modelId="{1D37E53A-77A4-444D-A281-5B4494008EB8}" type="presParOf" srcId="{0FCDC389-5780-47C4-8914-EF8167E5F35A}" destId="{8114CA36-CD53-42AA-99E0-E8EB8589BFAF}" srcOrd="5" destOrd="0" presId="urn:microsoft.com/office/officeart/2005/8/layout/radial1"/>
    <dgm:cxn modelId="{84E04AC1-BA88-4CF7-B620-28B41547BCFC}" type="presParOf" srcId="{8114CA36-CD53-42AA-99E0-E8EB8589BFAF}" destId="{EEA19FF4-4C06-45ED-9A04-7DABCEB89726}" srcOrd="0" destOrd="0" presId="urn:microsoft.com/office/officeart/2005/8/layout/radial1"/>
    <dgm:cxn modelId="{73D7ABAD-9FDA-475E-8CF9-804D27DC8CA1}" type="presParOf" srcId="{0FCDC389-5780-47C4-8914-EF8167E5F35A}" destId="{ACCAF931-E787-470C-BFEF-F81549D05D32}" srcOrd="6" destOrd="0" presId="urn:microsoft.com/office/officeart/2005/8/layout/radial1"/>
    <dgm:cxn modelId="{891C2978-5D2C-4E61-8400-E25C6E6DA97D}" type="presParOf" srcId="{0FCDC389-5780-47C4-8914-EF8167E5F35A}" destId="{E816887F-8D3A-435B-88EF-A4F90E4A9632}" srcOrd="7" destOrd="0" presId="urn:microsoft.com/office/officeart/2005/8/layout/radial1"/>
    <dgm:cxn modelId="{065B295E-B456-4533-BF25-97414C86921C}" type="presParOf" srcId="{E816887F-8D3A-435B-88EF-A4F90E4A9632}" destId="{9CBB2DAC-7D2B-4D96-93BB-5DD0C84D8FB9}" srcOrd="0" destOrd="0" presId="urn:microsoft.com/office/officeart/2005/8/layout/radial1"/>
    <dgm:cxn modelId="{1269F345-BCE8-4654-9A72-35E652E19565}" type="presParOf" srcId="{0FCDC389-5780-47C4-8914-EF8167E5F35A}" destId="{DBE1D522-AC49-42D5-89BE-988C120A88BF}" srcOrd="8" destOrd="0" presId="urn:microsoft.com/office/officeart/2005/8/layout/radial1"/>
    <dgm:cxn modelId="{B97282EE-A1FC-4A56-8A7A-529253F673C4}" type="presParOf" srcId="{0FCDC389-5780-47C4-8914-EF8167E5F35A}" destId="{018C42B1-25E1-4A71-B134-4E500CE4C65D}" srcOrd="9" destOrd="0" presId="urn:microsoft.com/office/officeart/2005/8/layout/radial1"/>
    <dgm:cxn modelId="{1334F5F6-E319-497C-8846-40216876E1EA}" type="presParOf" srcId="{018C42B1-25E1-4A71-B134-4E500CE4C65D}" destId="{3ACDFCAF-943A-439D-A69D-DDC3D0187EBE}" srcOrd="0" destOrd="0" presId="urn:microsoft.com/office/officeart/2005/8/layout/radial1"/>
    <dgm:cxn modelId="{E141FD20-2120-4911-A648-34C0B990278D}" type="presParOf" srcId="{0FCDC389-5780-47C4-8914-EF8167E5F35A}" destId="{6A727D74-04ED-4E71-A1C1-801FBF7F53A8}" srcOrd="10" destOrd="0" presId="urn:microsoft.com/office/officeart/2005/8/layout/radial1"/>
  </dgm:cxnLst>
  <dgm:bg/>
  <dgm:whole/>
</dgm:dataModel>
</file>

<file path=ppt/diagrams/data3.xml><?xml version="1.0" encoding="utf-8"?>
<dgm:dataModel xmlns:dgm="http://schemas.openxmlformats.org/drawingml/2006/diagram" xmlns:a="http://schemas.openxmlformats.org/drawingml/2006/main">
  <dgm:ptLst>
    <dgm:pt modelId="{F81EAA79-7E77-4075-ACFB-263315D3F40E}" type="doc">
      <dgm:prSet loTypeId="urn:microsoft.com/office/officeart/2005/8/layout/vList5" loCatId="list" qsTypeId="urn:microsoft.com/office/officeart/2005/8/quickstyle/simple4" qsCatId="simple" csTypeId="urn:microsoft.com/office/officeart/2005/8/colors/accent2_2" csCatId="accent2" phldr="1"/>
      <dgm:spPr/>
      <dgm:t>
        <a:bodyPr/>
        <a:lstStyle/>
        <a:p>
          <a:endParaRPr lang="en-US"/>
        </a:p>
      </dgm:t>
    </dgm:pt>
    <dgm:pt modelId="{F729E611-D9B6-4FA7-930C-88B06812BFFD}">
      <dgm:prSet phldrT="[Text]"/>
      <dgm:spPr/>
      <dgm:t>
        <a:bodyPr/>
        <a:lstStyle/>
        <a:p>
          <a:r>
            <a:rPr lang="en-US" dirty="0" smtClean="0"/>
            <a:t>Web Authentication</a:t>
          </a:r>
          <a:endParaRPr lang="en-US" dirty="0"/>
        </a:p>
      </dgm:t>
    </dgm:pt>
    <dgm:pt modelId="{F2DCFDC4-8A5E-418A-BADD-7C9AB5DB91DF}" type="parTrans" cxnId="{8E071556-DC9C-478A-A446-4171233E439C}">
      <dgm:prSet/>
      <dgm:spPr/>
      <dgm:t>
        <a:bodyPr/>
        <a:lstStyle/>
        <a:p>
          <a:endParaRPr lang="en-US"/>
        </a:p>
      </dgm:t>
    </dgm:pt>
    <dgm:pt modelId="{87DA24E9-D836-4692-A211-3F200725858E}" type="sibTrans" cxnId="{8E071556-DC9C-478A-A446-4171233E439C}">
      <dgm:prSet/>
      <dgm:spPr/>
      <dgm:t>
        <a:bodyPr/>
        <a:lstStyle/>
        <a:p>
          <a:endParaRPr lang="en-US"/>
        </a:p>
      </dgm:t>
    </dgm:pt>
    <dgm:pt modelId="{641FCD85-09B2-44B5-BE3C-303792C7C5AB}">
      <dgm:prSet phldrT="[Text]"/>
      <dgm:spPr/>
      <dgm:t>
        <a:bodyPr/>
        <a:lstStyle/>
        <a:p>
          <a:pPr marL="233363" indent="-233363"/>
          <a:r>
            <a:rPr lang="en-US" dirty="0" smtClean="0"/>
            <a:t>Enabling applications to be secure</a:t>
          </a:r>
          <a:endParaRPr lang="en-US" dirty="0"/>
        </a:p>
      </dgm:t>
    </dgm:pt>
    <dgm:pt modelId="{3168700C-70A7-4985-8FCC-41ABDD3A946F}" type="parTrans" cxnId="{414D3392-48A2-4206-8E7E-4849FAB65DFE}">
      <dgm:prSet/>
      <dgm:spPr/>
      <dgm:t>
        <a:bodyPr/>
        <a:lstStyle/>
        <a:p>
          <a:endParaRPr lang="en-US"/>
        </a:p>
      </dgm:t>
    </dgm:pt>
    <dgm:pt modelId="{34B8B8DF-710A-4CB5-A39C-90306631870C}" type="sibTrans" cxnId="{414D3392-48A2-4206-8E7E-4849FAB65DFE}">
      <dgm:prSet/>
      <dgm:spPr/>
      <dgm:t>
        <a:bodyPr/>
        <a:lstStyle/>
        <a:p>
          <a:endParaRPr lang="en-US"/>
        </a:p>
      </dgm:t>
    </dgm:pt>
    <dgm:pt modelId="{F04E78D4-0603-4CE7-9F48-5E12B39A12BC}">
      <dgm:prSet phldrT="[Text]"/>
      <dgm:spPr/>
      <dgm:t>
        <a:bodyPr/>
        <a:lstStyle/>
        <a:p>
          <a:r>
            <a:rPr lang="en-US" dirty="0" smtClean="0"/>
            <a:t>Delegated Authentication</a:t>
          </a:r>
          <a:endParaRPr lang="en-US" dirty="0"/>
        </a:p>
      </dgm:t>
    </dgm:pt>
    <dgm:pt modelId="{235A7A19-6A4F-493F-9598-E60C8938526E}" type="parTrans" cxnId="{7E351F02-0067-4AC3-A8D5-885132E50427}">
      <dgm:prSet/>
      <dgm:spPr/>
      <dgm:t>
        <a:bodyPr/>
        <a:lstStyle/>
        <a:p>
          <a:endParaRPr lang="en-US"/>
        </a:p>
      </dgm:t>
    </dgm:pt>
    <dgm:pt modelId="{63EC87D3-6AED-4667-96F8-C94781D1E35C}" type="sibTrans" cxnId="{7E351F02-0067-4AC3-A8D5-885132E50427}">
      <dgm:prSet/>
      <dgm:spPr/>
      <dgm:t>
        <a:bodyPr/>
        <a:lstStyle/>
        <a:p>
          <a:endParaRPr lang="en-US"/>
        </a:p>
      </dgm:t>
    </dgm:pt>
    <dgm:pt modelId="{456B5F54-EF47-4040-8E27-AACA4EDF2DCF}">
      <dgm:prSet phldrT="[Text]"/>
      <dgm:spPr/>
      <dgm:t>
        <a:bodyPr/>
        <a:lstStyle/>
        <a:p>
          <a:pPr marL="233363" indent="-233363"/>
          <a:r>
            <a:rPr lang="en-US" dirty="0" smtClean="0"/>
            <a:t>Enabling data portability</a:t>
          </a:r>
          <a:endParaRPr lang="en-US" dirty="0"/>
        </a:p>
      </dgm:t>
    </dgm:pt>
    <dgm:pt modelId="{E3479CF6-420D-48F4-98CF-AB253AA6A4CE}" type="parTrans" cxnId="{D4883685-B058-4C06-A117-B6758830BDAD}">
      <dgm:prSet/>
      <dgm:spPr/>
      <dgm:t>
        <a:bodyPr/>
        <a:lstStyle/>
        <a:p>
          <a:endParaRPr lang="en-US"/>
        </a:p>
      </dgm:t>
    </dgm:pt>
    <dgm:pt modelId="{09B928DD-8A94-4B3D-8FD9-E01AE1C5040B}" type="sibTrans" cxnId="{D4883685-B058-4C06-A117-B6758830BDAD}">
      <dgm:prSet/>
      <dgm:spPr/>
      <dgm:t>
        <a:bodyPr/>
        <a:lstStyle/>
        <a:p>
          <a:endParaRPr lang="en-US"/>
        </a:p>
      </dgm:t>
    </dgm:pt>
    <dgm:pt modelId="{E2D7C9D8-39AB-45EF-B68F-29002908893D}">
      <dgm:prSet phldrT="[Text]"/>
      <dgm:spPr/>
      <dgm:t>
        <a:bodyPr/>
        <a:lstStyle/>
        <a:p>
          <a:r>
            <a:rPr lang="en-US" dirty="0" smtClean="0"/>
            <a:t>Federated Authentication</a:t>
          </a:r>
          <a:endParaRPr lang="en-US" dirty="0"/>
        </a:p>
      </dgm:t>
    </dgm:pt>
    <dgm:pt modelId="{82069B61-FF88-4A9A-BFC0-D12FF9A04F55}" type="parTrans" cxnId="{03B65382-0B9B-4B76-8C37-1ACB18A1F9E2}">
      <dgm:prSet/>
      <dgm:spPr/>
      <dgm:t>
        <a:bodyPr/>
        <a:lstStyle/>
        <a:p>
          <a:endParaRPr lang="en-US"/>
        </a:p>
      </dgm:t>
    </dgm:pt>
    <dgm:pt modelId="{0B022378-06CF-46BC-85CB-EF6304E4C502}" type="sibTrans" cxnId="{03B65382-0B9B-4B76-8C37-1ACB18A1F9E2}">
      <dgm:prSet/>
      <dgm:spPr/>
      <dgm:t>
        <a:bodyPr/>
        <a:lstStyle/>
        <a:p>
          <a:endParaRPr lang="en-US"/>
        </a:p>
      </dgm:t>
    </dgm:pt>
    <dgm:pt modelId="{C4E4A340-9A5C-4661-908D-4A1476248F9A}">
      <dgm:prSet phldrT="[Text]"/>
      <dgm:spPr/>
      <dgm:t>
        <a:bodyPr/>
        <a:lstStyle/>
        <a:p>
          <a:pPr marL="233363" indent="-233363"/>
          <a:r>
            <a:rPr lang="en-US" dirty="0" smtClean="0"/>
            <a:t>Enabling identity without borders</a:t>
          </a:r>
          <a:endParaRPr lang="en-US" dirty="0"/>
        </a:p>
      </dgm:t>
    </dgm:pt>
    <dgm:pt modelId="{95E57D28-5D76-446B-98B6-1B6295491A96}" type="parTrans" cxnId="{CC904ED8-2D06-426C-B2F6-6E5677984AE2}">
      <dgm:prSet/>
      <dgm:spPr/>
      <dgm:t>
        <a:bodyPr/>
        <a:lstStyle/>
        <a:p>
          <a:endParaRPr lang="en-US"/>
        </a:p>
      </dgm:t>
    </dgm:pt>
    <dgm:pt modelId="{30A1B100-B85C-4F6F-9934-A699D7121AA6}" type="sibTrans" cxnId="{CC904ED8-2D06-426C-B2F6-6E5677984AE2}">
      <dgm:prSet/>
      <dgm:spPr/>
      <dgm:t>
        <a:bodyPr/>
        <a:lstStyle/>
        <a:p>
          <a:endParaRPr lang="en-US"/>
        </a:p>
      </dgm:t>
    </dgm:pt>
    <dgm:pt modelId="{6697ABC7-C095-4FB8-8D68-240A976BC875}">
      <dgm:prSet phldrT="[Text]"/>
      <dgm:spPr/>
      <dgm:t>
        <a:bodyPr/>
        <a:lstStyle/>
        <a:p>
          <a:pPr marL="233363" indent="-233363"/>
          <a:r>
            <a:rPr lang="en-US" dirty="0" smtClean="0"/>
            <a:t>Embracing Open Standards</a:t>
          </a:r>
          <a:endParaRPr lang="en-US" dirty="0"/>
        </a:p>
      </dgm:t>
    </dgm:pt>
    <dgm:pt modelId="{4686521A-D75F-4D8A-BF47-F22E9500E962}" type="parTrans" cxnId="{C02F1943-3886-4022-9353-6EB40E485C79}">
      <dgm:prSet/>
      <dgm:spPr/>
      <dgm:t>
        <a:bodyPr/>
        <a:lstStyle/>
        <a:p>
          <a:endParaRPr lang="en-US"/>
        </a:p>
      </dgm:t>
    </dgm:pt>
    <dgm:pt modelId="{BDA9AA84-DB32-4BF7-9992-F5EF5CDA0196}" type="sibTrans" cxnId="{C02F1943-3886-4022-9353-6EB40E485C79}">
      <dgm:prSet/>
      <dgm:spPr/>
      <dgm:t>
        <a:bodyPr/>
        <a:lstStyle/>
        <a:p>
          <a:endParaRPr lang="en-US"/>
        </a:p>
      </dgm:t>
    </dgm:pt>
    <dgm:pt modelId="{3B630314-C034-47E3-AF38-350A444E32B7}">
      <dgm:prSet phldrT="[Text]"/>
      <dgm:spPr/>
      <dgm:t>
        <a:bodyPr/>
        <a:lstStyle/>
        <a:p>
          <a:r>
            <a:rPr lang="en-US" dirty="0" smtClean="0"/>
            <a:t>OpenID Support</a:t>
          </a:r>
          <a:endParaRPr lang="en-US" dirty="0"/>
        </a:p>
      </dgm:t>
    </dgm:pt>
    <dgm:pt modelId="{3B0559A4-2214-43FB-A467-996D99B3796A}" type="parTrans" cxnId="{D3059CFE-B25C-4D7A-9D61-734AA2BF5ECF}">
      <dgm:prSet/>
      <dgm:spPr/>
      <dgm:t>
        <a:bodyPr/>
        <a:lstStyle/>
        <a:p>
          <a:endParaRPr lang="en-US"/>
        </a:p>
      </dgm:t>
    </dgm:pt>
    <dgm:pt modelId="{A0475566-DC9D-4586-9C5B-22286EF811E4}" type="sibTrans" cxnId="{D3059CFE-B25C-4D7A-9D61-734AA2BF5ECF}">
      <dgm:prSet/>
      <dgm:spPr/>
      <dgm:t>
        <a:bodyPr/>
        <a:lstStyle/>
        <a:p>
          <a:endParaRPr lang="en-US"/>
        </a:p>
      </dgm:t>
    </dgm:pt>
    <dgm:pt modelId="{606E28C9-A250-4E61-A1A8-C10262B2DEC1}">
      <dgm:prSet phldrT="[Text]"/>
      <dgm:spPr/>
      <dgm:t>
        <a:bodyPr/>
        <a:lstStyle/>
        <a:p>
          <a:r>
            <a:rPr lang="en-US" dirty="0" smtClean="0"/>
            <a:t>Screen Customization</a:t>
          </a:r>
          <a:endParaRPr lang="en-US" dirty="0"/>
        </a:p>
      </dgm:t>
    </dgm:pt>
    <dgm:pt modelId="{CB181CBE-D31C-4741-B4B9-45D5FBDAE28B}" type="parTrans" cxnId="{883972AB-DBEB-459F-B85C-4A6DA54EAB19}">
      <dgm:prSet/>
      <dgm:spPr/>
      <dgm:t>
        <a:bodyPr/>
        <a:lstStyle/>
        <a:p>
          <a:endParaRPr lang="en-US"/>
        </a:p>
      </dgm:t>
    </dgm:pt>
    <dgm:pt modelId="{71C4E3FB-79E8-4A4E-9A8D-01D5C8C037AC}" type="sibTrans" cxnId="{883972AB-DBEB-459F-B85C-4A6DA54EAB19}">
      <dgm:prSet/>
      <dgm:spPr/>
      <dgm:t>
        <a:bodyPr/>
        <a:lstStyle/>
        <a:p>
          <a:endParaRPr lang="en-US"/>
        </a:p>
      </dgm:t>
    </dgm:pt>
    <dgm:pt modelId="{7DAD3324-AF0C-4C22-A586-BCA1D512DDD3}">
      <dgm:prSet phldrT="[Text]"/>
      <dgm:spPr/>
      <dgm:t>
        <a:bodyPr/>
        <a:lstStyle/>
        <a:p>
          <a:pPr marL="233363" indent="-233363"/>
          <a:r>
            <a:rPr lang="en-US" dirty="0" smtClean="0"/>
            <a:t>Enabling seamless sign-in/sign-up user experience</a:t>
          </a:r>
          <a:endParaRPr lang="en-US" dirty="0"/>
        </a:p>
      </dgm:t>
    </dgm:pt>
    <dgm:pt modelId="{0F8A3A5C-3CE6-4E96-AB60-418993AEAF2D}" type="parTrans" cxnId="{B9D49408-19FB-4E43-BBDB-C5248B444CE2}">
      <dgm:prSet/>
      <dgm:spPr/>
      <dgm:t>
        <a:bodyPr/>
        <a:lstStyle/>
        <a:p>
          <a:endParaRPr lang="en-US"/>
        </a:p>
      </dgm:t>
    </dgm:pt>
    <dgm:pt modelId="{CEB8B49B-5D0E-41AF-B0B1-939692B82871}" type="sibTrans" cxnId="{B9D49408-19FB-4E43-BBDB-C5248B444CE2}">
      <dgm:prSet/>
      <dgm:spPr/>
      <dgm:t>
        <a:bodyPr/>
        <a:lstStyle/>
        <a:p>
          <a:endParaRPr lang="en-US"/>
        </a:p>
      </dgm:t>
    </dgm:pt>
    <dgm:pt modelId="{A7FB43D0-8FEB-46CC-A6A9-71A280235BCD}">
      <dgm:prSet phldrT="[Text]"/>
      <dgm:spPr/>
      <dgm:t>
        <a:bodyPr/>
        <a:lstStyle/>
        <a:p>
          <a:r>
            <a:rPr lang="en-US" dirty="0" smtClean="0"/>
            <a:t>Client Authentication</a:t>
          </a:r>
          <a:endParaRPr lang="en-US" dirty="0"/>
        </a:p>
      </dgm:t>
    </dgm:pt>
    <dgm:pt modelId="{68C85153-927A-458D-B2F0-E347F452F4C6}" type="parTrans" cxnId="{0869CDB5-A8D6-407A-85B4-C07B80B78543}">
      <dgm:prSet/>
      <dgm:spPr/>
      <dgm:t>
        <a:bodyPr/>
        <a:lstStyle/>
        <a:p>
          <a:endParaRPr lang="en-US"/>
        </a:p>
      </dgm:t>
    </dgm:pt>
    <dgm:pt modelId="{EA0BC2B7-114A-45B7-A23A-C91737EAAB9F}" type="sibTrans" cxnId="{0869CDB5-A8D6-407A-85B4-C07B80B78543}">
      <dgm:prSet/>
      <dgm:spPr/>
      <dgm:t>
        <a:bodyPr/>
        <a:lstStyle/>
        <a:p>
          <a:endParaRPr lang="en-US"/>
        </a:p>
      </dgm:t>
    </dgm:pt>
    <dgm:pt modelId="{DEBFAC98-2117-4D73-B0ED-7AE8B146F717}">
      <dgm:prSet phldrT="[Text]"/>
      <dgm:spPr/>
      <dgm:t>
        <a:bodyPr/>
        <a:lstStyle/>
        <a:p>
          <a:pPr marL="233363" indent="-233363"/>
          <a:r>
            <a:rPr lang="en-US" dirty="0" smtClean="0"/>
            <a:t>Enabling Software + Services applications</a:t>
          </a:r>
          <a:endParaRPr lang="en-US" dirty="0"/>
        </a:p>
      </dgm:t>
    </dgm:pt>
    <dgm:pt modelId="{3A23C408-7BDE-4649-BA73-AD6457C45652}" type="parTrans" cxnId="{D15A1276-32EB-4E85-B2E8-C7602762DB56}">
      <dgm:prSet/>
      <dgm:spPr/>
      <dgm:t>
        <a:bodyPr/>
        <a:lstStyle/>
        <a:p>
          <a:endParaRPr lang="en-US"/>
        </a:p>
      </dgm:t>
    </dgm:pt>
    <dgm:pt modelId="{8F85E759-2B48-4EE9-A4AC-4DDA2DFA4B55}" type="sibTrans" cxnId="{D15A1276-32EB-4E85-B2E8-C7602762DB56}">
      <dgm:prSet/>
      <dgm:spPr/>
      <dgm:t>
        <a:bodyPr/>
        <a:lstStyle/>
        <a:p>
          <a:endParaRPr lang="en-US"/>
        </a:p>
      </dgm:t>
    </dgm:pt>
    <dgm:pt modelId="{030F1B4F-A790-41A3-8AD0-8B78C2D614BB}">
      <dgm:prSet phldrT="[Text]"/>
      <dgm:spPr/>
      <dgm:t>
        <a:bodyPr/>
        <a:lstStyle/>
        <a:p>
          <a:r>
            <a:rPr lang="en-US" dirty="0" smtClean="0"/>
            <a:t>Identity Integration</a:t>
          </a:r>
          <a:endParaRPr lang="en-US" dirty="0"/>
        </a:p>
      </dgm:t>
    </dgm:pt>
    <dgm:pt modelId="{9FC59D2B-6422-46A4-BBA0-5D686911FA95}" type="parTrans" cxnId="{CB842530-8345-4DD4-B58B-2C83D7605709}">
      <dgm:prSet/>
      <dgm:spPr/>
      <dgm:t>
        <a:bodyPr/>
        <a:lstStyle/>
        <a:p>
          <a:endParaRPr lang="en-US"/>
        </a:p>
      </dgm:t>
    </dgm:pt>
    <dgm:pt modelId="{859E9ED1-4920-4320-9BBB-34CFCA5E65CE}" type="sibTrans" cxnId="{CB842530-8345-4DD4-B58B-2C83D7605709}">
      <dgm:prSet/>
      <dgm:spPr/>
      <dgm:t>
        <a:bodyPr/>
        <a:lstStyle/>
        <a:p>
          <a:endParaRPr lang="en-US"/>
        </a:p>
      </dgm:t>
    </dgm:pt>
    <dgm:pt modelId="{0EF89F12-99AB-4218-A32F-3BE2110B59D9}">
      <dgm:prSet phldrT="[Text]"/>
      <dgm:spPr/>
      <dgm:t>
        <a:bodyPr/>
        <a:lstStyle/>
        <a:p>
          <a:pPr marL="233363" indent="-233363"/>
          <a:r>
            <a:rPr lang="en-US" dirty="0" smtClean="0"/>
            <a:t>Easing the “identity pain gap”</a:t>
          </a:r>
          <a:endParaRPr lang="en-US" dirty="0"/>
        </a:p>
      </dgm:t>
    </dgm:pt>
    <dgm:pt modelId="{D56D513B-B0FE-4273-A37D-426CAF2A96D1}" type="parTrans" cxnId="{077169DD-E171-4C82-A114-4B99C6D890C1}">
      <dgm:prSet/>
      <dgm:spPr/>
      <dgm:t>
        <a:bodyPr/>
        <a:lstStyle/>
        <a:p>
          <a:endParaRPr lang="en-US"/>
        </a:p>
      </dgm:t>
    </dgm:pt>
    <dgm:pt modelId="{25D25EA1-8B41-48D3-855C-E3A5C0DD71B5}" type="sibTrans" cxnId="{077169DD-E171-4C82-A114-4B99C6D890C1}">
      <dgm:prSet/>
      <dgm:spPr/>
      <dgm:t>
        <a:bodyPr/>
        <a:lstStyle/>
        <a:p>
          <a:endParaRPr lang="en-US"/>
        </a:p>
      </dgm:t>
    </dgm:pt>
    <dgm:pt modelId="{C068733A-D381-424C-B60F-71C19F498698}" type="pres">
      <dgm:prSet presAssocID="{F81EAA79-7E77-4075-ACFB-263315D3F40E}" presName="Name0" presStyleCnt="0">
        <dgm:presLayoutVars>
          <dgm:dir/>
          <dgm:animLvl val="lvl"/>
          <dgm:resizeHandles val="exact"/>
        </dgm:presLayoutVars>
      </dgm:prSet>
      <dgm:spPr/>
      <dgm:t>
        <a:bodyPr/>
        <a:lstStyle/>
        <a:p>
          <a:endParaRPr lang="en-US"/>
        </a:p>
      </dgm:t>
    </dgm:pt>
    <dgm:pt modelId="{0B6E2E6A-303D-48B4-AD66-B75360DD78C3}" type="pres">
      <dgm:prSet presAssocID="{030F1B4F-A790-41A3-8AD0-8B78C2D614BB}" presName="linNode" presStyleCnt="0"/>
      <dgm:spPr/>
      <dgm:t>
        <a:bodyPr/>
        <a:lstStyle/>
        <a:p>
          <a:endParaRPr lang="en-US"/>
        </a:p>
      </dgm:t>
    </dgm:pt>
    <dgm:pt modelId="{416C6A1F-84D6-4C9F-8DFE-12DA0467FC47}" type="pres">
      <dgm:prSet presAssocID="{030F1B4F-A790-41A3-8AD0-8B78C2D614BB}" presName="parentText" presStyleLbl="node1" presStyleIdx="0" presStyleCnt="7">
        <dgm:presLayoutVars>
          <dgm:chMax val="1"/>
          <dgm:bulletEnabled val="1"/>
        </dgm:presLayoutVars>
      </dgm:prSet>
      <dgm:spPr/>
      <dgm:t>
        <a:bodyPr/>
        <a:lstStyle/>
        <a:p>
          <a:endParaRPr lang="en-US"/>
        </a:p>
      </dgm:t>
    </dgm:pt>
    <dgm:pt modelId="{376D2F38-AACB-4331-ABDD-731000CAC814}" type="pres">
      <dgm:prSet presAssocID="{030F1B4F-A790-41A3-8AD0-8B78C2D614BB}" presName="descendantText" presStyleLbl="alignAccFollowNode1" presStyleIdx="0" presStyleCnt="7">
        <dgm:presLayoutVars>
          <dgm:bulletEnabled val="1"/>
        </dgm:presLayoutVars>
      </dgm:prSet>
      <dgm:spPr/>
      <dgm:t>
        <a:bodyPr/>
        <a:lstStyle/>
        <a:p>
          <a:endParaRPr lang="en-US"/>
        </a:p>
      </dgm:t>
    </dgm:pt>
    <dgm:pt modelId="{0AD4A9E4-1E6C-487A-AC94-00BE1C76F192}" type="pres">
      <dgm:prSet presAssocID="{859E9ED1-4920-4320-9BBB-34CFCA5E65CE}" presName="sp" presStyleCnt="0"/>
      <dgm:spPr/>
      <dgm:t>
        <a:bodyPr/>
        <a:lstStyle/>
        <a:p>
          <a:endParaRPr lang="en-US"/>
        </a:p>
      </dgm:t>
    </dgm:pt>
    <dgm:pt modelId="{0DE7611F-4A36-4C80-BC57-9A187EE92E8F}" type="pres">
      <dgm:prSet presAssocID="{F729E611-D9B6-4FA7-930C-88B06812BFFD}" presName="linNode" presStyleCnt="0"/>
      <dgm:spPr/>
      <dgm:t>
        <a:bodyPr/>
        <a:lstStyle/>
        <a:p>
          <a:endParaRPr lang="en-US"/>
        </a:p>
      </dgm:t>
    </dgm:pt>
    <dgm:pt modelId="{46BA0816-D9A8-4602-8F62-E6A826B1E103}" type="pres">
      <dgm:prSet presAssocID="{F729E611-D9B6-4FA7-930C-88B06812BFFD}" presName="parentText" presStyleLbl="node1" presStyleIdx="1" presStyleCnt="7">
        <dgm:presLayoutVars>
          <dgm:chMax val="1"/>
          <dgm:bulletEnabled val="1"/>
        </dgm:presLayoutVars>
      </dgm:prSet>
      <dgm:spPr/>
      <dgm:t>
        <a:bodyPr/>
        <a:lstStyle/>
        <a:p>
          <a:endParaRPr lang="en-US"/>
        </a:p>
      </dgm:t>
    </dgm:pt>
    <dgm:pt modelId="{1E2B0394-2248-4BC2-A6F2-18D563AF2C16}" type="pres">
      <dgm:prSet presAssocID="{F729E611-D9B6-4FA7-930C-88B06812BFFD}" presName="descendantText" presStyleLbl="alignAccFollowNode1" presStyleIdx="1" presStyleCnt="7">
        <dgm:presLayoutVars>
          <dgm:bulletEnabled val="1"/>
        </dgm:presLayoutVars>
      </dgm:prSet>
      <dgm:spPr/>
      <dgm:t>
        <a:bodyPr/>
        <a:lstStyle/>
        <a:p>
          <a:endParaRPr lang="en-US"/>
        </a:p>
      </dgm:t>
    </dgm:pt>
    <dgm:pt modelId="{AD00B2B1-D8E2-4FC1-AC64-90EDBA275E21}" type="pres">
      <dgm:prSet presAssocID="{87DA24E9-D836-4692-A211-3F200725858E}" presName="sp" presStyleCnt="0"/>
      <dgm:spPr/>
      <dgm:t>
        <a:bodyPr/>
        <a:lstStyle/>
        <a:p>
          <a:endParaRPr lang="en-US"/>
        </a:p>
      </dgm:t>
    </dgm:pt>
    <dgm:pt modelId="{D639E224-4221-451D-9385-11FBB061AFFF}" type="pres">
      <dgm:prSet presAssocID="{606E28C9-A250-4E61-A1A8-C10262B2DEC1}" presName="linNode" presStyleCnt="0"/>
      <dgm:spPr/>
      <dgm:t>
        <a:bodyPr/>
        <a:lstStyle/>
        <a:p>
          <a:endParaRPr lang="en-US"/>
        </a:p>
      </dgm:t>
    </dgm:pt>
    <dgm:pt modelId="{AD2B5896-E245-4592-B8C7-51C6634A3890}" type="pres">
      <dgm:prSet presAssocID="{606E28C9-A250-4E61-A1A8-C10262B2DEC1}" presName="parentText" presStyleLbl="node1" presStyleIdx="2" presStyleCnt="7">
        <dgm:presLayoutVars>
          <dgm:chMax val="1"/>
          <dgm:bulletEnabled val="1"/>
        </dgm:presLayoutVars>
      </dgm:prSet>
      <dgm:spPr/>
      <dgm:t>
        <a:bodyPr/>
        <a:lstStyle/>
        <a:p>
          <a:endParaRPr lang="en-US"/>
        </a:p>
      </dgm:t>
    </dgm:pt>
    <dgm:pt modelId="{727FE9D5-D607-4DC8-B851-D7F76F8C07ED}" type="pres">
      <dgm:prSet presAssocID="{606E28C9-A250-4E61-A1A8-C10262B2DEC1}" presName="descendantText" presStyleLbl="alignAccFollowNode1" presStyleIdx="2" presStyleCnt="7">
        <dgm:presLayoutVars>
          <dgm:bulletEnabled val="1"/>
        </dgm:presLayoutVars>
      </dgm:prSet>
      <dgm:spPr/>
      <dgm:t>
        <a:bodyPr/>
        <a:lstStyle/>
        <a:p>
          <a:endParaRPr lang="en-US"/>
        </a:p>
      </dgm:t>
    </dgm:pt>
    <dgm:pt modelId="{CD79A8A4-51BF-4461-AF1D-EB57D9E2945F}" type="pres">
      <dgm:prSet presAssocID="{71C4E3FB-79E8-4A4E-9A8D-01D5C8C037AC}" presName="sp" presStyleCnt="0"/>
      <dgm:spPr/>
      <dgm:t>
        <a:bodyPr/>
        <a:lstStyle/>
        <a:p>
          <a:endParaRPr lang="en-US"/>
        </a:p>
      </dgm:t>
    </dgm:pt>
    <dgm:pt modelId="{83CB13F3-9450-413B-8290-E8A095625AC3}" type="pres">
      <dgm:prSet presAssocID="{F04E78D4-0603-4CE7-9F48-5E12B39A12BC}" presName="linNode" presStyleCnt="0"/>
      <dgm:spPr/>
      <dgm:t>
        <a:bodyPr/>
        <a:lstStyle/>
        <a:p>
          <a:endParaRPr lang="en-US"/>
        </a:p>
      </dgm:t>
    </dgm:pt>
    <dgm:pt modelId="{4C2C484F-8A1B-43EE-9E1E-D27FF79AEDE2}" type="pres">
      <dgm:prSet presAssocID="{F04E78D4-0603-4CE7-9F48-5E12B39A12BC}" presName="parentText" presStyleLbl="node1" presStyleIdx="3" presStyleCnt="7">
        <dgm:presLayoutVars>
          <dgm:chMax val="1"/>
          <dgm:bulletEnabled val="1"/>
        </dgm:presLayoutVars>
      </dgm:prSet>
      <dgm:spPr/>
      <dgm:t>
        <a:bodyPr/>
        <a:lstStyle/>
        <a:p>
          <a:endParaRPr lang="en-US"/>
        </a:p>
      </dgm:t>
    </dgm:pt>
    <dgm:pt modelId="{42B6C23D-E3D2-4032-A4FB-A45D8E6B9CA1}" type="pres">
      <dgm:prSet presAssocID="{F04E78D4-0603-4CE7-9F48-5E12B39A12BC}" presName="descendantText" presStyleLbl="alignAccFollowNode1" presStyleIdx="3" presStyleCnt="7">
        <dgm:presLayoutVars>
          <dgm:bulletEnabled val="1"/>
        </dgm:presLayoutVars>
      </dgm:prSet>
      <dgm:spPr/>
      <dgm:t>
        <a:bodyPr/>
        <a:lstStyle/>
        <a:p>
          <a:endParaRPr lang="en-US"/>
        </a:p>
      </dgm:t>
    </dgm:pt>
    <dgm:pt modelId="{ACC178BB-B447-456B-B566-8E09879145DC}" type="pres">
      <dgm:prSet presAssocID="{63EC87D3-6AED-4667-96F8-C94781D1E35C}" presName="sp" presStyleCnt="0"/>
      <dgm:spPr/>
      <dgm:t>
        <a:bodyPr/>
        <a:lstStyle/>
        <a:p>
          <a:endParaRPr lang="en-US"/>
        </a:p>
      </dgm:t>
    </dgm:pt>
    <dgm:pt modelId="{78F1FE21-DC8A-4F92-9184-F632764DCFE8}" type="pres">
      <dgm:prSet presAssocID="{A7FB43D0-8FEB-46CC-A6A9-71A280235BCD}" presName="linNode" presStyleCnt="0"/>
      <dgm:spPr/>
      <dgm:t>
        <a:bodyPr/>
        <a:lstStyle/>
        <a:p>
          <a:endParaRPr lang="en-US"/>
        </a:p>
      </dgm:t>
    </dgm:pt>
    <dgm:pt modelId="{42B29145-9F00-498C-AF56-C83124F9C3C7}" type="pres">
      <dgm:prSet presAssocID="{A7FB43D0-8FEB-46CC-A6A9-71A280235BCD}" presName="parentText" presStyleLbl="node1" presStyleIdx="4" presStyleCnt="7">
        <dgm:presLayoutVars>
          <dgm:chMax val="1"/>
          <dgm:bulletEnabled val="1"/>
        </dgm:presLayoutVars>
      </dgm:prSet>
      <dgm:spPr/>
      <dgm:t>
        <a:bodyPr/>
        <a:lstStyle/>
        <a:p>
          <a:endParaRPr lang="en-US"/>
        </a:p>
      </dgm:t>
    </dgm:pt>
    <dgm:pt modelId="{C84FE435-462A-42DC-AB11-B0C584389BFA}" type="pres">
      <dgm:prSet presAssocID="{A7FB43D0-8FEB-46CC-A6A9-71A280235BCD}" presName="descendantText" presStyleLbl="alignAccFollowNode1" presStyleIdx="4" presStyleCnt="7">
        <dgm:presLayoutVars>
          <dgm:bulletEnabled val="1"/>
        </dgm:presLayoutVars>
      </dgm:prSet>
      <dgm:spPr/>
      <dgm:t>
        <a:bodyPr/>
        <a:lstStyle/>
        <a:p>
          <a:endParaRPr lang="en-US"/>
        </a:p>
      </dgm:t>
    </dgm:pt>
    <dgm:pt modelId="{89A6E11E-AA56-4790-8AC7-7592A304C1C4}" type="pres">
      <dgm:prSet presAssocID="{EA0BC2B7-114A-45B7-A23A-C91737EAAB9F}" presName="sp" presStyleCnt="0"/>
      <dgm:spPr/>
      <dgm:t>
        <a:bodyPr/>
        <a:lstStyle/>
        <a:p>
          <a:endParaRPr lang="en-US"/>
        </a:p>
      </dgm:t>
    </dgm:pt>
    <dgm:pt modelId="{92FE8B55-FD44-4B28-AFCD-FA46ED1D6EF1}" type="pres">
      <dgm:prSet presAssocID="{E2D7C9D8-39AB-45EF-B68F-29002908893D}" presName="linNode" presStyleCnt="0"/>
      <dgm:spPr/>
      <dgm:t>
        <a:bodyPr/>
        <a:lstStyle/>
        <a:p>
          <a:endParaRPr lang="en-US"/>
        </a:p>
      </dgm:t>
    </dgm:pt>
    <dgm:pt modelId="{CB3E0002-1D54-4E14-8ABB-8EFB9D86D056}" type="pres">
      <dgm:prSet presAssocID="{E2D7C9D8-39AB-45EF-B68F-29002908893D}" presName="parentText" presStyleLbl="node1" presStyleIdx="5" presStyleCnt="7">
        <dgm:presLayoutVars>
          <dgm:chMax val="1"/>
          <dgm:bulletEnabled val="1"/>
        </dgm:presLayoutVars>
      </dgm:prSet>
      <dgm:spPr/>
      <dgm:t>
        <a:bodyPr/>
        <a:lstStyle/>
        <a:p>
          <a:endParaRPr lang="en-US"/>
        </a:p>
      </dgm:t>
    </dgm:pt>
    <dgm:pt modelId="{3BFC76BB-981F-4BAF-8627-922E7CC6D674}" type="pres">
      <dgm:prSet presAssocID="{E2D7C9D8-39AB-45EF-B68F-29002908893D}" presName="descendantText" presStyleLbl="alignAccFollowNode1" presStyleIdx="5" presStyleCnt="7">
        <dgm:presLayoutVars>
          <dgm:bulletEnabled val="1"/>
        </dgm:presLayoutVars>
      </dgm:prSet>
      <dgm:spPr/>
      <dgm:t>
        <a:bodyPr/>
        <a:lstStyle/>
        <a:p>
          <a:endParaRPr lang="en-US"/>
        </a:p>
      </dgm:t>
    </dgm:pt>
    <dgm:pt modelId="{98D4A465-7902-41FA-8CA4-72A4B50C40E2}" type="pres">
      <dgm:prSet presAssocID="{0B022378-06CF-46BC-85CB-EF6304E4C502}" presName="sp" presStyleCnt="0"/>
      <dgm:spPr/>
      <dgm:t>
        <a:bodyPr/>
        <a:lstStyle/>
        <a:p>
          <a:endParaRPr lang="en-US"/>
        </a:p>
      </dgm:t>
    </dgm:pt>
    <dgm:pt modelId="{4DD4A188-307D-4519-8C10-0E846995171D}" type="pres">
      <dgm:prSet presAssocID="{3B630314-C034-47E3-AF38-350A444E32B7}" presName="linNode" presStyleCnt="0"/>
      <dgm:spPr/>
      <dgm:t>
        <a:bodyPr/>
        <a:lstStyle/>
        <a:p>
          <a:endParaRPr lang="en-US"/>
        </a:p>
      </dgm:t>
    </dgm:pt>
    <dgm:pt modelId="{701F19C9-521D-4351-9AAB-F4B96F47BFB5}" type="pres">
      <dgm:prSet presAssocID="{3B630314-C034-47E3-AF38-350A444E32B7}" presName="parentText" presStyleLbl="node1" presStyleIdx="6" presStyleCnt="7">
        <dgm:presLayoutVars>
          <dgm:chMax val="1"/>
          <dgm:bulletEnabled val="1"/>
        </dgm:presLayoutVars>
      </dgm:prSet>
      <dgm:spPr/>
      <dgm:t>
        <a:bodyPr/>
        <a:lstStyle/>
        <a:p>
          <a:endParaRPr lang="en-US"/>
        </a:p>
      </dgm:t>
    </dgm:pt>
    <dgm:pt modelId="{15D5C9AB-1784-45EE-BCB0-D9A03734F847}" type="pres">
      <dgm:prSet presAssocID="{3B630314-C034-47E3-AF38-350A444E32B7}" presName="descendantText" presStyleLbl="alignAccFollowNode1" presStyleIdx="6" presStyleCnt="7">
        <dgm:presLayoutVars>
          <dgm:bulletEnabled val="1"/>
        </dgm:presLayoutVars>
      </dgm:prSet>
      <dgm:spPr/>
      <dgm:t>
        <a:bodyPr/>
        <a:lstStyle/>
        <a:p>
          <a:endParaRPr lang="en-US"/>
        </a:p>
      </dgm:t>
    </dgm:pt>
  </dgm:ptLst>
  <dgm:cxnLst>
    <dgm:cxn modelId="{EA789031-42D1-4FFD-B071-A89656753889}" type="presOf" srcId="{F81EAA79-7E77-4075-ACFB-263315D3F40E}" destId="{C068733A-D381-424C-B60F-71C19F498698}" srcOrd="0" destOrd="0" presId="urn:microsoft.com/office/officeart/2005/8/layout/vList5"/>
    <dgm:cxn modelId="{03B65382-0B9B-4B76-8C37-1ACB18A1F9E2}" srcId="{F81EAA79-7E77-4075-ACFB-263315D3F40E}" destId="{E2D7C9D8-39AB-45EF-B68F-29002908893D}" srcOrd="5" destOrd="0" parTransId="{82069B61-FF88-4A9A-BFC0-D12FF9A04F55}" sibTransId="{0B022378-06CF-46BC-85CB-EF6304E4C502}"/>
    <dgm:cxn modelId="{E1BDAAD4-70C0-4839-8C04-C7731B1E6686}" type="presOf" srcId="{E2D7C9D8-39AB-45EF-B68F-29002908893D}" destId="{CB3E0002-1D54-4E14-8ABB-8EFB9D86D056}" srcOrd="0" destOrd="0" presId="urn:microsoft.com/office/officeart/2005/8/layout/vList5"/>
    <dgm:cxn modelId="{A32A3825-06E9-4050-9866-9AEAEDE63B80}" type="presOf" srcId="{C4E4A340-9A5C-4661-908D-4A1476248F9A}" destId="{3BFC76BB-981F-4BAF-8627-922E7CC6D674}" srcOrd="0" destOrd="0" presId="urn:microsoft.com/office/officeart/2005/8/layout/vList5"/>
    <dgm:cxn modelId="{84BCB694-AB51-458F-8F0A-974A49AD4C3C}" type="presOf" srcId="{456B5F54-EF47-4040-8E27-AACA4EDF2DCF}" destId="{42B6C23D-E3D2-4032-A4FB-A45D8E6B9CA1}" srcOrd="0" destOrd="0" presId="urn:microsoft.com/office/officeart/2005/8/layout/vList5"/>
    <dgm:cxn modelId="{E713926A-7F8F-4E9E-B6CD-FA2EA7AC69E9}" type="presOf" srcId="{7DAD3324-AF0C-4C22-A586-BCA1D512DDD3}" destId="{727FE9D5-D607-4DC8-B851-D7F76F8C07ED}" srcOrd="0" destOrd="0" presId="urn:microsoft.com/office/officeart/2005/8/layout/vList5"/>
    <dgm:cxn modelId="{C02F1943-3886-4022-9353-6EB40E485C79}" srcId="{3B630314-C034-47E3-AF38-350A444E32B7}" destId="{6697ABC7-C095-4FB8-8D68-240A976BC875}" srcOrd="0" destOrd="0" parTransId="{4686521A-D75F-4D8A-BF47-F22E9500E962}" sibTransId="{BDA9AA84-DB32-4BF7-9992-F5EF5CDA0196}"/>
    <dgm:cxn modelId="{6F881C69-692A-4708-98D5-EA4EEE964B42}" type="presOf" srcId="{3B630314-C034-47E3-AF38-350A444E32B7}" destId="{701F19C9-521D-4351-9AAB-F4B96F47BFB5}" srcOrd="0" destOrd="0" presId="urn:microsoft.com/office/officeart/2005/8/layout/vList5"/>
    <dgm:cxn modelId="{0869CDB5-A8D6-407A-85B4-C07B80B78543}" srcId="{F81EAA79-7E77-4075-ACFB-263315D3F40E}" destId="{A7FB43D0-8FEB-46CC-A6A9-71A280235BCD}" srcOrd="4" destOrd="0" parTransId="{68C85153-927A-458D-B2F0-E347F452F4C6}" sibTransId="{EA0BC2B7-114A-45B7-A23A-C91737EAAB9F}"/>
    <dgm:cxn modelId="{28BCA2AE-0A59-476C-A93E-6BE5E759CCBE}" type="presOf" srcId="{A7FB43D0-8FEB-46CC-A6A9-71A280235BCD}" destId="{42B29145-9F00-498C-AF56-C83124F9C3C7}" srcOrd="0" destOrd="0" presId="urn:microsoft.com/office/officeart/2005/8/layout/vList5"/>
    <dgm:cxn modelId="{D15A1276-32EB-4E85-B2E8-C7602762DB56}" srcId="{A7FB43D0-8FEB-46CC-A6A9-71A280235BCD}" destId="{DEBFAC98-2117-4D73-B0ED-7AE8B146F717}" srcOrd="0" destOrd="0" parTransId="{3A23C408-7BDE-4649-BA73-AD6457C45652}" sibTransId="{8F85E759-2B48-4EE9-A4AC-4DDA2DFA4B55}"/>
    <dgm:cxn modelId="{D3059CFE-B25C-4D7A-9D61-734AA2BF5ECF}" srcId="{F81EAA79-7E77-4075-ACFB-263315D3F40E}" destId="{3B630314-C034-47E3-AF38-350A444E32B7}" srcOrd="6" destOrd="0" parTransId="{3B0559A4-2214-43FB-A467-996D99B3796A}" sibTransId="{A0475566-DC9D-4586-9C5B-22286EF811E4}"/>
    <dgm:cxn modelId="{32404888-014F-401F-BB06-97E183BB5A21}" type="presOf" srcId="{F729E611-D9B6-4FA7-930C-88B06812BFFD}" destId="{46BA0816-D9A8-4602-8F62-E6A826B1E103}" srcOrd="0" destOrd="0" presId="urn:microsoft.com/office/officeart/2005/8/layout/vList5"/>
    <dgm:cxn modelId="{8E071556-DC9C-478A-A446-4171233E439C}" srcId="{F81EAA79-7E77-4075-ACFB-263315D3F40E}" destId="{F729E611-D9B6-4FA7-930C-88B06812BFFD}" srcOrd="1" destOrd="0" parTransId="{F2DCFDC4-8A5E-418A-BADD-7C9AB5DB91DF}" sibTransId="{87DA24E9-D836-4692-A211-3F200725858E}"/>
    <dgm:cxn modelId="{B9D49408-19FB-4E43-BBDB-C5248B444CE2}" srcId="{606E28C9-A250-4E61-A1A8-C10262B2DEC1}" destId="{7DAD3324-AF0C-4C22-A586-BCA1D512DDD3}" srcOrd="0" destOrd="0" parTransId="{0F8A3A5C-3CE6-4E96-AB60-418993AEAF2D}" sibTransId="{CEB8B49B-5D0E-41AF-B0B1-939692B82871}"/>
    <dgm:cxn modelId="{E42B20DC-1A92-41E1-9196-66388B3CE8A9}" type="presOf" srcId="{DEBFAC98-2117-4D73-B0ED-7AE8B146F717}" destId="{C84FE435-462A-42DC-AB11-B0C584389BFA}" srcOrd="0" destOrd="0" presId="urn:microsoft.com/office/officeart/2005/8/layout/vList5"/>
    <dgm:cxn modelId="{D4883685-B058-4C06-A117-B6758830BDAD}" srcId="{F04E78D4-0603-4CE7-9F48-5E12B39A12BC}" destId="{456B5F54-EF47-4040-8E27-AACA4EDF2DCF}" srcOrd="0" destOrd="0" parTransId="{E3479CF6-420D-48F4-98CF-AB253AA6A4CE}" sibTransId="{09B928DD-8A94-4B3D-8FD9-E01AE1C5040B}"/>
    <dgm:cxn modelId="{414D3392-48A2-4206-8E7E-4849FAB65DFE}" srcId="{F729E611-D9B6-4FA7-930C-88B06812BFFD}" destId="{641FCD85-09B2-44B5-BE3C-303792C7C5AB}" srcOrd="0" destOrd="0" parTransId="{3168700C-70A7-4985-8FCC-41ABDD3A946F}" sibTransId="{34B8B8DF-710A-4CB5-A39C-90306631870C}"/>
    <dgm:cxn modelId="{CC904ED8-2D06-426C-B2F6-6E5677984AE2}" srcId="{E2D7C9D8-39AB-45EF-B68F-29002908893D}" destId="{C4E4A340-9A5C-4661-908D-4A1476248F9A}" srcOrd="0" destOrd="0" parTransId="{95E57D28-5D76-446B-98B6-1B6295491A96}" sibTransId="{30A1B100-B85C-4F6F-9934-A699D7121AA6}"/>
    <dgm:cxn modelId="{5A8A9785-2A68-46D6-87D9-6B5E7B65C7B2}" type="presOf" srcId="{6697ABC7-C095-4FB8-8D68-240A976BC875}" destId="{15D5C9AB-1784-45EE-BCB0-D9A03734F847}" srcOrd="0" destOrd="0" presId="urn:microsoft.com/office/officeart/2005/8/layout/vList5"/>
    <dgm:cxn modelId="{077169DD-E171-4C82-A114-4B99C6D890C1}" srcId="{030F1B4F-A790-41A3-8AD0-8B78C2D614BB}" destId="{0EF89F12-99AB-4218-A32F-3BE2110B59D9}" srcOrd="0" destOrd="0" parTransId="{D56D513B-B0FE-4273-A37D-426CAF2A96D1}" sibTransId="{25D25EA1-8B41-48D3-855C-E3A5C0DD71B5}"/>
    <dgm:cxn modelId="{7E351F02-0067-4AC3-A8D5-885132E50427}" srcId="{F81EAA79-7E77-4075-ACFB-263315D3F40E}" destId="{F04E78D4-0603-4CE7-9F48-5E12B39A12BC}" srcOrd="3" destOrd="0" parTransId="{235A7A19-6A4F-493F-9598-E60C8938526E}" sibTransId="{63EC87D3-6AED-4667-96F8-C94781D1E35C}"/>
    <dgm:cxn modelId="{883972AB-DBEB-459F-B85C-4A6DA54EAB19}" srcId="{F81EAA79-7E77-4075-ACFB-263315D3F40E}" destId="{606E28C9-A250-4E61-A1A8-C10262B2DEC1}" srcOrd="2" destOrd="0" parTransId="{CB181CBE-D31C-4741-B4B9-45D5FBDAE28B}" sibTransId="{71C4E3FB-79E8-4A4E-9A8D-01D5C8C037AC}"/>
    <dgm:cxn modelId="{CB842530-8345-4DD4-B58B-2C83D7605709}" srcId="{F81EAA79-7E77-4075-ACFB-263315D3F40E}" destId="{030F1B4F-A790-41A3-8AD0-8B78C2D614BB}" srcOrd="0" destOrd="0" parTransId="{9FC59D2B-6422-46A4-BBA0-5D686911FA95}" sibTransId="{859E9ED1-4920-4320-9BBB-34CFCA5E65CE}"/>
    <dgm:cxn modelId="{DB2CB0E8-4655-496E-B4DF-C6C93D8D39A6}" type="presOf" srcId="{0EF89F12-99AB-4218-A32F-3BE2110B59D9}" destId="{376D2F38-AACB-4331-ABDD-731000CAC814}" srcOrd="0" destOrd="0" presId="urn:microsoft.com/office/officeart/2005/8/layout/vList5"/>
    <dgm:cxn modelId="{9525FE96-2CEE-43E4-B49C-2667E9BA561A}" type="presOf" srcId="{030F1B4F-A790-41A3-8AD0-8B78C2D614BB}" destId="{416C6A1F-84D6-4C9F-8DFE-12DA0467FC47}" srcOrd="0" destOrd="0" presId="urn:microsoft.com/office/officeart/2005/8/layout/vList5"/>
    <dgm:cxn modelId="{339655E4-1F1E-4B71-9A4D-48CFC8764C80}" type="presOf" srcId="{F04E78D4-0603-4CE7-9F48-5E12B39A12BC}" destId="{4C2C484F-8A1B-43EE-9E1E-D27FF79AEDE2}" srcOrd="0" destOrd="0" presId="urn:microsoft.com/office/officeart/2005/8/layout/vList5"/>
    <dgm:cxn modelId="{5E151987-49C3-4090-BF54-5C65278319C3}" type="presOf" srcId="{606E28C9-A250-4E61-A1A8-C10262B2DEC1}" destId="{AD2B5896-E245-4592-B8C7-51C6634A3890}" srcOrd="0" destOrd="0" presId="urn:microsoft.com/office/officeart/2005/8/layout/vList5"/>
    <dgm:cxn modelId="{433EF7F4-6FF3-410B-ACAC-4C95DC6BFA8C}" type="presOf" srcId="{641FCD85-09B2-44B5-BE3C-303792C7C5AB}" destId="{1E2B0394-2248-4BC2-A6F2-18D563AF2C16}" srcOrd="0" destOrd="0" presId="urn:microsoft.com/office/officeart/2005/8/layout/vList5"/>
    <dgm:cxn modelId="{99C03BF9-F6D3-4A7C-8F1E-35A533C11C0C}" type="presParOf" srcId="{C068733A-D381-424C-B60F-71C19F498698}" destId="{0B6E2E6A-303D-48B4-AD66-B75360DD78C3}" srcOrd="0" destOrd="0" presId="urn:microsoft.com/office/officeart/2005/8/layout/vList5"/>
    <dgm:cxn modelId="{23CA1591-B172-433D-8B70-1802C367AD7C}" type="presParOf" srcId="{0B6E2E6A-303D-48B4-AD66-B75360DD78C3}" destId="{416C6A1F-84D6-4C9F-8DFE-12DA0467FC47}" srcOrd="0" destOrd="0" presId="urn:microsoft.com/office/officeart/2005/8/layout/vList5"/>
    <dgm:cxn modelId="{76880238-D843-4E80-AB7F-832057566521}" type="presParOf" srcId="{0B6E2E6A-303D-48B4-AD66-B75360DD78C3}" destId="{376D2F38-AACB-4331-ABDD-731000CAC814}" srcOrd="1" destOrd="0" presId="urn:microsoft.com/office/officeart/2005/8/layout/vList5"/>
    <dgm:cxn modelId="{AEAAB8A2-CC31-4AB1-A525-237191BB9E84}" type="presParOf" srcId="{C068733A-D381-424C-B60F-71C19F498698}" destId="{0AD4A9E4-1E6C-487A-AC94-00BE1C76F192}" srcOrd="1" destOrd="0" presId="urn:microsoft.com/office/officeart/2005/8/layout/vList5"/>
    <dgm:cxn modelId="{6602C51F-F183-43B1-AD32-848BA2270BDF}" type="presParOf" srcId="{C068733A-D381-424C-B60F-71C19F498698}" destId="{0DE7611F-4A36-4C80-BC57-9A187EE92E8F}" srcOrd="2" destOrd="0" presId="urn:microsoft.com/office/officeart/2005/8/layout/vList5"/>
    <dgm:cxn modelId="{AFFDA22F-E687-447D-ACE9-FC1279DC94D2}" type="presParOf" srcId="{0DE7611F-4A36-4C80-BC57-9A187EE92E8F}" destId="{46BA0816-D9A8-4602-8F62-E6A826B1E103}" srcOrd="0" destOrd="0" presId="urn:microsoft.com/office/officeart/2005/8/layout/vList5"/>
    <dgm:cxn modelId="{492B9CC7-7614-4220-8020-7C5FF6169B49}" type="presParOf" srcId="{0DE7611F-4A36-4C80-BC57-9A187EE92E8F}" destId="{1E2B0394-2248-4BC2-A6F2-18D563AF2C16}" srcOrd="1" destOrd="0" presId="urn:microsoft.com/office/officeart/2005/8/layout/vList5"/>
    <dgm:cxn modelId="{7BFA2B34-30D3-4D72-8DAA-5FFFCB339EBA}" type="presParOf" srcId="{C068733A-D381-424C-B60F-71C19F498698}" destId="{AD00B2B1-D8E2-4FC1-AC64-90EDBA275E21}" srcOrd="3" destOrd="0" presId="urn:microsoft.com/office/officeart/2005/8/layout/vList5"/>
    <dgm:cxn modelId="{1EC0E14F-6FF1-45C3-BED8-3179D4F08BA3}" type="presParOf" srcId="{C068733A-D381-424C-B60F-71C19F498698}" destId="{D639E224-4221-451D-9385-11FBB061AFFF}" srcOrd="4" destOrd="0" presId="urn:microsoft.com/office/officeart/2005/8/layout/vList5"/>
    <dgm:cxn modelId="{47A9190F-34D1-45CC-9DE7-8E6B1BB6AD18}" type="presParOf" srcId="{D639E224-4221-451D-9385-11FBB061AFFF}" destId="{AD2B5896-E245-4592-B8C7-51C6634A3890}" srcOrd="0" destOrd="0" presId="urn:microsoft.com/office/officeart/2005/8/layout/vList5"/>
    <dgm:cxn modelId="{12F2BC4A-C9EE-49C5-8D26-A76F31ED717D}" type="presParOf" srcId="{D639E224-4221-451D-9385-11FBB061AFFF}" destId="{727FE9D5-D607-4DC8-B851-D7F76F8C07ED}" srcOrd="1" destOrd="0" presId="urn:microsoft.com/office/officeart/2005/8/layout/vList5"/>
    <dgm:cxn modelId="{C92A230E-21A1-4679-A53F-BC9BED5207CF}" type="presParOf" srcId="{C068733A-D381-424C-B60F-71C19F498698}" destId="{CD79A8A4-51BF-4461-AF1D-EB57D9E2945F}" srcOrd="5" destOrd="0" presId="urn:microsoft.com/office/officeart/2005/8/layout/vList5"/>
    <dgm:cxn modelId="{B9C2C43E-B451-4F91-8CF4-F89D331D7A24}" type="presParOf" srcId="{C068733A-D381-424C-B60F-71C19F498698}" destId="{83CB13F3-9450-413B-8290-E8A095625AC3}" srcOrd="6" destOrd="0" presId="urn:microsoft.com/office/officeart/2005/8/layout/vList5"/>
    <dgm:cxn modelId="{966FBFD3-29BB-4720-9BEF-46994ACEB691}" type="presParOf" srcId="{83CB13F3-9450-413B-8290-E8A095625AC3}" destId="{4C2C484F-8A1B-43EE-9E1E-D27FF79AEDE2}" srcOrd="0" destOrd="0" presId="urn:microsoft.com/office/officeart/2005/8/layout/vList5"/>
    <dgm:cxn modelId="{705F493F-3C31-477D-9000-3F0974F60B4E}" type="presParOf" srcId="{83CB13F3-9450-413B-8290-E8A095625AC3}" destId="{42B6C23D-E3D2-4032-A4FB-A45D8E6B9CA1}" srcOrd="1" destOrd="0" presId="urn:microsoft.com/office/officeart/2005/8/layout/vList5"/>
    <dgm:cxn modelId="{77EDD519-C6E7-4C79-B2C2-2901A16D2978}" type="presParOf" srcId="{C068733A-D381-424C-B60F-71C19F498698}" destId="{ACC178BB-B447-456B-B566-8E09879145DC}" srcOrd="7" destOrd="0" presId="urn:microsoft.com/office/officeart/2005/8/layout/vList5"/>
    <dgm:cxn modelId="{2C02BA4D-AA88-4EA9-B52A-8AD8BE87C6EF}" type="presParOf" srcId="{C068733A-D381-424C-B60F-71C19F498698}" destId="{78F1FE21-DC8A-4F92-9184-F632764DCFE8}" srcOrd="8" destOrd="0" presId="urn:microsoft.com/office/officeart/2005/8/layout/vList5"/>
    <dgm:cxn modelId="{D503DF07-1F10-4440-B3B0-DD4CAF7234EB}" type="presParOf" srcId="{78F1FE21-DC8A-4F92-9184-F632764DCFE8}" destId="{42B29145-9F00-498C-AF56-C83124F9C3C7}" srcOrd="0" destOrd="0" presId="urn:microsoft.com/office/officeart/2005/8/layout/vList5"/>
    <dgm:cxn modelId="{2F6E2EB6-DC5C-424D-84BB-3137343732BF}" type="presParOf" srcId="{78F1FE21-DC8A-4F92-9184-F632764DCFE8}" destId="{C84FE435-462A-42DC-AB11-B0C584389BFA}" srcOrd="1" destOrd="0" presId="urn:microsoft.com/office/officeart/2005/8/layout/vList5"/>
    <dgm:cxn modelId="{FBC7DE1A-4E09-48FF-B41D-22EA355E429E}" type="presParOf" srcId="{C068733A-D381-424C-B60F-71C19F498698}" destId="{89A6E11E-AA56-4790-8AC7-7592A304C1C4}" srcOrd="9" destOrd="0" presId="urn:microsoft.com/office/officeart/2005/8/layout/vList5"/>
    <dgm:cxn modelId="{A1D1E9DE-BE7B-4408-9825-ED53C6AAA2AD}" type="presParOf" srcId="{C068733A-D381-424C-B60F-71C19F498698}" destId="{92FE8B55-FD44-4B28-AFCD-FA46ED1D6EF1}" srcOrd="10" destOrd="0" presId="urn:microsoft.com/office/officeart/2005/8/layout/vList5"/>
    <dgm:cxn modelId="{2FB7DBB3-4BA5-4465-A31F-646C44DDEC79}" type="presParOf" srcId="{92FE8B55-FD44-4B28-AFCD-FA46ED1D6EF1}" destId="{CB3E0002-1D54-4E14-8ABB-8EFB9D86D056}" srcOrd="0" destOrd="0" presId="urn:microsoft.com/office/officeart/2005/8/layout/vList5"/>
    <dgm:cxn modelId="{C5347E16-235D-49FF-A55B-530BA51F318D}" type="presParOf" srcId="{92FE8B55-FD44-4B28-AFCD-FA46ED1D6EF1}" destId="{3BFC76BB-981F-4BAF-8627-922E7CC6D674}" srcOrd="1" destOrd="0" presId="urn:microsoft.com/office/officeart/2005/8/layout/vList5"/>
    <dgm:cxn modelId="{D72EFB9A-B452-4B14-8089-709D9557BFB7}" type="presParOf" srcId="{C068733A-D381-424C-B60F-71C19F498698}" destId="{98D4A465-7902-41FA-8CA4-72A4B50C40E2}" srcOrd="11" destOrd="0" presId="urn:microsoft.com/office/officeart/2005/8/layout/vList5"/>
    <dgm:cxn modelId="{CCB3FE57-E8B3-482E-9D0F-3DBAE4B46E1A}" type="presParOf" srcId="{C068733A-D381-424C-B60F-71C19F498698}" destId="{4DD4A188-307D-4519-8C10-0E846995171D}" srcOrd="12" destOrd="0" presId="urn:microsoft.com/office/officeart/2005/8/layout/vList5"/>
    <dgm:cxn modelId="{E5C5D8A3-FEB5-4857-9CF1-2ED39B1F28A1}" type="presParOf" srcId="{4DD4A188-307D-4519-8C10-0E846995171D}" destId="{701F19C9-521D-4351-9AAB-F4B96F47BFB5}" srcOrd="0" destOrd="0" presId="urn:microsoft.com/office/officeart/2005/8/layout/vList5"/>
    <dgm:cxn modelId="{25A10E52-5C11-4D95-B468-0E5CAF67864A}" type="presParOf" srcId="{4DD4A188-307D-4519-8C10-0E846995171D}" destId="{15D5C9AB-1784-45EE-BCB0-D9A03734F847}" srcOrd="1" destOrd="0" presId="urn:microsoft.com/office/officeart/2005/8/layout/vList5"/>
  </dgm:cxnLst>
  <dgm:bg/>
  <dgm:whole/>
</dgm:dataModel>
</file>

<file path=ppt/diagrams/data4.xml><?xml version="1.0" encoding="utf-8"?>
<dgm:dataModel xmlns:dgm="http://schemas.openxmlformats.org/drawingml/2006/diagram" xmlns:a="http://schemas.openxmlformats.org/drawingml/2006/main">
  <dgm:ptLst>
    <dgm:pt modelId="{BBADD8A8-799C-41AC-873C-A6F8CA4D81FC}" type="doc">
      <dgm:prSet loTypeId="urn:microsoft.com/office/officeart/2005/8/layout/list1" loCatId="list" qsTypeId="urn:microsoft.com/office/officeart/2005/8/quickstyle/simple1" qsCatId="simple" csTypeId="urn:microsoft.com/office/officeart/2005/8/colors/accent3_4" csCatId="accent3" phldr="1"/>
      <dgm:spPr/>
      <dgm:t>
        <a:bodyPr/>
        <a:lstStyle/>
        <a:p>
          <a:endParaRPr lang="en-US"/>
        </a:p>
      </dgm:t>
    </dgm:pt>
    <dgm:pt modelId="{138B1D93-609C-4358-A30D-EEA727655B88}">
      <dgm:prSet phldrT="[Text]" custT="1"/>
      <dgm:spPr/>
      <dgm:t>
        <a:bodyPr/>
        <a:lstStyle/>
        <a:p>
          <a:pPr marL="233363" indent="-233363"/>
          <a:r>
            <a:rPr lang="en-US" sz="1400" dirty="0" smtClean="0"/>
            <a:t>Security is our top priority!</a:t>
          </a:r>
          <a:endParaRPr lang="en-US" sz="1400" dirty="0"/>
        </a:p>
      </dgm:t>
    </dgm:pt>
    <dgm:pt modelId="{71841282-F594-4DAC-B976-8FDD598C4241}" type="parTrans" cxnId="{92B4F1BE-EF19-4C29-9370-61D2B92E804C}">
      <dgm:prSet/>
      <dgm:spPr/>
      <dgm:t>
        <a:bodyPr/>
        <a:lstStyle/>
        <a:p>
          <a:endParaRPr lang="en-US"/>
        </a:p>
      </dgm:t>
    </dgm:pt>
    <dgm:pt modelId="{1FFCD8BD-CD40-41C6-A295-245156AC6425}" type="sibTrans" cxnId="{92B4F1BE-EF19-4C29-9370-61D2B92E804C}">
      <dgm:prSet/>
      <dgm:spPr/>
      <dgm:t>
        <a:bodyPr/>
        <a:lstStyle/>
        <a:p>
          <a:endParaRPr lang="en-US"/>
        </a:p>
      </dgm:t>
    </dgm:pt>
    <dgm:pt modelId="{9B01D009-7664-4511-87AD-C51420045F97}">
      <dgm:prSet phldrT="[Text]" custT="1">
        <dgm:style>
          <a:lnRef idx="0">
            <a:schemeClr val="accent5"/>
          </a:lnRef>
          <a:fillRef idx="3">
            <a:schemeClr val="accent5"/>
          </a:fillRef>
          <a:effectRef idx="3">
            <a:schemeClr val="accent5"/>
          </a:effectRef>
          <a:fontRef idx="minor">
            <a:schemeClr val="lt1"/>
          </a:fontRef>
        </dgm:style>
      </dgm:prSet>
      <dgm:spPr/>
      <dgm:t>
        <a:bodyPr/>
        <a:lstStyle/>
        <a:p>
          <a:r>
            <a:rPr lang="en-US" sz="1800" dirty="0" smtClean="0"/>
            <a:t>Core Principles</a:t>
          </a:r>
          <a:endParaRPr lang="en-US" sz="1800" dirty="0"/>
        </a:p>
      </dgm:t>
    </dgm:pt>
    <dgm:pt modelId="{20ED5B94-C602-4378-9E33-5D0859220F81}" type="parTrans" cxnId="{C8A6FD5B-7A7B-4687-BB10-9EBE53246352}">
      <dgm:prSet/>
      <dgm:spPr/>
      <dgm:t>
        <a:bodyPr/>
        <a:lstStyle/>
        <a:p>
          <a:endParaRPr lang="en-US"/>
        </a:p>
      </dgm:t>
    </dgm:pt>
    <dgm:pt modelId="{429855D0-B3D6-4FC4-A655-CDA55AF5500E}" type="sibTrans" cxnId="{C8A6FD5B-7A7B-4687-BB10-9EBE53246352}">
      <dgm:prSet/>
      <dgm:spPr/>
      <dgm:t>
        <a:bodyPr/>
        <a:lstStyle/>
        <a:p>
          <a:endParaRPr lang="en-US"/>
        </a:p>
      </dgm:t>
    </dgm:pt>
    <dgm:pt modelId="{473142D0-F599-4C80-8F31-38AA24DF31E8}">
      <dgm:prSet phldrT="[Text]" custT="1"/>
      <dgm:spPr/>
      <dgm:t>
        <a:bodyPr/>
        <a:lstStyle/>
        <a:p>
          <a:pPr marL="233363" indent="-233363"/>
          <a:r>
            <a:rPr lang="en-US" sz="1400" dirty="0" smtClean="0"/>
            <a:t>Federation-friendly</a:t>
          </a:r>
          <a:endParaRPr lang="en-US" sz="1400" dirty="0"/>
        </a:p>
      </dgm:t>
    </dgm:pt>
    <dgm:pt modelId="{6A5CC436-707A-432A-874D-A28ED10D05FC}" type="parTrans" cxnId="{36F81F3A-D294-4570-BD38-AEB7667679D8}">
      <dgm:prSet/>
      <dgm:spPr/>
      <dgm:t>
        <a:bodyPr/>
        <a:lstStyle/>
        <a:p>
          <a:endParaRPr lang="en-US"/>
        </a:p>
      </dgm:t>
    </dgm:pt>
    <dgm:pt modelId="{C527CACD-5432-4A75-9731-7E62CDA60472}" type="sibTrans" cxnId="{36F81F3A-D294-4570-BD38-AEB7667679D8}">
      <dgm:prSet/>
      <dgm:spPr/>
      <dgm:t>
        <a:bodyPr/>
        <a:lstStyle/>
        <a:p>
          <a:endParaRPr lang="en-US"/>
        </a:p>
      </dgm:t>
    </dgm:pt>
    <dgm:pt modelId="{2502E5F9-7BC1-4916-8B7A-B0BD678A8AE9}">
      <dgm:prSet phldrT="[Text]" custT="1"/>
      <dgm:spPr/>
      <dgm:t>
        <a:bodyPr/>
        <a:lstStyle/>
        <a:p>
          <a:pPr marL="233363" indent="-233363"/>
          <a:r>
            <a:rPr lang="en-US" sz="1400" dirty="0" smtClean="0"/>
            <a:t>Ease of use</a:t>
          </a:r>
          <a:endParaRPr lang="en-US" sz="1400" dirty="0"/>
        </a:p>
      </dgm:t>
    </dgm:pt>
    <dgm:pt modelId="{6D0D5072-BCB5-4CDB-8AB3-D8EF370983A0}" type="parTrans" cxnId="{0C435135-9779-462F-A690-472ED5118ABA}">
      <dgm:prSet/>
      <dgm:spPr/>
      <dgm:t>
        <a:bodyPr/>
        <a:lstStyle/>
        <a:p>
          <a:endParaRPr lang="en-US"/>
        </a:p>
      </dgm:t>
    </dgm:pt>
    <dgm:pt modelId="{5A153D29-9E84-4E6C-8A57-706AC728ED8C}" type="sibTrans" cxnId="{0C435135-9779-462F-A690-472ED5118ABA}">
      <dgm:prSet/>
      <dgm:spPr/>
      <dgm:t>
        <a:bodyPr/>
        <a:lstStyle/>
        <a:p>
          <a:endParaRPr lang="en-US"/>
        </a:p>
      </dgm:t>
    </dgm:pt>
    <dgm:pt modelId="{6C9D2843-E2D8-402A-8C45-8D3FD06CE023}">
      <dgm:prSet phldrT="[Text]" custT="1"/>
      <dgm:spPr/>
      <dgm:t>
        <a:bodyPr/>
        <a:lstStyle/>
        <a:p>
          <a:pPr marL="233363" indent="-233363"/>
          <a:r>
            <a:rPr lang="en-US" sz="1400" dirty="0" smtClean="0"/>
            <a:t>Rich functionality</a:t>
          </a:r>
          <a:endParaRPr lang="en-US" sz="1400" dirty="0"/>
        </a:p>
      </dgm:t>
    </dgm:pt>
    <dgm:pt modelId="{A6FD09D7-0503-4CD7-98F7-C792C1A26C1F}" type="parTrans" cxnId="{D6E547F8-9440-4A60-A7AE-0C97ACC81A3A}">
      <dgm:prSet/>
      <dgm:spPr/>
      <dgm:t>
        <a:bodyPr/>
        <a:lstStyle/>
        <a:p>
          <a:endParaRPr lang="en-US"/>
        </a:p>
      </dgm:t>
    </dgm:pt>
    <dgm:pt modelId="{7D5342DE-DB66-46AA-A3AF-362D814512B0}" type="sibTrans" cxnId="{D6E547F8-9440-4A60-A7AE-0C97ACC81A3A}">
      <dgm:prSet/>
      <dgm:spPr/>
      <dgm:t>
        <a:bodyPr/>
        <a:lstStyle/>
        <a:p>
          <a:endParaRPr lang="en-US"/>
        </a:p>
      </dgm:t>
    </dgm:pt>
    <dgm:pt modelId="{47CDD169-38B6-4448-AEBF-69F0995A7105}">
      <dgm:prSet phldrT="[Text]" custT="1"/>
      <dgm:spPr/>
      <dgm:t>
        <a:bodyPr/>
        <a:lstStyle/>
        <a:p>
          <a:pPr marL="233363" indent="-233363"/>
          <a:r>
            <a:rPr lang="en-US" sz="1400" dirty="0" smtClean="0"/>
            <a:t>Open and Standards-based</a:t>
          </a:r>
          <a:endParaRPr lang="en-US" sz="1400" dirty="0"/>
        </a:p>
      </dgm:t>
    </dgm:pt>
    <dgm:pt modelId="{9B69B49A-41EF-436D-B69C-FDC17422EC20}" type="parTrans" cxnId="{EAF646AE-3772-4D01-9850-C15E0E13B51A}">
      <dgm:prSet/>
      <dgm:spPr/>
      <dgm:t>
        <a:bodyPr/>
        <a:lstStyle/>
        <a:p>
          <a:endParaRPr lang="en-US"/>
        </a:p>
      </dgm:t>
    </dgm:pt>
    <dgm:pt modelId="{DCB652AF-CB26-4475-A383-07B6EA7A7649}" type="sibTrans" cxnId="{EAF646AE-3772-4D01-9850-C15E0E13B51A}">
      <dgm:prSet/>
      <dgm:spPr/>
      <dgm:t>
        <a:bodyPr/>
        <a:lstStyle/>
        <a:p>
          <a:endParaRPr lang="en-US"/>
        </a:p>
      </dgm:t>
    </dgm:pt>
    <dgm:pt modelId="{E4228B90-BE2E-4AF1-BDAE-BDD65B9921D9}">
      <dgm:prSet phldrT="[Text]" custT="1"/>
      <dgm:spPr/>
      <dgm:t>
        <a:bodyPr/>
        <a:lstStyle/>
        <a:p>
          <a:pPr marL="233363" indent="-233363"/>
          <a:r>
            <a:rPr lang="en-US" sz="1400" dirty="0" smtClean="0"/>
            <a:t>Personal + Business</a:t>
          </a:r>
          <a:endParaRPr lang="en-US" sz="1400" dirty="0"/>
        </a:p>
      </dgm:t>
    </dgm:pt>
    <dgm:pt modelId="{EF8F2EC8-22E6-484A-A9EF-3E65C9B47536}" type="parTrans" cxnId="{D6569E74-A43A-416D-879D-253E586DA1FB}">
      <dgm:prSet/>
      <dgm:spPr/>
      <dgm:t>
        <a:bodyPr/>
        <a:lstStyle/>
        <a:p>
          <a:endParaRPr lang="en-US"/>
        </a:p>
      </dgm:t>
    </dgm:pt>
    <dgm:pt modelId="{F99723A4-ECCB-452B-BF78-DD34651FB600}" type="sibTrans" cxnId="{D6569E74-A43A-416D-879D-253E586DA1FB}">
      <dgm:prSet/>
      <dgm:spPr/>
      <dgm:t>
        <a:bodyPr/>
        <a:lstStyle/>
        <a:p>
          <a:endParaRPr lang="en-US"/>
        </a:p>
      </dgm:t>
    </dgm:pt>
    <dgm:pt modelId="{F0339894-AEC5-4B86-BF3B-E4FDA0F0070B}" type="pres">
      <dgm:prSet presAssocID="{BBADD8A8-799C-41AC-873C-A6F8CA4D81FC}" presName="linear" presStyleCnt="0">
        <dgm:presLayoutVars>
          <dgm:dir/>
          <dgm:animLvl val="lvl"/>
          <dgm:resizeHandles val="exact"/>
        </dgm:presLayoutVars>
      </dgm:prSet>
      <dgm:spPr/>
      <dgm:t>
        <a:bodyPr/>
        <a:lstStyle/>
        <a:p>
          <a:endParaRPr lang="en-US"/>
        </a:p>
      </dgm:t>
    </dgm:pt>
    <dgm:pt modelId="{870F8658-53AC-4CF9-B86D-189207312C1C}" type="pres">
      <dgm:prSet presAssocID="{9B01D009-7664-4511-87AD-C51420045F97}" presName="parentLin" presStyleCnt="0"/>
      <dgm:spPr/>
      <dgm:t>
        <a:bodyPr/>
        <a:lstStyle/>
        <a:p>
          <a:endParaRPr lang="en-US"/>
        </a:p>
      </dgm:t>
    </dgm:pt>
    <dgm:pt modelId="{B3A51A09-EBBD-4230-BE99-2A1F3947325B}" type="pres">
      <dgm:prSet presAssocID="{9B01D009-7664-4511-87AD-C51420045F97}" presName="parentLeftMargin" presStyleLbl="node1" presStyleIdx="0" presStyleCnt="1"/>
      <dgm:spPr/>
      <dgm:t>
        <a:bodyPr/>
        <a:lstStyle/>
        <a:p>
          <a:endParaRPr lang="en-US"/>
        </a:p>
      </dgm:t>
    </dgm:pt>
    <dgm:pt modelId="{5599DF25-DBD5-4857-8BE3-F61625FC71A4}" type="pres">
      <dgm:prSet presAssocID="{9B01D009-7664-4511-87AD-C51420045F97}" presName="parentText" presStyleLbl="node1" presStyleIdx="0" presStyleCnt="1" custScaleX="123245" custScaleY="100717">
        <dgm:presLayoutVars>
          <dgm:chMax val="0"/>
          <dgm:bulletEnabled val="1"/>
        </dgm:presLayoutVars>
      </dgm:prSet>
      <dgm:spPr/>
      <dgm:t>
        <a:bodyPr/>
        <a:lstStyle/>
        <a:p>
          <a:endParaRPr lang="en-US"/>
        </a:p>
      </dgm:t>
    </dgm:pt>
    <dgm:pt modelId="{0280FAA3-5142-4164-9244-3EE0A7A789FD}" type="pres">
      <dgm:prSet presAssocID="{9B01D009-7664-4511-87AD-C51420045F97}" presName="negativeSpace" presStyleCnt="0"/>
      <dgm:spPr/>
      <dgm:t>
        <a:bodyPr/>
        <a:lstStyle/>
        <a:p>
          <a:endParaRPr lang="en-US"/>
        </a:p>
      </dgm:t>
    </dgm:pt>
    <dgm:pt modelId="{C317BC51-83B4-481D-8137-71939BDF3C2A}" type="pres">
      <dgm:prSet presAssocID="{9B01D009-7664-4511-87AD-C51420045F97}" presName="childText" presStyleLbl="conFgAcc1" presStyleIdx="0" presStyleCnt="1" custLinFactNeighborX="375">
        <dgm:presLayoutVars>
          <dgm:bulletEnabled val="1"/>
        </dgm:presLayoutVars>
      </dgm:prSet>
      <dgm:spPr/>
      <dgm:t>
        <a:bodyPr/>
        <a:lstStyle/>
        <a:p>
          <a:endParaRPr lang="en-US"/>
        </a:p>
      </dgm:t>
    </dgm:pt>
  </dgm:ptLst>
  <dgm:cxnLst>
    <dgm:cxn modelId="{36F81F3A-D294-4570-BD38-AEB7667679D8}" srcId="{9B01D009-7664-4511-87AD-C51420045F97}" destId="{473142D0-F599-4C80-8F31-38AA24DF31E8}" srcOrd="4" destOrd="0" parTransId="{6A5CC436-707A-432A-874D-A28ED10D05FC}" sibTransId="{C527CACD-5432-4A75-9731-7E62CDA60472}"/>
    <dgm:cxn modelId="{CF275540-296A-4A09-B1D4-AFC765CC95FC}" type="presOf" srcId="{9B01D009-7664-4511-87AD-C51420045F97}" destId="{B3A51A09-EBBD-4230-BE99-2A1F3947325B}" srcOrd="0" destOrd="0" presId="urn:microsoft.com/office/officeart/2005/8/layout/list1"/>
    <dgm:cxn modelId="{0C435135-9779-462F-A690-472ED5118ABA}" srcId="{9B01D009-7664-4511-87AD-C51420045F97}" destId="{2502E5F9-7BC1-4916-8B7A-B0BD678A8AE9}" srcOrd="0" destOrd="0" parTransId="{6D0D5072-BCB5-4CDB-8AB3-D8EF370983A0}" sibTransId="{5A153D29-9E84-4E6C-8A57-706AC728ED8C}"/>
    <dgm:cxn modelId="{68D67338-A6B2-49EF-9756-D9D64827A98D}" type="presOf" srcId="{473142D0-F599-4C80-8F31-38AA24DF31E8}" destId="{C317BC51-83B4-481D-8137-71939BDF3C2A}" srcOrd="0" destOrd="4" presId="urn:microsoft.com/office/officeart/2005/8/layout/list1"/>
    <dgm:cxn modelId="{D81D171F-7A5E-4340-9603-6DD96BF9B083}" type="presOf" srcId="{138B1D93-609C-4358-A30D-EEA727655B88}" destId="{C317BC51-83B4-481D-8137-71939BDF3C2A}" srcOrd="0" destOrd="5" presId="urn:microsoft.com/office/officeart/2005/8/layout/list1"/>
    <dgm:cxn modelId="{4C71C590-A616-4C29-B9A1-389ACFFAF724}" type="presOf" srcId="{2502E5F9-7BC1-4916-8B7A-B0BD678A8AE9}" destId="{C317BC51-83B4-481D-8137-71939BDF3C2A}" srcOrd="0" destOrd="0" presId="urn:microsoft.com/office/officeart/2005/8/layout/list1"/>
    <dgm:cxn modelId="{D6569E74-A43A-416D-879D-253E586DA1FB}" srcId="{9B01D009-7664-4511-87AD-C51420045F97}" destId="{E4228B90-BE2E-4AF1-BDAE-BDD65B9921D9}" srcOrd="3" destOrd="0" parTransId="{EF8F2EC8-22E6-484A-A9EF-3E65C9B47536}" sibTransId="{F99723A4-ECCB-452B-BF78-DD34651FB600}"/>
    <dgm:cxn modelId="{7C7014AD-EE75-478D-94E2-48CA9051813E}" type="presOf" srcId="{47CDD169-38B6-4448-AEBF-69F0995A7105}" destId="{C317BC51-83B4-481D-8137-71939BDF3C2A}" srcOrd="0" destOrd="2" presId="urn:microsoft.com/office/officeart/2005/8/layout/list1"/>
    <dgm:cxn modelId="{8313B70A-6167-4D14-9D64-D65419865AEC}" type="presOf" srcId="{BBADD8A8-799C-41AC-873C-A6F8CA4D81FC}" destId="{F0339894-AEC5-4B86-BF3B-E4FDA0F0070B}" srcOrd="0" destOrd="0" presId="urn:microsoft.com/office/officeart/2005/8/layout/list1"/>
    <dgm:cxn modelId="{92B4F1BE-EF19-4C29-9370-61D2B92E804C}" srcId="{9B01D009-7664-4511-87AD-C51420045F97}" destId="{138B1D93-609C-4358-A30D-EEA727655B88}" srcOrd="5" destOrd="0" parTransId="{71841282-F594-4DAC-B976-8FDD598C4241}" sibTransId="{1FFCD8BD-CD40-41C6-A295-245156AC6425}"/>
    <dgm:cxn modelId="{697733A4-894F-4740-9B18-CBFF62FA3E3C}" type="presOf" srcId="{9B01D009-7664-4511-87AD-C51420045F97}" destId="{5599DF25-DBD5-4857-8BE3-F61625FC71A4}" srcOrd="1" destOrd="0" presId="urn:microsoft.com/office/officeart/2005/8/layout/list1"/>
    <dgm:cxn modelId="{EAF646AE-3772-4D01-9850-C15E0E13B51A}" srcId="{9B01D009-7664-4511-87AD-C51420045F97}" destId="{47CDD169-38B6-4448-AEBF-69F0995A7105}" srcOrd="2" destOrd="0" parTransId="{9B69B49A-41EF-436D-B69C-FDC17422EC20}" sibTransId="{DCB652AF-CB26-4475-A383-07B6EA7A7649}"/>
    <dgm:cxn modelId="{C8A6FD5B-7A7B-4687-BB10-9EBE53246352}" srcId="{BBADD8A8-799C-41AC-873C-A6F8CA4D81FC}" destId="{9B01D009-7664-4511-87AD-C51420045F97}" srcOrd="0" destOrd="0" parTransId="{20ED5B94-C602-4378-9E33-5D0859220F81}" sibTransId="{429855D0-B3D6-4FC4-A655-CDA55AF5500E}"/>
    <dgm:cxn modelId="{B7E7B206-15BC-4B45-9C15-7FEC05B729A0}" type="presOf" srcId="{6C9D2843-E2D8-402A-8C45-8D3FD06CE023}" destId="{C317BC51-83B4-481D-8137-71939BDF3C2A}" srcOrd="0" destOrd="1" presId="urn:microsoft.com/office/officeart/2005/8/layout/list1"/>
    <dgm:cxn modelId="{D6E547F8-9440-4A60-A7AE-0C97ACC81A3A}" srcId="{9B01D009-7664-4511-87AD-C51420045F97}" destId="{6C9D2843-E2D8-402A-8C45-8D3FD06CE023}" srcOrd="1" destOrd="0" parTransId="{A6FD09D7-0503-4CD7-98F7-C792C1A26C1F}" sibTransId="{7D5342DE-DB66-46AA-A3AF-362D814512B0}"/>
    <dgm:cxn modelId="{2D93B939-D9B4-483E-8105-B9EAA784A4E3}" type="presOf" srcId="{E4228B90-BE2E-4AF1-BDAE-BDD65B9921D9}" destId="{C317BC51-83B4-481D-8137-71939BDF3C2A}" srcOrd="0" destOrd="3" presId="urn:microsoft.com/office/officeart/2005/8/layout/list1"/>
    <dgm:cxn modelId="{1BA37316-0248-4515-AF14-D44246C80782}" type="presParOf" srcId="{F0339894-AEC5-4B86-BF3B-E4FDA0F0070B}" destId="{870F8658-53AC-4CF9-B86D-189207312C1C}" srcOrd="0" destOrd="0" presId="urn:microsoft.com/office/officeart/2005/8/layout/list1"/>
    <dgm:cxn modelId="{5411719F-BACC-4176-AB9F-C4C9F51F1E92}" type="presParOf" srcId="{870F8658-53AC-4CF9-B86D-189207312C1C}" destId="{B3A51A09-EBBD-4230-BE99-2A1F3947325B}" srcOrd="0" destOrd="0" presId="urn:microsoft.com/office/officeart/2005/8/layout/list1"/>
    <dgm:cxn modelId="{E6492323-0670-481F-8044-D4154748BDE9}" type="presParOf" srcId="{870F8658-53AC-4CF9-B86D-189207312C1C}" destId="{5599DF25-DBD5-4857-8BE3-F61625FC71A4}" srcOrd="1" destOrd="0" presId="urn:microsoft.com/office/officeart/2005/8/layout/list1"/>
    <dgm:cxn modelId="{31ABF005-C41A-4AA6-A364-2E39C155B111}" type="presParOf" srcId="{F0339894-AEC5-4B86-BF3B-E4FDA0F0070B}" destId="{0280FAA3-5142-4164-9244-3EE0A7A789FD}" srcOrd="1" destOrd="0" presId="urn:microsoft.com/office/officeart/2005/8/layout/list1"/>
    <dgm:cxn modelId="{AF1923BA-29B9-4583-9DEB-75E3B8E38B23}" type="presParOf" srcId="{F0339894-AEC5-4B86-BF3B-E4FDA0F0070B}" destId="{C317BC51-83B4-481D-8137-71939BDF3C2A}" srcOrd="2" destOrd="0" presId="urn:microsoft.com/office/officeart/2005/8/layout/list1"/>
  </dgm:cxnLst>
  <dgm:bg/>
  <dgm:whole/>
</dgm:dataModel>
</file>

<file path=ppt/diagrams/data5.xml><?xml version="1.0" encoding="utf-8"?>
<dgm:dataModel xmlns:dgm="http://schemas.openxmlformats.org/drawingml/2006/diagram" xmlns:a="http://schemas.openxmlformats.org/drawingml/2006/main">
  <dgm:ptLst>
    <dgm:pt modelId="{BBADD8A8-799C-41AC-873C-A6F8CA4D81FC}" type="doc">
      <dgm:prSet loTypeId="urn:microsoft.com/office/officeart/2005/8/layout/list1" loCatId="list" qsTypeId="urn:microsoft.com/office/officeart/2005/8/quickstyle/simple4" qsCatId="simple" csTypeId="urn:microsoft.com/office/officeart/2005/8/colors/accent4_5" csCatId="accent4" phldr="1"/>
      <dgm:spPr/>
      <dgm:t>
        <a:bodyPr/>
        <a:lstStyle/>
        <a:p>
          <a:endParaRPr lang="en-US"/>
        </a:p>
      </dgm:t>
    </dgm:pt>
    <dgm:pt modelId="{138B1D93-609C-4358-A30D-EEA727655B88}">
      <dgm:prSet phldrT="[Text]" custT="1"/>
      <dgm:spPr>
        <a:ln w="48006" cmpd="dbl">
          <a:solidFill>
            <a:schemeClr val="accent4"/>
          </a:solidFill>
        </a:ln>
      </dgm:spPr>
      <dgm:t>
        <a:bodyPr/>
        <a:lstStyle/>
        <a:p>
          <a:pPr marL="233363" indent="-233363"/>
          <a:r>
            <a:rPr lang="en-US" sz="1600" dirty="0" smtClean="0"/>
            <a:t>More open integration</a:t>
          </a:r>
          <a:endParaRPr lang="en-US" sz="1600" dirty="0"/>
        </a:p>
      </dgm:t>
    </dgm:pt>
    <dgm:pt modelId="{71841282-F594-4DAC-B976-8FDD598C4241}" type="parTrans" cxnId="{92B4F1BE-EF19-4C29-9370-61D2B92E804C}">
      <dgm:prSet/>
      <dgm:spPr/>
      <dgm:t>
        <a:bodyPr/>
        <a:lstStyle/>
        <a:p>
          <a:endParaRPr lang="en-US"/>
        </a:p>
      </dgm:t>
    </dgm:pt>
    <dgm:pt modelId="{1FFCD8BD-CD40-41C6-A295-245156AC6425}" type="sibTrans" cxnId="{92B4F1BE-EF19-4C29-9370-61D2B92E804C}">
      <dgm:prSet/>
      <dgm:spPr/>
      <dgm:t>
        <a:bodyPr/>
        <a:lstStyle/>
        <a:p>
          <a:endParaRPr lang="en-US"/>
        </a:p>
      </dgm:t>
    </dgm:pt>
    <dgm:pt modelId="{9B01D009-7664-4511-87AD-C51420045F97}">
      <dgm:prSet phldrT="[Text]" custT="1"/>
      <dgm:spPr>
        <a:gradFill rotWithShape="0">
          <a:gsLst>
            <a:gs pos="0">
              <a:schemeClr val="accent4">
                <a:hueOff val="0"/>
                <a:satOff val="0"/>
                <a:lumOff val="0"/>
                <a:shade val="47500"/>
                <a:satMod val="137000"/>
              </a:schemeClr>
            </a:gs>
            <a:gs pos="55000">
              <a:schemeClr val="accent4">
                <a:hueOff val="0"/>
                <a:satOff val="0"/>
                <a:lumOff val="0"/>
                <a:shade val="69000"/>
                <a:satMod val="137000"/>
              </a:schemeClr>
            </a:gs>
            <a:gs pos="100000">
              <a:schemeClr val="accent4">
                <a:hueOff val="0"/>
                <a:satOff val="0"/>
                <a:lumOff val="0"/>
                <a:shade val="98000"/>
                <a:satMod val="137000"/>
              </a:schemeClr>
            </a:gs>
          </a:gsLst>
        </a:gradFill>
      </dgm:spPr>
      <dgm:t>
        <a:bodyPr/>
        <a:lstStyle/>
        <a:p>
          <a:r>
            <a:rPr lang="en-US" sz="1800" dirty="0" smtClean="0"/>
            <a:t>Into the Future</a:t>
          </a:r>
          <a:endParaRPr lang="en-US" sz="1800" dirty="0"/>
        </a:p>
      </dgm:t>
    </dgm:pt>
    <dgm:pt modelId="{20ED5B94-C602-4378-9E33-5D0859220F81}" type="parTrans" cxnId="{C8A6FD5B-7A7B-4687-BB10-9EBE53246352}">
      <dgm:prSet/>
      <dgm:spPr/>
      <dgm:t>
        <a:bodyPr/>
        <a:lstStyle/>
        <a:p>
          <a:endParaRPr lang="en-US"/>
        </a:p>
      </dgm:t>
    </dgm:pt>
    <dgm:pt modelId="{429855D0-B3D6-4FC4-A655-CDA55AF5500E}" type="sibTrans" cxnId="{C8A6FD5B-7A7B-4687-BB10-9EBE53246352}">
      <dgm:prSet/>
      <dgm:spPr/>
      <dgm:t>
        <a:bodyPr/>
        <a:lstStyle/>
        <a:p>
          <a:endParaRPr lang="en-US"/>
        </a:p>
      </dgm:t>
    </dgm:pt>
    <dgm:pt modelId="{2502E5F9-7BC1-4916-8B7A-B0BD678A8AE9}">
      <dgm:prSet phldrT="[Text]" custT="1"/>
      <dgm:spPr>
        <a:ln w="48006" cmpd="dbl">
          <a:solidFill>
            <a:schemeClr val="accent4"/>
          </a:solidFill>
        </a:ln>
      </dgm:spPr>
      <dgm:t>
        <a:bodyPr/>
        <a:lstStyle/>
        <a:p>
          <a:pPr marL="233363" indent="-233363"/>
          <a:r>
            <a:rPr lang="en-US" sz="1600" dirty="0" smtClean="0"/>
            <a:t>More ease of use – for users and developers</a:t>
          </a:r>
          <a:endParaRPr lang="en-US" sz="1600" dirty="0"/>
        </a:p>
      </dgm:t>
    </dgm:pt>
    <dgm:pt modelId="{6D0D5072-BCB5-4CDB-8AB3-D8EF370983A0}" type="parTrans" cxnId="{0C435135-9779-462F-A690-472ED5118ABA}">
      <dgm:prSet/>
      <dgm:spPr/>
      <dgm:t>
        <a:bodyPr/>
        <a:lstStyle/>
        <a:p>
          <a:endParaRPr lang="en-US"/>
        </a:p>
      </dgm:t>
    </dgm:pt>
    <dgm:pt modelId="{5A153D29-9E84-4E6C-8A57-706AC728ED8C}" type="sibTrans" cxnId="{0C435135-9779-462F-A690-472ED5118ABA}">
      <dgm:prSet/>
      <dgm:spPr/>
      <dgm:t>
        <a:bodyPr/>
        <a:lstStyle/>
        <a:p>
          <a:endParaRPr lang="en-US"/>
        </a:p>
      </dgm:t>
    </dgm:pt>
    <dgm:pt modelId="{396665AE-A3F1-4EEE-9B9E-1188C228168E}">
      <dgm:prSet phldrT="[Text]" custT="1"/>
      <dgm:spPr>
        <a:ln w="48006" cmpd="dbl">
          <a:solidFill>
            <a:schemeClr val="accent4"/>
          </a:solidFill>
        </a:ln>
      </dgm:spPr>
      <dgm:t>
        <a:bodyPr/>
        <a:lstStyle/>
        <a:p>
          <a:pPr marL="233363" indent="-233363"/>
          <a:r>
            <a:rPr lang="en-US" sz="1600" dirty="0" smtClean="0"/>
            <a:t>More standards</a:t>
          </a:r>
          <a:endParaRPr lang="en-US" sz="1600" dirty="0"/>
        </a:p>
      </dgm:t>
    </dgm:pt>
    <dgm:pt modelId="{CEFE28C4-61B1-4031-9D2C-51FD08300390}" type="parTrans" cxnId="{52C2C826-1F3F-497B-A99E-7F99AC0F4525}">
      <dgm:prSet/>
      <dgm:spPr/>
      <dgm:t>
        <a:bodyPr/>
        <a:lstStyle/>
        <a:p>
          <a:endParaRPr lang="en-US"/>
        </a:p>
      </dgm:t>
    </dgm:pt>
    <dgm:pt modelId="{02D7C3BC-4C34-4A4F-B738-E5C83EBC76C6}" type="sibTrans" cxnId="{52C2C826-1F3F-497B-A99E-7F99AC0F4525}">
      <dgm:prSet/>
      <dgm:spPr/>
      <dgm:t>
        <a:bodyPr/>
        <a:lstStyle/>
        <a:p>
          <a:endParaRPr lang="en-US"/>
        </a:p>
      </dgm:t>
    </dgm:pt>
    <dgm:pt modelId="{39A95125-33A5-49D8-B9A2-EC49D8807ADB}">
      <dgm:prSet phldrT="[Text]" custT="1"/>
      <dgm:spPr>
        <a:ln w="48006" cmpd="dbl">
          <a:solidFill>
            <a:schemeClr val="accent4"/>
          </a:solidFill>
        </a:ln>
      </dgm:spPr>
      <dgm:t>
        <a:bodyPr/>
        <a:lstStyle/>
        <a:p>
          <a:pPr marL="233363" indent="-233363"/>
          <a:r>
            <a:rPr lang="en-US" sz="1600" dirty="0" smtClean="0"/>
            <a:t>Never let up </a:t>
          </a:r>
          <a:br>
            <a:rPr lang="en-US" sz="1600" dirty="0" smtClean="0"/>
          </a:br>
          <a:r>
            <a:rPr lang="en-US" sz="1600" dirty="0" smtClean="0"/>
            <a:t>on security!</a:t>
          </a:r>
          <a:endParaRPr lang="en-US" sz="1600" dirty="0"/>
        </a:p>
      </dgm:t>
    </dgm:pt>
    <dgm:pt modelId="{C6B3FF3D-0C74-4260-A883-85C9D0D255DC}" type="parTrans" cxnId="{D62E21DA-C89B-45D6-97A2-58B853C9760E}">
      <dgm:prSet/>
      <dgm:spPr/>
      <dgm:t>
        <a:bodyPr/>
        <a:lstStyle/>
        <a:p>
          <a:endParaRPr lang="en-US"/>
        </a:p>
      </dgm:t>
    </dgm:pt>
    <dgm:pt modelId="{20521BDE-0D74-4961-9DBD-4D2A4F0FC975}" type="sibTrans" cxnId="{D62E21DA-C89B-45D6-97A2-58B853C9760E}">
      <dgm:prSet/>
      <dgm:spPr/>
      <dgm:t>
        <a:bodyPr/>
        <a:lstStyle/>
        <a:p>
          <a:endParaRPr lang="en-US"/>
        </a:p>
      </dgm:t>
    </dgm:pt>
    <dgm:pt modelId="{F0339894-AEC5-4B86-BF3B-E4FDA0F0070B}" type="pres">
      <dgm:prSet presAssocID="{BBADD8A8-799C-41AC-873C-A6F8CA4D81FC}" presName="linear" presStyleCnt="0">
        <dgm:presLayoutVars>
          <dgm:dir/>
          <dgm:animLvl val="lvl"/>
          <dgm:resizeHandles val="exact"/>
        </dgm:presLayoutVars>
      </dgm:prSet>
      <dgm:spPr/>
      <dgm:t>
        <a:bodyPr/>
        <a:lstStyle/>
        <a:p>
          <a:endParaRPr lang="en-US"/>
        </a:p>
      </dgm:t>
    </dgm:pt>
    <dgm:pt modelId="{870F8658-53AC-4CF9-B86D-189207312C1C}" type="pres">
      <dgm:prSet presAssocID="{9B01D009-7664-4511-87AD-C51420045F97}" presName="parentLin" presStyleCnt="0"/>
      <dgm:spPr/>
      <dgm:t>
        <a:bodyPr/>
        <a:lstStyle/>
        <a:p>
          <a:endParaRPr lang="en-US"/>
        </a:p>
      </dgm:t>
    </dgm:pt>
    <dgm:pt modelId="{B3A51A09-EBBD-4230-BE99-2A1F3947325B}" type="pres">
      <dgm:prSet presAssocID="{9B01D009-7664-4511-87AD-C51420045F97}" presName="parentLeftMargin" presStyleLbl="node1" presStyleIdx="0" presStyleCnt="1"/>
      <dgm:spPr/>
      <dgm:t>
        <a:bodyPr/>
        <a:lstStyle/>
        <a:p>
          <a:endParaRPr lang="en-US"/>
        </a:p>
      </dgm:t>
    </dgm:pt>
    <dgm:pt modelId="{5599DF25-DBD5-4857-8BE3-F61625FC71A4}" type="pres">
      <dgm:prSet presAssocID="{9B01D009-7664-4511-87AD-C51420045F97}" presName="parentText" presStyleLbl="node1" presStyleIdx="0" presStyleCnt="1" custScaleX="127963" custScaleY="97561">
        <dgm:presLayoutVars>
          <dgm:chMax val="0"/>
          <dgm:bulletEnabled val="1"/>
        </dgm:presLayoutVars>
      </dgm:prSet>
      <dgm:spPr/>
      <dgm:t>
        <a:bodyPr/>
        <a:lstStyle/>
        <a:p>
          <a:endParaRPr lang="en-US"/>
        </a:p>
      </dgm:t>
    </dgm:pt>
    <dgm:pt modelId="{0280FAA3-5142-4164-9244-3EE0A7A789FD}" type="pres">
      <dgm:prSet presAssocID="{9B01D009-7664-4511-87AD-C51420045F97}" presName="negativeSpace" presStyleCnt="0"/>
      <dgm:spPr/>
      <dgm:t>
        <a:bodyPr/>
        <a:lstStyle/>
        <a:p>
          <a:endParaRPr lang="en-US"/>
        </a:p>
      </dgm:t>
    </dgm:pt>
    <dgm:pt modelId="{C317BC51-83B4-481D-8137-71939BDF3C2A}" type="pres">
      <dgm:prSet presAssocID="{9B01D009-7664-4511-87AD-C51420045F97}" presName="childText" presStyleLbl="conFgAcc1" presStyleIdx="0" presStyleCnt="1" custLinFactNeighborX="-405">
        <dgm:presLayoutVars>
          <dgm:bulletEnabled val="1"/>
        </dgm:presLayoutVars>
      </dgm:prSet>
      <dgm:spPr/>
      <dgm:t>
        <a:bodyPr/>
        <a:lstStyle/>
        <a:p>
          <a:endParaRPr lang="en-US"/>
        </a:p>
      </dgm:t>
    </dgm:pt>
  </dgm:ptLst>
  <dgm:cxnLst>
    <dgm:cxn modelId="{018A9D64-0536-4E7E-B2D7-8565F064CD65}" type="presOf" srcId="{138B1D93-609C-4358-A30D-EEA727655B88}" destId="{C317BC51-83B4-481D-8137-71939BDF3C2A}" srcOrd="0" destOrd="2" presId="urn:microsoft.com/office/officeart/2005/8/layout/list1"/>
    <dgm:cxn modelId="{D62E21DA-C89B-45D6-97A2-58B853C9760E}" srcId="{9B01D009-7664-4511-87AD-C51420045F97}" destId="{39A95125-33A5-49D8-B9A2-EC49D8807ADB}" srcOrd="3" destOrd="0" parTransId="{C6B3FF3D-0C74-4260-A883-85C9D0D255DC}" sibTransId="{20521BDE-0D74-4961-9DBD-4D2A4F0FC975}"/>
    <dgm:cxn modelId="{562BEA29-D740-4B4C-9092-D1A009EB420F}" type="presOf" srcId="{9B01D009-7664-4511-87AD-C51420045F97}" destId="{5599DF25-DBD5-4857-8BE3-F61625FC71A4}" srcOrd="1" destOrd="0" presId="urn:microsoft.com/office/officeart/2005/8/layout/list1"/>
    <dgm:cxn modelId="{7F3CC0F1-39EB-43E2-BC7C-64B6859D39D2}" type="presOf" srcId="{396665AE-A3F1-4EEE-9B9E-1188C228168E}" destId="{C317BC51-83B4-481D-8137-71939BDF3C2A}" srcOrd="0" destOrd="1" presId="urn:microsoft.com/office/officeart/2005/8/layout/list1"/>
    <dgm:cxn modelId="{0C435135-9779-462F-A690-472ED5118ABA}" srcId="{9B01D009-7664-4511-87AD-C51420045F97}" destId="{2502E5F9-7BC1-4916-8B7A-B0BD678A8AE9}" srcOrd="0" destOrd="0" parTransId="{6D0D5072-BCB5-4CDB-8AB3-D8EF370983A0}" sibTransId="{5A153D29-9E84-4E6C-8A57-706AC728ED8C}"/>
    <dgm:cxn modelId="{8D38B16E-95AF-404B-982F-151A9B002589}" type="presOf" srcId="{9B01D009-7664-4511-87AD-C51420045F97}" destId="{B3A51A09-EBBD-4230-BE99-2A1F3947325B}" srcOrd="0" destOrd="0" presId="urn:microsoft.com/office/officeart/2005/8/layout/list1"/>
    <dgm:cxn modelId="{92B4F1BE-EF19-4C29-9370-61D2B92E804C}" srcId="{9B01D009-7664-4511-87AD-C51420045F97}" destId="{138B1D93-609C-4358-A30D-EEA727655B88}" srcOrd="2" destOrd="0" parTransId="{71841282-F594-4DAC-B976-8FDD598C4241}" sibTransId="{1FFCD8BD-CD40-41C6-A295-245156AC6425}"/>
    <dgm:cxn modelId="{C8A6FD5B-7A7B-4687-BB10-9EBE53246352}" srcId="{BBADD8A8-799C-41AC-873C-A6F8CA4D81FC}" destId="{9B01D009-7664-4511-87AD-C51420045F97}" srcOrd="0" destOrd="0" parTransId="{20ED5B94-C602-4378-9E33-5D0859220F81}" sibTransId="{429855D0-B3D6-4FC4-A655-CDA55AF5500E}"/>
    <dgm:cxn modelId="{AB61AA9F-6766-4446-818C-D589F31B959F}" type="presOf" srcId="{2502E5F9-7BC1-4916-8B7A-B0BD678A8AE9}" destId="{C317BC51-83B4-481D-8137-71939BDF3C2A}" srcOrd="0" destOrd="0" presId="urn:microsoft.com/office/officeart/2005/8/layout/list1"/>
    <dgm:cxn modelId="{E94812E2-891A-4FB7-BFA6-9EA16B2789F4}" type="presOf" srcId="{BBADD8A8-799C-41AC-873C-A6F8CA4D81FC}" destId="{F0339894-AEC5-4B86-BF3B-E4FDA0F0070B}" srcOrd="0" destOrd="0" presId="urn:microsoft.com/office/officeart/2005/8/layout/list1"/>
    <dgm:cxn modelId="{52C2C826-1F3F-497B-A99E-7F99AC0F4525}" srcId="{9B01D009-7664-4511-87AD-C51420045F97}" destId="{396665AE-A3F1-4EEE-9B9E-1188C228168E}" srcOrd="1" destOrd="0" parTransId="{CEFE28C4-61B1-4031-9D2C-51FD08300390}" sibTransId="{02D7C3BC-4C34-4A4F-B738-E5C83EBC76C6}"/>
    <dgm:cxn modelId="{BFCBC81C-2E06-43EB-A9EC-FF002A8B579C}" type="presOf" srcId="{39A95125-33A5-49D8-B9A2-EC49D8807ADB}" destId="{C317BC51-83B4-481D-8137-71939BDF3C2A}" srcOrd="0" destOrd="3" presId="urn:microsoft.com/office/officeart/2005/8/layout/list1"/>
    <dgm:cxn modelId="{2011ACBA-D1A7-46C2-B63E-CACD5BFA24FA}" type="presParOf" srcId="{F0339894-AEC5-4B86-BF3B-E4FDA0F0070B}" destId="{870F8658-53AC-4CF9-B86D-189207312C1C}" srcOrd="0" destOrd="0" presId="urn:microsoft.com/office/officeart/2005/8/layout/list1"/>
    <dgm:cxn modelId="{6A1ECFFE-2136-4143-8E87-A34080F9F601}" type="presParOf" srcId="{870F8658-53AC-4CF9-B86D-189207312C1C}" destId="{B3A51A09-EBBD-4230-BE99-2A1F3947325B}" srcOrd="0" destOrd="0" presId="urn:microsoft.com/office/officeart/2005/8/layout/list1"/>
    <dgm:cxn modelId="{DB25A08E-088A-405C-8D18-8C169DF29A89}" type="presParOf" srcId="{870F8658-53AC-4CF9-B86D-189207312C1C}" destId="{5599DF25-DBD5-4857-8BE3-F61625FC71A4}" srcOrd="1" destOrd="0" presId="urn:microsoft.com/office/officeart/2005/8/layout/list1"/>
    <dgm:cxn modelId="{B7DEED0C-711E-4AC9-B15D-98E349AC0933}" type="presParOf" srcId="{F0339894-AEC5-4B86-BF3B-E4FDA0F0070B}" destId="{0280FAA3-5142-4164-9244-3EE0A7A789FD}" srcOrd="1" destOrd="0" presId="urn:microsoft.com/office/officeart/2005/8/layout/list1"/>
    <dgm:cxn modelId="{3271C13D-9C3E-4DAD-9873-034615C40B03}" type="presParOf" srcId="{F0339894-AEC5-4B86-BF3B-E4FDA0F0070B}" destId="{C317BC51-83B4-481D-8137-71939BDF3C2A}" srcOrd="2" destOrd="0" presId="urn:microsoft.com/office/officeart/2005/8/layout/list1"/>
  </dgm:cxnLst>
  <dgm:bg/>
  <dgm:whole/>
</dgm:dataModel>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r>
              <a:rPr lang="en-US" dirty="0" smtClean="0"/>
              <a:t>PDC 2008</a:t>
            </a:r>
            <a:endParaRPr lang="en-US" dirty="0"/>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1C3F5198-D814-4F07-A84F-942E63C84983}" type="datetimeFigureOut">
              <a:rPr lang="en-US" smtClean="0"/>
              <a:pPr/>
              <a:t>10/28/2008</a:t>
            </a:fld>
            <a:endParaRPr lang="en-US"/>
          </a:p>
        </p:txBody>
      </p:sp>
      <p:sp>
        <p:nvSpPr>
          <p:cNvPr id="4" name="Footer Placeholder 3"/>
          <p:cNvSpPr>
            <a:spLocks noGrp="1"/>
          </p:cNvSpPr>
          <p:nvPr>
            <p:ph type="ftr" sz="quarter" idx="2"/>
          </p:nvPr>
        </p:nvSpPr>
        <p:spPr>
          <a:xfrm>
            <a:off x="0" y="8829967"/>
            <a:ext cx="6387253" cy="464820"/>
          </a:xfrm>
          <a:prstGeom prst="rect">
            <a:avLst/>
          </a:prstGeom>
        </p:spPr>
        <p:txBody>
          <a:bodyPr vert="horz" lIns="93177" tIns="46589" rIns="93177" bIns="46589" rtlCol="0" anchor="b"/>
          <a:lstStyle>
            <a:lvl1pPr algn="l">
              <a:defRPr sz="1200"/>
            </a:lvl1pPr>
          </a:lstStyle>
          <a:p>
            <a:r>
              <a:rPr lang="en-US" sz="500" dirty="0" smtClean="0">
                <a:solidFill>
                  <a:srgbClr val="000000"/>
                </a:solidFill>
              </a:rPr>
              <a:t>© 2008 Microsoft Corporation. All rights reserved. Microsoft, Windows, Windows Vista and other product names are or may be registered trademarks and/or trademarks in the U.S. and/or other countries.</a:t>
            </a:r>
          </a:p>
          <a:p>
            <a:r>
              <a:rPr lang="en-US" sz="500" dirty="0" smtClean="0">
                <a:solidFill>
                  <a:srgbClr val="000000"/>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smtClean="0">
                <a:solidFill>
                  <a:srgbClr val="000000"/>
                </a:solidFill>
              </a:rPr>
            </a:br>
            <a:r>
              <a:rPr lang="en-US" sz="500" dirty="0" smtClean="0">
                <a:solidFill>
                  <a:srgbClr val="000000"/>
                </a:solidFill>
              </a:rPr>
              <a:t>MICROSOFT MAKES NO WARRANTIES, EXPRESS, IMPLIED OR STATUTORY, AS TO THE INFORMATION IN THIS PRESENTATION.</a:t>
            </a:r>
          </a:p>
        </p:txBody>
      </p:sp>
      <p:sp>
        <p:nvSpPr>
          <p:cNvPr id="5" name="Slide Number Placeholder 4"/>
          <p:cNvSpPr>
            <a:spLocks noGrp="1"/>
          </p:cNvSpPr>
          <p:nvPr>
            <p:ph type="sldNum" sz="quarter" idx="3"/>
          </p:nvPr>
        </p:nvSpPr>
        <p:spPr>
          <a:xfrm>
            <a:off x="6387253" y="8829967"/>
            <a:ext cx="621524" cy="464820"/>
          </a:xfrm>
          <a:prstGeom prst="rect">
            <a:avLst/>
          </a:prstGeom>
        </p:spPr>
        <p:txBody>
          <a:bodyPr vert="horz" lIns="93177" tIns="46589" rIns="93177" bIns="46589" rtlCol="0" anchor="b"/>
          <a:lstStyle>
            <a:lvl1pPr algn="r">
              <a:defRPr sz="1200"/>
            </a:lvl1pPr>
          </a:lstStyle>
          <a:p>
            <a:fld id="{8980CB99-47E3-46F4-AAEB-3919FBEFC014}"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r>
              <a:rPr lang="en-US" dirty="0" smtClean="0"/>
              <a:t>PDC 2008</a:t>
            </a:r>
            <a:endParaRPr lang="en-US" dirty="0"/>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7C3FBCD4-166E-446F-AF18-7D4A0CF9AEF6}" type="datetimeFigureOut">
              <a:rPr lang="en-US" smtClean="0"/>
              <a:pPr/>
              <a:t>10/28/2008</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0" y="8829967"/>
            <a:ext cx="6309360" cy="464820"/>
          </a:xfrm>
          <a:prstGeom prst="rect">
            <a:avLst/>
          </a:prstGeom>
        </p:spPr>
        <p:txBody>
          <a:bodyPr vert="horz" lIns="93177" tIns="46589" rIns="93177" bIns="46589" rtlCol="0" anchor="b"/>
          <a:lstStyle>
            <a:lvl1pPr algn="l">
              <a:defRPr sz="400">
                <a:latin typeface="Segoe" pitchFamily="34" charset="0"/>
              </a:defRPr>
            </a:lvl1pPr>
          </a:lstStyle>
          <a:p>
            <a:r>
              <a:rPr lang="en-US" dirty="0" smtClean="0">
                <a:solidFill>
                  <a:srgbClr val="000000"/>
                </a:solidFill>
              </a:rPr>
              <a:t>© 2008 Microsoft Corporation. All rights reserved. Microsoft, Windows, Windows Vista and other product names are or may be registered trademarks and/or trademarks in the U.S. and/or other countries.</a:t>
            </a:r>
          </a:p>
          <a:p>
            <a:r>
              <a:rPr lang="en-US" sz="500" dirty="0" smtClean="0">
                <a:solidFill>
                  <a:srgbClr val="000000"/>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smtClean="0">
                <a:solidFill>
                  <a:srgbClr val="000000"/>
                </a:solidFill>
              </a:rPr>
            </a:br>
            <a:r>
              <a:rPr lang="en-US" sz="500" dirty="0" smtClean="0">
                <a:solidFill>
                  <a:srgbClr val="000000"/>
                </a:solidFill>
              </a:rPr>
              <a:t>MICROSOFT MAKES NO WARRANTIES, EXPRESS, IMPLIED OR STATUTORY, AS TO THE INFORMATION IN THIS PRESENTATION.</a:t>
            </a:r>
          </a:p>
        </p:txBody>
      </p:sp>
      <p:sp>
        <p:nvSpPr>
          <p:cNvPr id="7" name="Slide Number Placeholder 6"/>
          <p:cNvSpPr>
            <a:spLocks noGrp="1"/>
          </p:cNvSpPr>
          <p:nvPr>
            <p:ph type="sldNum" sz="quarter" idx="5"/>
          </p:nvPr>
        </p:nvSpPr>
        <p:spPr>
          <a:xfrm>
            <a:off x="6309359" y="8829967"/>
            <a:ext cx="699418" cy="464820"/>
          </a:xfrm>
          <a:prstGeom prst="rect">
            <a:avLst/>
          </a:prstGeom>
        </p:spPr>
        <p:txBody>
          <a:bodyPr vert="horz" lIns="93177" tIns="46589" rIns="93177" bIns="46589" rtlCol="0" anchor="b"/>
          <a:lstStyle>
            <a:lvl1pPr algn="r">
              <a:defRPr sz="1200"/>
            </a:lvl1pPr>
          </a:lstStyle>
          <a:p>
            <a:fld id="{8B263312-38AA-4E1E-B2B5-0F8F122B24FE}"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363" rtl="0" eaLnBrk="1" latinLnBrk="0" hangingPunct="1">
      <a:lnSpc>
        <a:spcPct val="90000"/>
      </a:lnSpc>
      <a:spcAft>
        <a:spcPts val="333"/>
      </a:spcAft>
      <a:defRPr sz="900" kern="1200">
        <a:solidFill>
          <a:schemeClr val="tx1"/>
        </a:solidFill>
        <a:latin typeface="Segoe" pitchFamily="34" charset="0"/>
        <a:ea typeface="+mn-ea"/>
        <a:cs typeface="+mn-cs"/>
      </a:defRPr>
    </a:lvl1pPr>
    <a:lvl2pPr marL="212981" indent="-105829" algn="l" defTabSz="914363" rtl="0" eaLnBrk="1" latinLnBrk="0" hangingPunct="1">
      <a:lnSpc>
        <a:spcPct val="90000"/>
      </a:lnSpc>
      <a:spcAft>
        <a:spcPts val="333"/>
      </a:spcAft>
      <a:buFont typeface="Arial" pitchFamily="34" charset="0"/>
      <a:buChar char="•"/>
      <a:defRPr sz="900" kern="1200">
        <a:solidFill>
          <a:schemeClr val="tx1"/>
        </a:solidFill>
        <a:latin typeface="Segoe" pitchFamily="34" charset="0"/>
        <a:ea typeface="+mn-ea"/>
        <a:cs typeface="+mn-cs"/>
      </a:defRPr>
    </a:lvl2pPr>
    <a:lvl3pPr marL="328070" indent="-115090" algn="l" defTabSz="914363" rtl="0" eaLnBrk="1" latinLnBrk="0" hangingPunct="1">
      <a:lnSpc>
        <a:spcPct val="90000"/>
      </a:lnSpc>
      <a:spcAft>
        <a:spcPts val="333"/>
      </a:spcAft>
      <a:buFont typeface="Arial" pitchFamily="34" charset="0"/>
      <a:buChar char="•"/>
      <a:defRPr sz="900" kern="1200">
        <a:solidFill>
          <a:schemeClr val="tx1"/>
        </a:solidFill>
        <a:latin typeface="Segoe" pitchFamily="34" charset="0"/>
        <a:ea typeface="+mn-ea"/>
        <a:cs typeface="+mn-cs"/>
      </a:defRPr>
    </a:lvl3pPr>
    <a:lvl4pPr marL="482846" indent="-146838" algn="l" defTabSz="914363" rtl="0" eaLnBrk="1" latinLnBrk="0" hangingPunct="1">
      <a:lnSpc>
        <a:spcPct val="90000"/>
      </a:lnSpc>
      <a:spcAft>
        <a:spcPts val="333"/>
      </a:spcAft>
      <a:buFont typeface="Arial" pitchFamily="34" charset="0"/>
      <a:buChar char="•"/>
      <a:defRPr sz="900" kern="1200">
        <a:solidFill>
          <a:schemeClr val="tx1"/>
        </a:solidFill>
        <a:latin typeface="Segoe" pitchFamily="34" charset="0"/>
        <a:ea typeface="+mn-ea"/>
        <a:cs typeface="+mn-cs"/>
      </a:defRPr>
    </a:lvl4pPr>
    <a:lvl5pPr marL="615132" indent="-115090" algn="l" defTabSz="914363" rtl="0" eaLnBrk="1" latinLnBrk="0" hangingPunct="1">
      <a:lnSpc>
        <a:spcPct val="90000"/>
      </a:lnSpc>
      <a:spcAft>
        <a:spcPts val="333"/>
      </a:spcAft>
      <a:buFont typeface="Arial" pitchFamily="34" charset="0"/>
      <a:buChar char="•"/>
      <a:defRPr sz="900" kern="1200">
        <a:solidFill>
          <a:schemeClr val="tx1"/>
        </a:solidFill>
        <a:latin typeface="Segoe" pitchFamily="34" charset="0"/>
        <a:ea typeface="+mn-ea"/>
        <a:cs typeface="+mn-cs"/>
      </a:defRPr>
    </a:lvl5pPr>
    <a:lvl6pPr marL="2285909" algn="l" defTabSz="914363" rtl="0" eaLnBrk="1" latinLnBrk="0" hangingPunct="1">
      <a:defRPr sz="1200" kern="1200">
        <a:solidFill>
          <a:schemeClr val="tx1"/>
        </a:solidFill>
        <a:latin typeface="+mn-lt"/>
        <a:ea typeface="+mn-ea"/>
        <a:cs typeface="+mn-cs"/>
      </a:defRPr>
    </a:lvl6pPr>
    <a:lvl7pPr marL="2743090" algn="l" defTabSz="914363" rtl="0" eaLnBrk="1" latinLnBrk="0" hangingPunct="1">
      <a:defRPr sz="1200" kern="1200">
        <a:solidFill>
          <a:schemeClr val="tx1"/>
        </a:solidFill>
        <a:latin typeface="+mn-lt"/>
        <a:ea typeface="+mn-ea"/>
        <a:cs typeface="+mn-cs"/>
      </a:defRPr>
    </a:lvl7pPr>
    <a:lvl8pPr marL="3200272" algn="l" defTabSz="914363" rtl="0" eaLnBrk="1" latinLnBrk="0" hangingPunct="1">
      <a:defRPr sz="1200" kern="1200">
        <a:solidFill>
          <a:schemeClr val="tx1"/>
        </a:solidFill>
        <a:latin typeface="+mn-lt"/>
        <a:ea typeface="+mn-ea"/>
        <a:cs typeface="+mn-cs"/>
      </a:defRPr>
    </a:lvl8pPr>
    <a:lvl9pPr marL="3657454" algn="l" defTabSz="914363"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msdn.microsoft.com/en-us/library/bb676640.aspx" TargetMode="External"/><Relationship Id="rId2" Type="http://schemas.openxmlformats.org/officeDocument/2006/relationships/slide" Target="../slides/slide18.xml"/><Relationship Id="rId1" Type="http://schemas.openxmlformats.org/officeDocument/2006/relationships/notesMaster" Target="../notesMasters/notesMaster1.xml"/><Relationship Id="rId4" Type="http://schemas.openxmlformats.org/officeDocument/2006/relationships/hyperlink" Target="http://msdn.microsoft.com/en-us/library/bb676638.aspx" TargetMode="Externa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openid.net/" TargetMode="External"/><Relationship Id="rId2" Type="http://schemas.openxmlformats.org/officeDocument/2006/relationships/slide" Target="../slides/slide32.xml"/><Relationship Id="rId1" Type="http://schemas.openxmlformats.org/officeDocument/2006/relationships/notesMaster" Target="../notesMasters/notesMaster1.xml"/><Relationship Id="rId4" Type="http://schemas.openxmlformats.org/officeDocument/2006/relationships/hyperlink" Target="http://oauth.net/" TargetMode="Externa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10/28/2008 7:27 PM</a:t>
            </a:fld>
            <a:endParaRPr lang="en-US" dirty="0"/>
          </a:p>
        </p:txBody>
      </p:sp>
      <p:sp>
        <p:nvSpPr>
          <p:cNvPr id="6" name="Footer Placeholder 5"/>
          <p:cNvSpPr>
            <a:spLocks noGrp="1"/>
          </p:cNvSpPr>
          <p:nvPr>
            <p:ph type="ftr" sz="quarter" idx="12"/>
          </p:nvPr>
        </p:nvSpPr>
        <p:spPr>
          <a:xfrm>
            <a:off x="0" y="8829967"/>
            <a:ext cx="6309360" cy="464820"/>
          </a:xfrm>
        </p:spPr>
        <p:txBody>
          <a:bodyPr/>
          <a:lstStyle/>
          <a:p>
            <a:r>
              <a:rPr lang="en-US" sz="500" dirty="0" smtClean="0">
                <a:solidFill>
                  <a:srgbClr val="000000"/>
                </a:solidFill>
              </a:rPr>
              <a:t>© 2007 Microsoft Corporation. All rights reserved. Microsoft, Windows, Windows Vista and other product names are or may be registered trademarks and/or trademarks in the U.S. and/or other countries.</a:t>
            </a:r>
          </a:p>
          <a:p>
            <a:r>
              <a:rPr lang="en-US" sz="500" dirty="0" smtClean="0">
                <a:solidFill>
                  <a:srgbClr val="000000"/>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smtClean="0">
                <a:solidFill>
                  <a:srgbClr val="000000"/>
                </a:solidFill>
              </a:rPr>
            </a:br>
            <a:r>
              <a:rPr lang="en-US" sz="500" dirty="0" smtClean="0">
                <a:solidFill>
                  <a:srgbClr val="000000"/>
                </a:solidFill>
              </a:rPr>
              <a:t>MICROSOFT MAKES NO WARRANTIES, EXPRESS, IMPLIED OR STATUTORY, AS TO THE INFORMATION IN THIS PRESENTATION.</a:t>
            </a:r>
          </a:p>
          <a:p>
            <a:endParaRPr lang="en-US" sz="500" dirty="0"/>
          </a:p>
        </p:txBody>
      </p:sp>
      <p:sp>
        <p:nvSpPr>
          <p:cNvPr id="7" name="Slide Number Placeholder 6"/>
          <p:cNvSpPr>
            <a:spLocks noGrp="1"/>
          </p:cNvSpPr>
          <p:nvPr>
            <p:ph type="sldNum" sz="quarter" idx="13"/>
          </p:nvPr>
        </p:nvSpPr>
        <p:spPr>
          <a:xfrm>
            <a:off x="6309359" y="8829967"/>
            <a:ext cx="699418" cy="464820"/>
          </a:xfrm>
        </p:spPr>
        <p:txBody>
          <a:bodyPr/>
          <a:lstStyle/>
          <a:p>
            <a:fld id="{EC87E0CF-87F6-4B58-B8B8-DCAB2DAAF3CA}"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SLIDE FOR EVERY IDENTITY DECK</a:t>
            </a:r>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3600" dirty="0" smtClean="0"/>
              <a:t>Support all services at Microsoft</a:t>
            </a:r>
          </a:p>
          <a:p>
            <a:pPr lvl="1"/>
            <a:r>
              <a:rPr lang="en-US" sz="3200" dirty="0" smtClean="0"/>
              <a:t>Consumer (Live) + Enterprise (Online)</a:t>
            </a:r>
          </a:p>
          <a:p>
            <a:r>
              <a:rPr lang="en-US" sz="3600" dirty="0" smtClean="0"/>
              <a:t>Enable third-party integration too</a:t>
            </a:r>
          </a:p>
          <a:p>
            <a:r>
              <a:rPr lang="en-US" sz="3600" dirty="0" smtClean="0"/>
              <a:t>Federation friendly and ready</a:t>
            </a:r>
          </a:p>
          <a:p>
            <a:r>
              <a:rPr lang="en-US" sz="3600" dirty="0" smtClean="0"/>
              <a:t>Openness + Standards-based</a:t>
            </a:r>
          </a:p>
          <a:p>
            <a:r>
              <a:rPr lang="en-US" sz="3600" dirty="0" smtClean="0"/>
              <a:t>Rich functionality</a:t>
            </a:r>
          </a:p>
          <a:p>
            <a:r>
              <a:rPr lang="en-US" sz="3600" dirty="0" smtClean="0"/>
              <a:t>Ease of use</a:t>
            </a:r>
          </a:p>
          <a:p>
            <a:pPr lvl="1"/>
            <a:r>
              <a:rPr lang="en-US" sz="3200" dirty="0" smtClean="0"/>
              <a:t>For both Developers and Users</a:t>
            </a:r>
          </a:p>
          <a:p>
            <a:r>
              <a:rPr lang="en-US" sz="3600" dirty="0" smtClean="0"/>
              <a:t>Above all – SECURE!</a:t>
            </a:r>
          </a:p>
          <a:p>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4</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B263312-38AA-4E1E-B2B5-0F8F122B24FE}" type="slidenum">
              <a:rPr lang="en-US" smtClean="0"/>
              <a:pPr/>
              <a:t>5</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lgn="l" defTabSz="914363" rtl="0"/>
            <a:endParaRPr lang="en-US" sz="1200" kern="1200" dirty="0">
              <a:solidFill>
                <a:prstClr val="black"/>
              </a:solidFill>
              <a:latin typeface="Calibri"/>
              <a:ea typeface="+mn-ea"/>
              <a:cs typeface="+mn-cs"/>
            </a:endParaRPr>
          </a:p>
        </p:txBody>
      </p:sp>
      <p:sp>
        <p:nvSpPr>
          <p:cNvPr id="5" name="Date Placeholder 4"/>
          <p:cNvSpPr>
            <a:spLocks noGrp="1"/>
          </p:cNvSpPr>
          <p:nvPr>
            <p:ph type="dt" idx="11"/>
          </p:nvPr>
        </p:nvSpPr>
        <p:spPr/>
        <p:txBody>
          <a:bodyPr/>
          <a:lstStyle/>
          <a:p>
            <a:pPr algn="r" defTabSz="914363" rtl="0"/>
            <a:fld id="{81331B57-0BE5-4F82-AA58-76F53EFF3ADA}" type="datetime8">
              <a:rPr lang="en-US" sz="1200" kern="1200">
                <a:solidFill>
                  <a:prstClr val="black"/>
                </a:solidFill>
                <a:latin typeface="Calibri"/>
                <a:ea typeface="+mn-ea"/>
                <a:cs typeface="+mn-cs"/>
              </a:rPr>
              <a:pPr algn="r" defTabSz="914363" rtl="0"/>
              <a:t>10/28/2008 7:27 PM</a:t>
            </a:fld>
            <a:endParaRPr lang="en-US" sz="1200" kern="1200" dirty="0">
              <a:solidFill>
                <a:prstClr val="black"/>
              </a:solidFill>
              <a:latin typeface="Calibri"/>
              <a:ea typeface="+mn-ea"/>
              <a:cs typeface="+mn-cs"/>
            </a:endParaRPr>
          </a:p>
        </p:txBody>
      </p:sp>
      <p:sp>
        <p:nvSpPr>
          <p:cNvPr id="6" name="Footer Placeholder 5"/>
          <p:cNvSpPr>
            <a:spLocks noGrp="1"/>
          </p:cNvSpPr>
          <p:nvPr>
            <p:ph type="ftr" sz="quarter" idx="12"/>
          </p:nvPr>
        </p:nvSpPr>
        <p:spPr/>
        <p:txBody>
          <a:bodyPr/>
          <a:lstStyle/>
          <a:p>
            <a:pPr algn="l" defTabSz="914363" rtl="0"/>
            <a:r>
              <a:rPr lang="en-US" sz="1200" kern="1200" dirty="0">
                <a:solidFill>
                  <a:srgbClr val="000000"/>
                </a:solidFill>
                <a:latin typeface="Calibri"/>
                <a:ea typeface="+mn-ea"/>
                <a:cs typeface="+mn-cs"/>
              </a:rPr>
              <a:t>© 2007 Microsoft Corporation. All rights reserved. Microsoft, Windows, Windows Vista and other product names are or may be registered trademarks and/or trademarks in the U.S. and/or other countries.</a:t>
            </a:r>
          </a:p>
          <a:p>
            <a:pPr algn="l" defTabSz="914363" rtl="0"/>
            <a:r>
              <a:rPr lang="en-US" sz="1200" kern="1200" dirty="0">
                <a:solidFill>
                  <a:srgbClr val="000000"/>
                </a:solidFill>
                <a:latin typeface="Calibri"/>
                <a:ea typeface="+mn-ea"/>
                <a:cs typeface="+mn-cs"/>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1200" kern="1200" dirty="0">
                <a:solidFill>
                  <a:srgbClr val="000000"/>
                </a:solidFill>
                <a:latin typeface="Calibri"/>
                <a:ea typeface="+mn-ea"/>
                <a:cs typeface="+mn-cs"/>
              </a:rPr>
            </a:br>
            <a:r>
              <a:rPr lang="en-US" sz="1200" kern="1200" dirty="0">
                <a:solidFill>
                  <a:srgbClr val="000000"/>
                </a:solidFill>
                <a:latin typeface="Calibri"/>
                <a:ea typeface="+mn-ea"/>
                <a:cs typeface="+mn-cs"/>
              </a:rPr>
              <a:t>MICROSOFT MAKES NO WARRANTIES, EXPRESS, IMPLIED OR STATUTORY, AS TO THE INFORMATION IN THIS PRESENTATION.</a:t>
            </a:r>
          </a:p>
          <a:p>
            <a:pPr algn="l" defTabSz="914363" rtl="0"/>
            <a:endParaRPr lang="en-US" sz="1200" kern="1200" dirty="0">
              <a:solidFill>
                <a:prstClr val="black"/>
              </a:solidFill>
              <a:latin typeface="Calibri"/>
              <a:ea typeface="+mn-ea"/>
              <a:cs typeface="+mn-cs"/>
            </a:endParaRPr>
          </a:p>
        </p:txBody>
      </p:sp>
      <p:sp>
        <p:nvSpPr>
          <p:cNvPr id="7" name="Slide Number Placeholder 6"/>
          <p:cNvSpPr>
            <a:spLocks noGrp="1"/>
          </p:cNvSpPr>
          <p:nvPr>
            <p:ph type="sldNum" sz="quarter" idx="13"/>
          </p:nvPr>
        </p:nvSpPr>
        <p:spPr/>
        <p:txBody>
          <a:bodyPr/>
          <a:lstStyle/>
          <a:p>
            <a:pPr algn="r" defTabSz="914363" rtl="0"/>
            <a:fld id="{EC87E0CF-87F6-4B58-B8B8-DCAB2DAAF3CA}" type="slidenum">
              <a:rPr lang="en-US" sz="1200" kern="1200">
                <a:solidFill>
                  <a:prstClr val="black"/>
                </a:solidFill>
                <a:latin typeface="Calibri"/>
                <a:ea typeface="+mn-ea"/>
                <a:cs typeface="+mn-cs"/>
              </a:rPr>
              <a:pPr algn="r" defTabSz="914363" rtl="0"/>
              <a:t>6</a:t>
            </a:fld>
            <a:endParaRPr lang="en-US" sz="1200" kern="1200" dirty="0">
              <a:solidFill>
                <a:prstClr val="black"/>
              </a:solidFill>
              <a:latin typeface="Calibri"/>
              <a:ea typeface="+mn-ea"/>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lgn="r" defTabSz="914363" rtl="0"/>
            <a:fld id="{8B263312-38AA-4E1E-B2B5-0F8F122B24FE}" type="slidenum">
              <a:rPr lang="en-US" sz="1200" kern="1200">
                <a:solidFill>
                  <a:prstClr val="black"/>
                </a:solidFill>
                <a:latin typeface="Calibri"/>
                <a:ea typeface="+mn-ea"/>
                <a:cs typeface="+mn-cs"/>
              </a:rPr>
              <a:pPr algn="r" defTabSz="914363" rtl="0"/>
              <a:t>7</a:t>
            </a:fld>
            <a:endParaRPr lang="en-US" sz="1200" kern="1200" dirty="0">
              <a:solidFill>
                <a:prstClr val="black"/>
              </a:solidFill>
              <a:latin typeface="Calibri"/>
              <a:ea typeface="+mn-ea"/>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lgn="l" defTabSz="914363" rtl="0"/>
            <a:endParaRPr lang="en-US" sz="1200" kern="1200" dirty="0">
              <a:solidFill>
                <a:prstClr val="black"/>
              </a:solidFill>
              <a:latin typeface="Calibri"/>
              <a:ea typeface="+mn-ea"/>
              <a:cs typeface="+mn-cs"/>
            </a:endParaRPr>
          </a:p>
        </p:txBody>
      </p:sp>
      <p:sp>
        <p:nvSpPr>
          <p:cNvPr id="5" name="Date Placeholder 4"/>
          <p:cNvSpPr>
            <a:spLocks noGrp="1"/>
          </p:cNvSpPr>
          <p:nvPr>
            <p:ph type="dt" idx="11"/>
          </p:nvPr>
        </p:nvSpPr>
        <p:spPr/>
        <p:txBody>
          <a:bodyPr/>
          <a:lstStyle/>
          <a:p>
            <a:pPr algn="r" defTabSz="914363" rtl="0"/>
            <a:fld id="{81331B57-0BE5-4F82-AA58-76F53EFF3ADA}" type="datetime8">
              <a:rPr lang="en-US" sz="1200" kern="1200">
                <a:solidFill>
                  <a:prstClr val="black"/>
                </a:solidFill>
                <a:latin typeface="Calibri"/>
                <a:ea typeface="+mn-ea"/>
                <a:cs typeface="+mn-cs"/>
              </a:rPr>
              <a:pPr algn="r" defTabSz="914363" rtl="0"/>
              <a:t>10/28/2008 7:27 PM</a:t>
            </a:fld>
            <a:endParaRPr lang="en-US" sz="1200" kern="1200">
              <a:solidFill>
                <a:prstClr val="black"/>
              </a:solidFill>
              <a:latin typeface="Calibri"/>
              <a:ea typeface="+mn-ea"/>
              <a:cs typeface="+mn-cs"/>
            </a:endParaRPr>
          </a:p>
        </p:txBody>
      </p:sp>
      <p:sp>
        <p:nvSpPr>
          <p:cNvPr id="6" name="Footer Placeholder 5"/>
          <p:cNvSpPr>
            <a:spLocks noGrp="1"/>
          </p:cNvSpPr>
          <p:nvPr>
            <p:ph type="ftr" sz="quarter" idx="12"/>
          </p:nvPr>
        </p:nvSpPr>
        <p:spPr/>
        <p:txBody>
          <a:bodyPr/>
          <a:lstStyle/>
          <a:p>
            <a:pPr algn="l" defTabSz="914363" rtl="0"/>
            <a:r>
              <a:rPr lang="en-US" sz="1200" kern="1200">
                <a:solidFill>
                  <a:srgbClr val="000000"/>
                </a:solidFill>
                <a:latin typeface="Calibri"/>
                <a:ea typeface="+mn-ea"/>
                <a:cs typeface="+mn-cs"/>
              </a:rPr>
              <a:t>© 2007 Microsoft Corporation. All rights reserved. Microsoft, Windows, Windows Vista and other product names are or may be registered trademarks and/or trademarks in the U.S. and/or other countries.</a:t>
            </a:r>
          </a:p>
          <a:p>
            <a:pPr algn="l" defTabSz="914363" rtl="0"/>
            <a:r>
              <a:rPr lang="en-US" sz="1200" kern="1200">
                <a:solidFill>
                  <a:srgbClr val="000000"/>
                </a:solidFill>
                <a:latin typeface="Calibri"/>
                <a:ea typeface="+mn-ea"/>
                <a:cs typeface="+mn-cs"/>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1200" kern="1200">
                <a:solidFill>
                  <a:srgbClr val="000000"/>
                </a:solidFill>
                <a:latin typeface="Calibri"/>
                <a:ea typeface="+mn-ea"/>
                <a:cs typeface="+mn-cs"/>
              </a:rPr>
            </a:br>
            <a:r>
              <a:rPr lang="en-US" sz="1200" kern="1200">
                <a:solidFill>
                  <a:srgbClr val="000000"/>
                </a:solidFill>
                <a:latin typeface="Calibri"/>
                <a:ea typeface="+mn-ea"/>
                <a:cs typeface="+mn-cs"/>
              </a:rPr>
              <a:t>MICROSOFT MAKES NO WARRANTIES, EXPRESS, IMPLIED OR STATUTORY, AS TO THE INFORMATION IN THIS PRESENTATION.</a:t>
            </a:r>
          </a:p>
          <a:p>
            <a:pPr algn="l" defTabSz="914363" rtl="0"/>
            <a:endParaRPr lang="en-US" sz="1200" kern="1200" dirty="0">
              <a:solidFill>
                <a:prstClr val="black"/>
              </a:solidFill>
              <a:latin typeface="Calibri"/>
              <a:ea typeface="+mn-ea"/>
              <a:cs typeface="+mn-cs"/>
            </a:endParaRPr>
          </a:p>
        </p:txBody>
      </p:sp>
      <p:sp>
        <p:nvSpPr>
          <p:cNvPr id="7" name="Slide Number Placeholder 6"/>
          <p:cNvSpPr>
            <a:spLocks noGrp="1"/>
          </p:cNvSpPr>
          <p:nvPr>
            <p:ph type="sldNum" sz="quarter" idx="13"/>
          </p:nvPr>
        </p:nvSpPr>
        <p:spPr/>
        <p:txBody>
          <a:bodyPr/>
          <a:lstStyle/>
          <a:p>
            <a:pPr algn="r" defTabSz="914363" rtl="0"/>
            <a:fld id="{EC87E0CF-87F6-4B58-B8B8-DCAB2DAAF3CA}" type="slidenum">
              <a:rPr lang="en-US" sz="1200" kern="1200">
                <a:solidFill>
                  <a:prstClr val="black"/>
                </a:solidFill>
                <a:latin typeface="Calibri"/>
                <a:ea typeface="+mn-ea"/>
                <a:cs typeface="+mn-cs"/>
              </a:rPr>
              <a:pPr algn="r" defTabSz="914363" rtl="0"/>
              <a:t>8</a:t>
            </a:fld>
            <a:endParaRPr lang="en-US" sz="1200" kern="1200" dirty="0">
              <a:solidFill>
                <a:prstClr val="black"/>
              </a:solidFill>
              <a:latin typeface="Calibri"/>
              <a:ea typeface="+mn-ea"/>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lgn="r" defTabSz="914363" rtl="0"/>
            <a:fld id="{8B263312-38AA-4E1E-B2B5-0F8F122B24FE}" type="slidenum">
              <a:rPr lang="en-US" sz="1200" kern="1200">
                <a:solidFill>
                  <a:prstClr val="black"/>
                </a:solidFill>
                <a:latin typeface="Calibri"/>
                <a:ea typeface="+mn-ea"/>
                <a:cs typeface="+mn-cs"/>
              </a:rPr>
              <a:pPr algn="r" defTabSz="914363" rtl="0"/>
              <a:t>9</a:t>
            </a:fld>
            <a:endParaRPr lang="en-US" sz="1200" kern="1200" dirty="0">
              <a:solidFill>
                <a:prstClr val="black"/>
              </a:solidFill>
              <a:latin typeface="Calibri"/>
              <a:ea typeface="+mn-ea"/>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lgn="r" defTabSz="914363" rtl="0"/>
            <a:fld id="{8B263312-38AA-4E1E-B2B5-0F8F122B24FE}" type="slidenum">
              <a:rPr lang="en-US" sz="1200" kern="1200">
                <a:solidFill>
                  <a:prstClr val="black"/>
                </a:solidFill>
                <a:latin typeface="Calibri"/>
                <a:ea typeface="+mn-ea"/>
                <a:cs typeface="+mn-cs"/>
              </a:rPr>
              <a:pPr algn="r" defTabSz="914363" rtl="0"/>
              <a:t>10</a:t>
            </a:fld>
            <a:endParaRPr lang="en-US" sz="1200" kern="1200" dirty="0">
              <a:solidFill>
                <a:prstClr val="black"/>
              </a:solidFill>
              <a:latin typeface="Calibri"/>
              <a:ea typeface="+mn-ea"/>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B263312-38AA-4E1E-B2B5-0F8F122B24FE}" type="slidenum">
              <a:rPr lang="en-US" smtClean="0"/>
              <a:pPr/>
              <a:t>13</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10/28/2008 7:27 PM</a:t>
            </a:fld>
            <a:endParaRPr lang="en-US"/>
          </a:p>
        </p:txBody>
      </p:sp>
      <p:sp>
        <p:nvSpPr>
          <p:cNvPr id="6" name="Footer Placeholder 5"/>
          <p:cNvSpPr>
            <a:spLocks noGrp="1"/>
          </p:cNvSpPr>
          <p:nvPr>
            <p:ph type="ftr" sz="quarter" idx="12"/>
          </p:nvPr>
        </p:nvSpPr>
        <p:spPr/>
        <p:txBody>
          <a:bodyPr/>
          <a:lstStyle/>
          <a:p>
            <a:r>
              <a:rPr lang="en-US" smtClean="0">
                <a:solidFill>
                  <a:srgbClr val="000000"/>
                </a:solidFill>
              </a:rPr>
              <a:t>© 2007 Microsoft Corporation. All rights reserved. Microsoft, Windows, Windows Vista and other product names are or may be registered trademarks and/or trademarks in the U.S. and/or other countries.</a:t>
            </a:r>
          </a:p>
          <a:p>
            <a:r>
              <a:rPr lang="en-US" smtClean="0">
                <a:solidFill>
                  <a:srgbClr val="000000"/>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mtClean="0">
                <a:solidFill>
                  <a:srgbClr val="000000"/>
                </a:solidFill>
              </a:rPr>
            </a:br>
            <a:r>
              <a:rPr lang="en-US" smtClean="0">
                <a:solidFill>
                  <a:srgbClr val="000000"/>
                </a:solidFill>
              </a:rPr>
              <a:t>MICROSOFT MAKES NO WARRANTIES, EXPRESS, IMPLIED OR STATUTORY, AS TO THE INFORMATION IN THIS PRESENTATION.</a:t>
            </a:r>
          </a:p>
          <a:p>
            <a:endParaRPr lang="en-US" dirty="0"/>
          </a:p>
        </p:txBody>
      </p:sp>
      <p:sp>
        <p:nvSpPr>
          <p:cNvPr id="7" name="Slide Number Placeholder 6"/>
          <p:cNvSpPr>
            <a:spLocks noGrp="1"/>
          </p:cNvSpPr>
          <p:nvPr>
            <p:ph type="sldNum" sz="quarter" idx="13"/>
          </p:nvPr>
        </p:nvSpPr>
        <p:spPr/>
        <p:txBody>
          <a:bodyPr/>
          <a:lstStyle/>
          <a:p>
            <a:fld id="{EC87E0CF-87F6-4B58-B8B8-DCAB2DAAF3CA}" type="slidenum">
              <a:rPr lang="en-US" smtClean="0"/>
              <a:pPr/>
              <a:t>14</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dirty="0" smtClean="0"/>
              <a:t>WebAuth demo – WebAuth SDK sample - http://localhost/webauth/sample/default.aspx</a:t>
            </a:r>
          </a:p>
          <a:p>
            <a:pPr defTabSz="931774">
              <a:lnSpc>
                <a:spcPct val="100000"/>
              </a:lnSpc>
              <a:spcAft>
                <a:spcPts val="0"/>
              </a:spcAft>
              <a:defRPr/>
            </a:pPr>
            <a:endParaRPr lang="en-US" dirty="0" smtClean="0"/>
          </a:p>
          <a:p>
            <a:pPr defTabSz="931774">
              <a:lnSpc>
                <a:spcPct val="100000"/>
              </a:lnSpc>
              <a:spcAft>
                <a:spcPts val="0"/>
              </a:spcAft>
              <a:defRPr/>
            </a:pPr>
            <a:r>
              <a:rPr lang="en-US" dirty="0" smtClean="0"/>
              <a:t>DelAuth demo – DelAuth SDL sample 2 – http://localhost/delauth/sample2/default.aspx</a:t>
            </a:r>
          </a:p>
          <a:p>
            <a:endParaRPr lang="en-US" dirty="0" smtClean="0"/>
          </a:p>
          <a:p>
            <a:r>
              <a:rPr lang="en-US" dirty="0" smtClean="0"/>
              <a:t>Windows Live Data Interactive SDK - http://dev.live.com/livedata/sdk/</a:t>
            </a:r>
          </a:p>
          <a:p>
            <a:endParaRPr lang="en-US" dirty="0" smtClean="0"/>
          </a:p>
          <a:p>
            <a:r>
              <a:rPr lang="en-US" dirty="0" smtClean="0"/>
              <a:t>The stages of the web authentication flow are:</a:t>
            </a:r>
          </a:p>
          <a:p>
            <a:endParaRPr lang="en-US" b="1" dirty="0" smtClean="0"/>
          </a:p>
          <a:p>
            <a:r>
              <a:rPr lang="en-US" b="1" dirty="0" smtClean="0"/>
              <a:t>User requests a Web page.</a:t>
            </a:r>
            <a:r>
              <a:rPr lang="en-US" dirty="0" smtClean="0"/>
              <a:t> The user, using a Web browser, visits your Web site for the first time and has not yet signed in by using Windows Live ID.</a:t>
            </a:r>
            <a:br>
              <a:rPr lang="en-US" dirty="0" smtClean="0"/>
            </a:br>
            <a:endParaRPr lang="en-US" dirty="0" smtClean="0"/>
          </a:p>
          <a:p>
            <a:r>
              <a:rPr lang="en-US" b="1" dirty="0" smtClean="0"/>
              <a:t>Your site returns a sign-in link.</a:t>
            </a:r>
            <a:r>
              <a:rPr lang="en-US" dirty="0" smtClean="0"/>
              <a:t> Your site returns a page that displays a special sign-in link in an IFRAME element. </a:t>
            </a:r>
            <a:br>
              <a:rPr lang="en-US" dirty="0" smtClean="0"/>
            </a:br>
            <a:endParaRPr lang="en-US" dirty="0" smtClean="0"/>
          </a:p>
          <a:p>
            <a:r>
              <a:rPr lang="en-US" b="1" dirty="0" smtClean="0"/>
              <a:t>User clicks the sign-in link</a:t>
            </a:r>
            <a:r>
              <a:rPr lang="en-US" dirty="0" smtClean="0"/>
              <a:t>.</a:t>
            </a:r>
            <a:br>
              <a:rPr lang="en-US" dirty="0" smtClean="0"/>
            </a:br>
            <a:endParaRPr lang="en-US" dirty="0" smtClean="0"/>
          </a:p>
          <a:p>
            <a:r>
              <a:rPr lang="en-US" b="1" dirty="0" smtClean="0"/>
              <a:t>Windows Live ID returns the sign-in page.</a:t>
            </a:r>
            <a:r>
              <a:rPr lang="en-US" dirty="0" smtClean="0"/>
              <a:t> The Windows Live ID authentication service directs the user to its sign-in page.</a:t>
            </a:r>
            <a:br>
              <a:rPr lang="en-US" dirty="0" smtClean="0"/>
            </a:br>
            <a:endParaRPr lang="en-US" dirty="0" smtClean="0"/>
          </a:p>
          <a:p>
            <a:r>
              <a:rPr lang="en-US" b="1" dirty="0" smtClean="0"/>
              <a:t>User supplies credentials.</a:t>
            </a:r>
            <a:r>
              <a:rPr lang="en-US" dirty="0" smtClean="0"/>
              <a:t> On the Windows Live ID sign-in page, the user types his or her Windows Live ID credentials (e-mail name and password) and submits the form.</a:t>
            </a:r>
            <a:br>
              <a:rPr lang="en-US" dirty="0" smtClean="0"/>
            </a:br>
            <a:endParaRPr lang="en-US" dirty="0" smtClean="0"/>
          </a:p>
          <a:p>
            <a:r>
              <a:rPr lang="en-US" b="1" dirty="0" smtClean="0"/>
              <a:t>Windows Live ID authenticates the user.</a:t>
            </a:r>
            <a:r>
              <a:rPr lang="en-US" dirty="0" smtClean="0"/>
              <a:t> The Windows Live ID authentication server receives the sign-in request and validates the user’s credentials.</a:t>
            </a:r>
            <a:br>
              <a:rPr lang="en-US" dirty="0" smtClean="0"/>
            </a:br>
            <a:endParaRPr lang="en-US" dirty="0" smtClean="0"/>
          </a:p>
          <a:p>
            <a:r>
              <a:rPr lang="en-US" b="1" dirty="0" smtClean="0"/>
              <a:t>Windows Live ID redirects the user to your site.</a:t>
            </a:r>
            <a:r>
              <a:rPr lang="en-US" dirty="0" smtClean="0"/>
              <a:t> If the credentials are valid, the authentication server responds by redirecting the user to your Web site along with a token as a FORM POST parameter. This token is proof that Windows Live ID has verified the user’s identity. Your site can decrypt this token to obtain the user's unique identifier. </a:t>
            </a:r>
            <a:br>
              <a:rPr lang="en-US" dirty="0" smtClean="0"/>
            </a:br>
            <a:endParaRPr lang="en-US" dirty="0" smtClean="0"/>
          </a:p>
          <a:p>
            <a:r>
              <a:rPr lang="en-US" b="1" dirty="0" smtClean="0"/>
              <a:t>Your site displays protected or personalized content</a:t>
            </a:r>
            <a:r>
              <a:rPr lang="en-US" dirty="0" smtClean="0"/>
              <a:t>. After you have obtained the user's unique identifier, you can use it to store or display protected or personalized content. You can also choose to incorporate Windows Live Controls into your site. </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FD8FA278-A2EE-4DC5-87FE-992C8F039793}" type="slidenum">
              <a:rPr lang="en-US" smtClean="0"/>
              <a:pPr/>
              <a:t>15</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B263312-38AA-4E1E-B2B5-0F8F122B24FE}" type="slidenum">
              <a:rPr lang="en-US" smtClean="0"/>
              <a:pPr/>
              <a:t>16</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dirty="0" smtClean="0"/>
              <a:t>Important: If the page addressed by your return URL or other pages on your site use Secure Sockets Layer (SSL), use "https" in the </a:t>
            </a:r>
            <a:r>
              <a:rPr lang="en-US" b="1" dirty="0" err="1" smtClean="0"/>
              <a:t>src</a:t>
            </a:r>
            <a:r>
              <a:rPr lang="en-US" dirty="0" smtClean="0"/>
              <a:t> attribute for the </a:t>
            </a:r>
            <a:r>
              <a:rPr lang="en-US" b="1" dirty="0" smtClean="0"/>
              <a:t>Sign in</a:t>
            </a:r>
            <a:r>
              <a:rPr lang="en-US" dirty="0" smtClean="0"/>
              <a:t> link. </a:t>
            </a:r>
          </a:p>
          <a:p>
            <a:endParaRPr lang="en-US" dirty="0" smtClean="0"/>
          </a:p>
          <a:p>
            <a:r>
              <a:rPr lang="en-US" b="1" u="sng" dirty="0" smtClean="0"/>
              <a:t>Customizing the Link </a:t>
            </a:r>
          </a:p>
          <a:p>
            <a:endParaRPr lang="en-US" dirty="0" smtClean="0"/>
          </a:p>
          <a:p>
            <a:r>
              <a:rPr lang="en-US" dirty="0" smtClean="0"/>
              <a:t>When you insert the preceding code in your Web site, you must customize it a little for your application. Specifically, you must replace the values for the appid, context and style parameters (shown in bold in the example) with the proper values for your implementation. </a:t>
            </a:r>
          </a:p>
          <a:p>
            <a:endParaRPr lang="en-US" dirty="0" smtClean="0"/>
          </a:p>
          <a:p>
            <a:r>
              <a:rPr lang="en-US" b="1" u="sng" dirty="0" smtClean="0"/>
              <a:t>Parameter Details</a:t>
            </a:r>
          </a:p>
          <a:p>
            <a:endParaRPr lang="en-US" i="1" dirty="0" smtClean="0"/>
          </a:p>
          <a:p>
            <a:r>
              <a:rPr lang="en-US" i="1" u="sng" dirty="0" smtClean="0"/>
              <a:t>appid</a:t>
            </a:r>
            <a:r>
              <a:rPr lang="en-US" u="sng" dirty="0" smtClean="0"/>
              <a:t> </a:t>
            </a:r>
          </a:p>
          <a:p>
            <a:endParaRPr lang="en-US" dirty="0" smtClean="0"/>
          </a:p>
          <a:p>
            <a:r>
              <a:rPr lang="en-US" dirty="0" smtClean="0"/>
              <a:t>The application ID that you obtained when you first registered your site. This query-string parameter is required. It tells the Windows Live ID authentication server where to sign in the user. </a:t>
            </a:r>
          </a:p>
          <a:p>
            <a:endParaRPr lang="en-US" i="1" dirty="0" smtClean="0"/>
          </a:p>
          <a:p>
            <a:r>
              <a:rPr lang="en-US" i="1" u="sng" dirty="0" smtClean="0"/>
              <a:t>context</a:t>
            </a:r>
            <a:r>
              <a:rPr lang="en-US" u="sng" dirty="0" smtClean="0"/>
              <a:t> </a:t>
            </a:r>
          </a:p>
          <a:p>
            <a:endParaRPr lang="en-US" dirty="0" smtClean="0"/>
          </a:p>
          <a:p>
            <a:r>
              <a:rPr lang="en-US" dirty="0" smtClean="0"/>
              <a:t>The parameter that holds user state for your application.</a:t>
            </a:r>
          </a:p>
          <a:p>
            <a:endParaRPr lang="en-US" dirty="0" smtClean="0"/>
          </a:p>
          <a:p>
            <a:r>
              <a:rPr lang="en-US" dirty="0" smtClean="0"/>
              <a:t>For example, if the user is on your page www.example.com/xyz.htm, you can pass "xyz.htm" to the Windows Live ID service as context. When the user is redirected back to your site, you can send him or her back to xyz.htm to continue what they were doing before signing in. </a:t>
            </a:r>
          </a:p>
          <a:p>
            <a:endParaRPr lang="en-US" dirty="0" smtClean="0"/>
          </a:p>
          <a:p>
            <a:r>
              <a:rPr lang="en-US" dirty="0" smtClean="0"/>
              <a:t>Note: To help protect against script-injection attacks, there are limitations on the strings that may be specified for the context parameter. Script of any kind is strictly forbidden. The Windows Live ID service will convert unsafe characters to safe characters or may discard the value that you provide altogether. We recommend that you handle state in your application by using your own proprietary cookies. </a:t>
            </a:r>
          </a:p>
          <a:p>
            <a:endParaRPr lang="en-US" dirty="0" smtClean="0"/>
          </a:p>
          <a:p>
            <a:r>
              <a:rPr lang="en-US" i="1" u="sng" dirty="0" smtClean="0"/>
              <a:t>style</a:t>
            </a:r>
            <a:r>
              <a:rPr lang="en-US" u="sng" dirty="0" smtClean="0"/>
              <a:t> </a:t>
            </a:r>
          </a:p>
          <a:p>
            <a:endParaRPr lang="en-US" dirty="0" smtClean="0"/>
          </a:p>
          <a:p>
            <a:r>
              <a:rPr lang="en-US" dirty="0" smtClean="0"/>
              <a:t>The set of attributes that help to make the sign-in IFRAME element fit your site visually. These attributes are defined according to Cascading Style Sheet (CSS) specifications. </a:t>
            </a:r>
          </a:p>
          <a:p>
            <a:endParaRPr lang="en-US" dirty="0" smtClean="0"/>
          </a:p>
          <a:p>
            <a:r>
              <a:rPr lang="en-US" dirty="0" smtClean="0"/>
              <a:t>The following attributes are currently supported:</a:t>
            </a:r>
          </a:p>
          <a:p>
            <a:r>
              <a:rPr lang="en-US" b="1" dirty="0" smtClean="0"/>
              <a:t>font-family</a:t>
            </a:r>
            <a:r>
              <a:rPr lang="en-US" dirty="0" smtClean="0"/>
              <a:t> </a:t>
            </a:r>
            <a:br>
              <a:rPr lang="en-US" dirty="0" smtClean="0"/>
            </a:br>
            <a:endParaRPr lang="en-US" dirty="0" smtClean="0"/>
          </a:p>
          <a:p>
            <a:r>
              <a:rPr lang="en-US" b="1" dirty="0" smtClean="0"/>
              <a:t>font-weight</a:t>
            </a:r>
            <a:r>
              <a:rPr lang="en-US" dirty="0" smtClean="0"/>
              <a:t> </a:t>
            </a:r>
            <a:br>
              <a:rPr lang="en-US" dirty="0" smtClean="0"/>
            </a:br>
            <a:endParaRPr lang="en-US" dirty="0" smtClean="0"/>
          </a:p>
          <a:p>
            <a:r>
              <a:rPr lang="en-US" b="1" dirty="0" smtClean="0"/>
              <a:t>font-style</a:t>
            </a:r>
            <a:r>
              <a:rPr lang="en-US" dirty="0" smtClean="0"/>
              <a:t> </a:t>
            </a:r>
            <a:br>
              <a:rPr lang="en-US" dirty="0" smtClean="0"/>
            </a:br>
            <a:endParaRPr lang="en-US" dirty="0" smtClean="0"/>
          </a:p>
          <a:p>
            <a:r>
              <a:rPr lang="en-US" b="1" dirty="0" smtClean="0"/>
              <a:t>font-size</a:t>
            </a:r>
            <a:r>
              <a:rPr lang="en-US" dirty="0" smtClean="0"/>
              <a:t> </a:t>
            </a:r>
            <a:br>
              <a:rPr lang="en-US" dirty="0" smtClean="0"/>
            </a:br>
            <a:endParaRPr lang="en-US" dirty="0" smtClean="0"/>
          </a:p>
          <a:p>
            <a:r>
              <a:rPr lang="en-US" b="1" dirty="0" smtClean="0"/>
              <a:t>color</a:t>
            </a:r>
            <a:r>
              <a:rPr lang="en-US" dirty="0" smtClean="0"/>
              <a:t> </a:t>
            </a:r>
            <a:br>
              <a:rPr lang="en-US" dirty="0" smtClean="0"/>
            </a:br>
            <a:endParaRPr lang="en-US" dirty="0" smtClean="0"/>
          </a:p>
          <a:p>
            <a:r>
              <a:rPr lang="en-US" b="1" dirty="0" smtClean="0"/>
              <a:t>background</a:t>
            </a:r>
            <a:r>
              <a:rPr lang="en-US" dirty="0" smtClean="0"/>
              <a:t> </a:t>
            </a:r>
            <a:br>
              <a:rPr lang="en-US" dirty="0" smtClean="0"/>
            </a:br>
            <a:endParaRPr lang="en-US" dirty="0" smtClean="0"/>
          </a:p>
          <a:p>
            <a:r>
              <a:rPr lang="en-US" dirty="0" smtClean="0"/>
              <a:t>When you specify a value for the </a:t>
            </a:r>
            <a:r>
              <a:rPr lang="en-US" i="1" dirty="0" smtClean="0"/>
              <a:t>style</a:t>
            </a:r>
            <a:r>
              <a:rPr lang="en-US" dirty="0" smtClean="0"/>
              <a:t> parameter, you must supply these attributes in a semicolon-delimited, URL-encoded form. </a:t>
            </a:r>
          </a:p>
          <a:p>
            <a:endParaRPr lang="en-US" dirty="0" smtClean="0"/>
          </a:p>
          <a:p>
            <a:r>
              <a:rPr lang="en-US" dirty="0" smtClean="0"/>
              <a:t>For example, the following is an example of an </a:t>
            </a:r>
            <a:r>
              <a:rPr lang="en-US" dirty="0" err="1" smtClean="0"/>
              <a:t>unencoded</a:t>
            </a:r>
            <a:r>
              <a:rPr lang="en-US" dirty="0" smtClean="0"/>
              <a:t> style string.</a:t>
            </a:r>
          </a:p>
          <a:p>
            <a:r>
              <a:rPr lang="en-US" dirty="0" smtClean="0"/>
              <a:t>font-size: 10pt; font-family: </a:t>
            </a:r>
            <a:r>
              <a:rPr lang="en-US" dirty="0" err="1" smtClean="0"/>
              <a:t>verdana</a:t>
            </a:r>
            <a:r>
              <a:rPr lang="en-US" dirty="0" smtClean="0"/>
              <a:t>; background: white;</a:t>
            </a:r>
          </a:p>
          <a:p>
            <a:endParaRPr lang="en-US" dirty="0" smtClean="0"/>
          </a:p>
          <a:p>
            <a:r>
              <a:rPr lang="en-US" dirty="0" smtClean="0"/>
              <a:t>In contrast, the following example shows the same string after URL encoding:</a:t>
            </a:r>
          </a:p>
          <a:p>
            <a:r>
              <a:rPr lang="en-US" dirty="0" smtClean="0"/>
              <a:t>font-size%3A+10pt%3B+font-family%3A+verdana%3B+background%3A+white%3B</a:t>
            </a:r>
          </a:p>
          <a:p>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17</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smtClean="0"/>
              <a:t>The POST body contains three parameters. </a:t>
            </a:r>
          </a:p>
          <a:p>
            <a:endParaRPr lang="en-US" dirty="0" smtClean="0"/>
          </a:p>
          <a:p>
            <a:r>
              <a:rPr lang="en-US" b="1" u="sng" dirty="0" smtClean="0"/>
              <a:t>Parameter Details</a:t>
            </a:r>
          </a:p>
          <a:p>
            <a:endParaRPr lang="en-US" b="1" dirty="0" smtClean="0"/>
          </a:p>
          <a:p>
            <a:r>
              <a:rPr lang="en-US" b="1" dirty="0" smtClean="0"/>
              <a:t>action </a:t>
            </a:r>
            <a:endParaRPr lang="en-US" dirty="0" smtClean="0"/>
          </a:p>
          <a:p>
            <a:endParaRPr lang="en-US" dirty="0" smtClean="0"/>
          </a:p>
          <a:p>
            <a:r>
              <a:rPr lang="en-US" dirty="0" smtClean="0"/>
              <a:t>The action that the user is doing. The list of possible values is as follows:</a:t>
            </a:r>
          </a:p>
          <a:p>
            <a:endParaRPr lang="en-US" dirty="0" smtClean="0"/>
          </a:p>
          <a:p>
            <a:pPr lvl="1"/>
            <a:r>
              <a:rPr lang="en-US" b="1" dirty="0" smtClean="0"/>
              <a:t>login</a:t>
            </a:r>
            <a:r>
              <a:rPr lang="en-US" dirty="0" smtClean="0"/>
              <a:t>—The user has completed a successful sign-in to your site. This value appears in the HTTP POST response only.</a:t>
            </a:r>
            <a:br>
              <a:rPr lang="en-US" dirty="0" smtClean="0"/>
            </a:br>
            <a:endParaRPr lang="en-US" dirty="0" smtClean="0"/>
          </a:p>
          <a:p>
            <a:pPr lvl="1"/>
            <a:r>
              <a:rPr lang="en-US" b="1" dirty="0" err="1" smtClean="0"/>
              <a:t>clearcookie</a:t>
            </a:r>
            <a:r>
              <a:rPr lang="en-US" dirty="0" smtClean="0"/>
              <a:t>—The Windows Live ID sign-out page is calling your site to clear user cookies. This value appears in the HTTP GET response.</a:t>
            </a:r>
            <a:br>
              <a:rPr lang="en-US" dirty="0" smtClean="0"/>
            </a:br>
            <a:endParaRPr lang="en-US" dirty="0" smtClean="0"/>
          </a:p>
          <a:p>
            <a:pPr lvl="1"/>
            <a:r>
              <a:rPr lang="en-US" b="1" dirty="0" smtClean="0"/>
              <a:t>logout</a:t>
            </a:r>
            <a:r>
              <a:rPr lang="en-US" dirty="0" smtClean="0"/>
              <a:t>—The user has completed a successful sign out from Windows Live. This value appears in the HTTP GET response.</a:t>
            </a:r>
            <a:br>
              <a:rPr lang="en-US" dirty="0" smtClean="0"/>
            </a:br>
            <a:endParaRPr lang="en-US" dirty="0" smtClean="0"/>
          </a:p>
          <a:p>
            <a:r>
              <a:rPr lang="en-US" dirty="0" smtClean="0"/>
              <a:t>Note: The </a:t>
            </a:r>
            <a:r>
              <a:rPr lang="en-US" b="1" dirty="0" err="1" smtClean="0"/>
              <a:t>clearcookie</a:t>
            </a:r>
            <a:r>
              <a:rPr lang="en-US" dirty="0" smtClean="0"/>
              <a:t> action is always called before </a:t>
            </a:r>
            <a:r>
              <a:rPr lang="en-US" b="1" dirty="0" smtClean="0"/>
              <a:t>logout</a:t>
            </a:r>
            <a:r>
              <a:rPr lang="en-US" dirty="0" smtClean="0"/>
              <a:t>. </a:t>
            </a:r>
          </a:p>
          <a:p>
            <a:endParaRPr lang="en-US" dirty="0" smtClean="0"/>
          </a:p>
          <a:p>
            <a:r>
              <a:rPr lang="en-US" dirty="0" smtClean="0"/>
              <a:t>For more information about working with the </a:t>
            </a:r>
            <a:r>
              <a:rPr lang="en-US" b="1" dirty="0" smtClean="0"/>
              <a:t>action</a:t>
            </a:r>
            <a:r>
              <a:rPr lang="en-US" dirty="0" smtClean="0"/>
              <a:t> parameter, see </a:t>
            </a:r>
            <a:r>
              <a:rPr lang="en-US" dirty="0" smtClean="0">
                <a:hlinkClick r:id="rId3"/>
              </a:rPr>
              <a:t>Handling the Response from the Service</a:t>
            </a:r>
            <a:r>
              <a:rPr lang="en-US" dirty="0" smtClean="0"/>
              <a:t>.</a:t>
            </a:r>
          </a:p>
          <a:p>
            <a:endParaRPr lang="en-US" b="1" dirty="0" smtClean="0"/>
          </a:p>
          <a:p>
            <a:r>
              <a:rPr lang="en-US" b="1" dirty="0" err="1" smtClean="0"/>
              <a:t>appctx</a:t>
            </a:r>
            <a:r>
              <a:rPr lang="en-US" b="1" dirty="0" smtClean="0"/>
              <a:t> </a:t>
            </a:r>
          </a:p>
          <a:p>
            <a:endParaRPr lang="en-US" dirty="0" smtClean="0"/>
          </a:p>
          <a:p>
            <a:r>
              <a:rPr lang="en-US" dirty="0" smtClean="0"/>
              <a:t>The context parameter you passed when constructing the </a:t>
            </a:r>
            <a:r>
              <a:rPr lang="en-US" b="1" dirty="0" err="1" smtClean="0"/>
              <a:t>src</a:t>
            </a:r>
            <a:r>
              <a:rPr lang="en-US" dirty="0" smtClean="0"/>
              <a:t> attribute for the IFRAME displaying the sign-in link. You can use this parameter to keep track of what page the user was on or other user-state information. For more information about the context parameter, see </a:t>
            </a:r>
            <a:r>
              <a:rPr lang="en-US" dirty="0" smtClean="0">
                <a:hlinkClick r:id="rId4"/>
              </a:rPr>
              <a:t>Displaying the Sign-in Link</a:t>
            </a:r>
            <a:r>
              <a:rPr lang="en-US" dirty="0" smtClean="0"/>
              <a:t>. </a:t>
            </a:r>
          </a:p>
          <a:p>
            <a:endParaRPr lang="en-US" b="1" dirty="0" smtClean="0"/>
          </a:p>
          <a:p>
            <a:r>
              <a:rPr lang="en-US" b="1" dirty="0" err="1" smtClean="0"/>
              <a:t>stoken</a:t>
            </a:r>
            <a:r>
              <a:rPr lang="en-US" b="1" dirty="0" smtClean="0"/>
              <a:t> </a:t>
            </a:r>
            <a:endParaRPr lang="en-US" dirty="0" smtClean="0"/>
          </a:p>
          <a:p>
            <a:endParaRPr lang="en-US" dirty="0" smtClean="0"/>
          </a:p>
          <a:p>
            <a:r>
              <a:rPr lang="en-US" dirty="0" smtClean="0"/>
              <a:t>The encrypted data that contains the unique ID, application ID, timestamp, signature, and flags for the user. </a:t>
            </a:r>
          </a:p>
        </p:txBody>
      </p:sp>
      <p:sp>
        <p:nvSpPr>
          <p:cNvPr id="4" name="Slide Number Placeholder 3"/>
          <p:cNvSpPr>
            <a:spLocks noGrp="1"/>
          </p:cNvSpPr>
          <p:nvPr>
            <p:ph type="sldNum" sz="quarter" idx="10"/>
          </p:nvPr>
        </p:nvSpPr>
        <p:spPr/>
        <p:txBody>
          <a:bodyPr/>
          <a:lstStyle/>
          <a:p>
            <a:fld id="{8B263312-38AA-4E1E-B2B5-0F8F122B24FE}" type="slidenum">
              <a:rPr lang="en-US" smtClean="0"/>
              <a:pPr/>
              <a:t>18</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10/28/2008 7:27 PM</a:t>
            </a:fld>
            <a:endParaRPr lang="en-US"/>
          </a:p>
        </p:txBody>
      </p:sp>
      <p:sp>
        <p:nvSpPr>
          <p:cNvPr id="6" name="Footer Placeholder 5"/>
          <p:cNvSpPr>
            <a:spLocks noGrp="1"/>
          </p:cNvSpPr>
          <p:nvPr>
            <p:ph type="ftr" sz="quarter" idx="12"/>
          </p:nvPr>
        </p:nvSpPr>
        <p:spPr/>
        <p:txBody>
          <a:bodyPr/>
          <a:lstStyle/>
          <a:p>
            <a:r>
              <a:rPr lang="en-US" smtClean="0">
                <a:solidFill>
                  <a:srgbClr val="000000"/>
                </a:solidFill>
              </a:rPr>
              <a:t>© 2007 Microsoft Corporation. All rights reserved. Microsoft, Windows, Windows Vista and other product names are or may be registered trademarks and/or trademarks in the U.S. and/or other countries.</a:t>
            </a:r>
          </a:p>
          <a:p>
            <a:r>
              <a:rPr lang="en-US" smtClean="0">
                <a:solidFill>
                  <a:srgbClr val="000000"/>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mtClean="0">
                <a:solidFill>
                  <a:srgbClr val="000000"/>
                </a:solidFill>
              </a:rPr>
            </a:br>
            <a:r>
              <a:rPr lang="en-US" smtClean="0">
                <a:solidFill>
                  <a:srgbClr val="000000"/>
                </a:solidFill>
              </a:rPr>
              <a:t>MICROSOFT MAKES NO WARRANTIES, EXPRESS, IMPLIED OR STATUTORY, AS TO THE INFORMATION IN THIS PRESENTATION.</a:t>
            </a:r>
          </a:p>
          <a:p>
            <a:endParaRPr lang="en-US" dirty="0"/>
          </a:p>
        </p:txBody>
      </p:sp>
      <p:sp>
        <p:nvSpPr>
          <p:cNvPr id="7" name="Slide Number Placeholder 6"/>
          <p:cNvSpPr>
            <a:spLocks noGrp="1"/>
          </p:cNvSpPr>
          <p:nvPr>
            <p:ph type="sldNum" sz="quarter" idx="13"/>
          </p:nvPr>
        </p:nvSpPr>
        <p:spPr/>
        <p:txBody>
          <a:bodyPr/>
          <a:lstStyle/>
          <a:p>
            <a:fld id="{EC87E0CF-87F6-4B58-B8B8-DCAB2DAAF3CA}" type="slidenum">
              <a:rPr lang="en-US" smtClean="0"/>
              <a:pPr/>
              <a:t>19</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defTabSz="914312"/>
            <a:fld id="{8B263312-38AA-4E1E-B2B5-0F8F122B24FE}" type="slidenum">
              <a:rPr lang="en-US">
                <a:solidFill>
                  <a:prstClr val="black"/>
                </a:solidFill>
                <a:latin typeface="Calibri"/>
              </a:rPr>
              <a:pPr defTabSz="914312"/>
              <a:t>22</a:t>
            </a:fld>
            <a:endParaRPr lang="en-US" dirty="0">
              <a:solidFill>
                <a:prstClr val="black"/>
              </a:solidFill>
              <a:latin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10/28/2008 7:27 PM</a:t>
            </a:fld>
            <a:endParaRPr lang="en-US"/>
          </a:p>
        </p:txBody>
      </p:sp>
      <p:sp>
        <p:nvSpPr>
          <p:cNvPr id="6" name="Footer Placeholder 5"/>
          <p:cNvSpPr>
            <a:spLocks noGrp="1"/>
          </p:cNvSpPr>
          <p:nvPr>
            <p:ph type="ftr" sz="quarter" idx="12"/>
          </p:nvPr>
        </p:nvSpPr>
        <p:spPr/>
        <p:txBody>
          <a:bodyPr/>
          <a:lstStyle/>
          <a:p>
            <a:r>
              <a:rPr lang="en-US" smtClean="0">
                <a:solidFill>
                  <a:srgbClr val="000000"/>
                </a:solidFill>
              </a:rPr>
              <a:t>© 2007 Microsoft Corporation. All rights reserved. Microsoft, Windows, Windows Vista and other product names are or may be registered trademarks and/or trademarks in the U.S. and/or other countries.</a:t>
            </a:r>
          </a:p>
          <a:p>
            <a:r>
              <a:rPr lang="en-US" smtClean="0">
                <a:solidFill>
                  <a:srgbClr val="000000"/>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mtClean="0">
                <a:solidFill>
                  <a:srgbClr val="000000"/>
                </a:solidFill>
              </a:rPr>
            </a:br>
            <a:r>
              <a:rPr lang="en-US" smtClean="0">
                <a:solidFill>
                  <a:srgbClr val="000000"/>
                </a:solidFill>
              </a:rPr>
              <a:t>MICROSOFT MAKES NO WARRANTIES, EXPRESS, IMPLIED OR STATUTORY, AS TO THE INFORMATION IN THIS PRESENTATION.</a:t>
            </a:r>
          </a:p>
          <a:p>
            <a:endParaRPr lang="en-US" dirty="0"/>
          </a:p>
        </p:txBody>
      </p:sp>
      <p:sp>
        <p:nvSpPr>
          <p:cNvPr id="7" name="Slide Number Placeholder 6"/>
          <p:cNvSpPr>
            <a:spLocks noGrp="1"/>
          </p:cNvSpPr>
          <p:nvPr>
            <p:ph type="sldNum" sz="quarter" idx="13"/>
          </p:nvPr>
        </p:nvSpPr>
        <p:spPr/>
        <p:txBody>
          <a:bodyPr/>
          <a:lstStyle/>
          <a:p>
            <a:fld id="{EC87E0CF-87F6-4B58-B8B8-DCAB2DAAF3CA}" type="slidenum">
              <a:rPr lang="en-US" smtClean="0"/>
              <a:pPr/>
              <a:t>23</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931774">
              <a:lnSpc>
                <a:spcPct val="100000"/>
              </a:lnSpc>
              <a:spcAft>
                <a:spcPts val="0"/>
              </a:spcAft>
              <a:defRPr/>
            </a:pPr>
            <a:r>
              <a:rPr lang="en-US" dirty="0" smtClean="0"/>
              <a:t>DelAuth demo – Import live contacts to Bebo – http://bebo.com/</a:t>
            </a:r>
          </a:p>
          <a:p>
            <a:pPr defTabSz="931774">
              <a:lnSpc>
                <a:spcPct val="100000"/>
              </a:lnSpc>
              <a:spcAft>
                <a:spcPts val="0"/>
              </a:spcAft>
              <a:defRPr/>
            </a:pPr>
            <a:endParaRPr lang="en-US" dirty="0" smtClean="0"/>
          </a:p>
          <a:p>
            <a:pPr defTabSz="931774">
              <a:lnSpc>
                <a:spcPct val="100000"/>
              </a:lnSpc>
              <a:spcAft>
                <a:spcPts val="0"/>
              </a:spcAft>
              <a:defRPr/>
            </a:pPr>
            <a:r>
              <a:rPr lang="en-US" dirty="0" smtClean="0"/>
              <a:t>DelAuth demo – DelAuth SDL sample 2 – http://localhost/delauth/sample2/default.aspx</a:t>
            </a:r>
          </a:p>
          <a:p>
            <a:pPr defTabSz="931774">
              <a:lnSpc>
                <a:spcPct val="100000"/>
              </a:lnSpc>
              <a:spcAft>
                <a:spcPts val="0"/>
              </a:spcAft>
              <a:defRPr/>
            </a:pPr>
            <a:endParaRPr lang="en-US" dirty="0" smtClean="0"/>
          </a:p>
          <a:p>
            <a:endParaRPr lang="en-US" dirty="0"/>
          </a:p>
        </p:txBody>
      </p:sp>
      <p:sp>
        <p:nvSpPr>
          <p:cNvPr id="4" name="Slide Number Placeholder 3"/>
          <p:cNvSpPr>
            <a:spLocks noGrp="1"/>
          </p:cNvSpPr>
          <p:nvPr>
            <p:ph type="sldNum" sz="quarter" idx="10"/>
          </p:nvPr>
        </p:nvSpPr>
        <p:spPr/>
        <p:txBody>
          <a:bodyPr/>
          <a:lstStyle/>
          <a:p>
            <a:fld id="{FD8FA278-A2EE-4DC5-87FE-992C8F039793}" type="slidenum">
              <a:rPr lang="en-US" smtClean="0"/>
              <a:pPr/>
              <a:t>24</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B263312-38AA-4E1E-B2B5-0F8F122B24FE}" type="slidenum">
              <a:rPr lang="en-US" smtClean="0"/>
              <a:pPr/>
              <a:t>25</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B263312-38AA-4E1E-B2B5-0F8F122B24FE}" type="slidenum">
              <a:rPr lang="en-US" smtClean="0"/>
              <a:pPr/>
              <a:t>26</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B263312-38AA-4E1E-B2B5-0F8F122B24FE}" type="slidenum">
              <a:rPr lang="en-US" smtClean="0"/>
              <a:pPr/>
              <a:t>27</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B263312-38AA-4E1E-B2B5-0F8F122B24FE}" type="slidenum">
              <a:rPr lang="en-US" smtClean="0"/>
              <a:pPr/>
              <a:t>28</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lgn="l" defTabSz="914363" rtl="0"/>
            <a:endParaRPr lang="en-US" sz="1200" kern="1200" dirty="0">
              <a:solidFill>
                <a:prstClr val="black"/>
              </a:solidFill>
              <a:latin typeface="Calibri"/>
              <a:ea typeface="+mn-ea"/>
              <a:cs typeface="+mn-cs"/>
            </a:endParaRPr>
          </a:p>
        </p:txBody>
      </p:sp>
      <p:sp>
        <p:nvSpPr>
          <p:cNvPr id="5" name="Date Placeholder 4"/>
          <p:cNvSpPr>
            <a:spLocks noGrp="1"/>
          </p:cNvSpPr>
          <p:nvPr>
            <p:ph type="dt" idx="11"/>
          </p:nvPr>
        </p:nvSpPr>
        <p:spPr/>
        <p:txBody>
          <a:bodyPr/>
          <a:lstStyle/>
          <a:p>
            <a:pPr algn="r" defTabSz="914363" rtl="0"/>
            <a:fld id="{81331B57-0BE5-4F82-AA58-76F53EFF3ADA}" type="datetime8">
              <a:rPr lang="en-US" sz="1200" kern="1200">
                <a:solidFill>
                  <a:prstClr val="black"/>
                </a:solidFill>
                <a:latin typeface="Calibri"/>
                <a:ea typeface="+mn-ea"/>
                <a:cs typeface="+mn-cs"/>
              </a:rPr>
              <a:pPr algn="r" defTabSz="914363" rtl="0"/>
              <a:t>10/28/2008 7:27 PM</a:t>
            </a:fld>
            <a:endParaRPr lang="en-US" sz="1200" kern="1200">
              <a:solidFill>
                <a:prstClr val="black"/>
              </a:solidFill>
              <a:latin typeface="Calibri"/>
              <a:ea typeface="+mn-ea"/>
              <a:cs typeface="+mn-cs"/>
            </a:endParaRPr>
          </a:p>
        </p:txBody>
      </p:sp>
      <p:sp>
        <p:nvSpPr>
          <p:cNvPr id="6" name="Footer Placeholder 5"/>
          <p:cNvSpPr>
            <a:spLocks noGrp="1"/>
          </p:cNvSpPr>
          <p:nvPr>
            <p:ph type="ftr" sz="quarter" idx="12"/>
          </p:nvPr>
        </p:nvSpPr>
        <p:spPr/>
        <p:txBody>
          <a:bodyPr/>
          <a:lstStyle/>
          <a:p>
            <a:pPr algn="l" defTabSz="914363" rtl="0"/>
            <a:r>
              <a:rPr lang="en-US" sz="1200" kern="1200">
                <a:solidFill>
                  <a:srgbClr val="000000"/>
                </a:solidFill>
                <a:latin typeface="Calibri"/>
                <a:ea typeface="+mn-ea"/>
                <a:cs typeface="+mn-cs"/>
              </a:rPr>
              <a:t>© 2007 Microsoft Corporation. All rights reserved. Microsoft, Windows, Windows Vista and other product names are or may be registered trademarks and/or trademarks in the U.S. and/or other countries.</a:t>
            </a:r>
          </a:p>
          <a:p>
            <a:pPr algn="l" defTabSz="914363" rtl="0"/>
            <a:r>
              <a:rPr lang="en-US" sz="1200" kern="1200">
                <a:solidFill>
                  <a:srgbClr val="000000"/>
                </a:solidFill>
                <a:latin typeface="Calibri"/>
                <a:ea typeface="+mn-ea"/>
                <a:cs typeface="+mn-cs"/>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1200" kern="1200">
                <a:solidFill>
                  <a:srgbClr val="000000"/>
                </a:solidFill>
                <a:latin typeface="Calibri"/>
                <a:ea typeface="+mn-ea"/>
                <a:cs typeface="+mn-cs"/>
              </a:rPr>
            </a:br>
            <a:r>
              <a:rPr lang="en-US" sz="1200" kern="1200">
                <a:solidFill>
                  <a:srgbClr val="000000"/>
                </a:solidFill>
                <a:latin typeface="Calibri"/>
                <a:ea typeface="+mn-ea"/>
                <a:cs typeface="+mn-cs"/>
              </a:rPr>
              <a:t>MICROSOFT MAKES NO WARRANTIES, EXPRESS, IMPLIED OR STATUTORY, AS TO THE INFORMATION IN THIS PRESENTATION.</a:t>
            </a:r>
          </a:p>
          <a:p>
            <a:pPr algn="l" defTabSz="914363" rtl="0"/>
            <a:endParaRPr lang="en-US" sz="1200" kern="1200" dirty="0">
              <a:solidFill>
                <a:prstClr val="black"/>
              </a:solidFill>
              <a:latin typeface="Calibri"/>
              <a:ea typeface="+mn-ea"/>
              <a:cs typeface="+mn-cs"/>
            </a:endParaRPr>
          </a:p>
        </p:txBody>
      </p:sp>
      <p:sp>
        <p:nvSpPr>
          <p:cNvPr id="7" name="Slide Number Placeholder 6"/>
          <p:cNvSpPr>
            <a:spLocks noGrp="1"/>
          </p:cNvSpPr>
          <p:nvPr>
            <p:ph type="sldNum" sz="quarter" idx="13"/>
          </p:nvPr>
        </p:nvSpPr>
        <p:spPr/>
        <p:txBody>
          <a:bodyPr/>
          <a:lstStyle/>
          <a:p>
            <a:pPr algn="r" defTabSz="914363" rtl="0"/>
            <a:fld id="{EC87E0CF-87F6-4B58-B8B8-DCAB2DAAF3CA}" type="slidenum">
              <a:rPr lang="en-US" sz="1200" kern="1200">
                <a:solidFill>
                  <a:prstClr val="black"/>
                </a:solidFill>
                <a:latin typeface="Calibri"/>
                <a:ea typeface="+mn-ea"/>
                <a:cs typeface="+mn-cs"/>
              </a:rPr>
              <a:pPr algn="r" defTabSz="914363" rtl="0"/>
              <a:t>29</a:t>
            </a:fld>
            <a:endParaRPr lang="en-US" sz="1200" kern="1200" dirty="0">
              <a:solidFill>
                <a:prstClr val="black"/>
              </a:solidFill>
              <a:latin typeface="Calibri"/>
              <a:ea typeface="+mn-ea"/>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62500" lnSpcReduction="20000"/>
          </a:bodyPr>
          <a:lstStyle/>
          <a:p>
            <a:r>
              <a:rPr lang="en-US" dirty="0" smtClean="0"/>
              <a:t>Federation is a trust-based agreement between two organizations with some common purpose, such that both want authentication assertions from one organization to be recognized by the other. </a:t>
            </a:r>
          </a:p>
          <a:p>
            <a:pPr lvl="1"/>
            <a:endParaRPr lang="en-US" dirty="0" smtClean="0"/>
          </a:p>
          <a:p>
            <a:r>
              <a:rPr lang="en-US" dirty="0" smtClean="0"/>
              <a:t>Federation involves two parties: </a:t>
            </a:r>
          </a:p>
          <a:p>
            <a:pPr lvl="1"/>
            <a:r>
              <a:rPr lang="en-US" dirty="0" smtClean="0"/>
              <a:t>The identity provider authenticates users’ identity accounts so that those users can access resources in third-party networks.</a:t>
            </a:r>
            <a:br>
              <a:rPr lang="en-US" dirty="0" smtClean="0"/>
            </a:br>
            <a:endParaRPr lang="en-US" dirty="0" smtClean="0"/>
          </a:p>
          <a:p>
            <a:pPr lvl="1"/>
            <a:r>
              <a:rPr lang="en-US" dirty="0" smtClean="0"/>
              <a:t>The resource provider permits identities authenticated by an identity provider to access resources in its network.</a:t>
            </a:r>
            <a:br>
              <a:rPr lang="en-US" dirty="0" smtClean="0"/>
            </a:br>
            <a:endParaRPr lang="en-US" dirty="0" smtClean="0"/>
          </a:p>
          <a:p>
            <a:r>
              <a:rPr lang="en-US" dirty="0" smtClean="0"/>
              <a:t>This trust relationship can be unidirectional or bidirectional. Windows Live ID is capable of playing either role. </a:t>
            </a:r>
          </a:p>
          <a:p>
            <a:endParaRPr lang="en-US" dirty="0" smtClean="0"/>
          </a:p>
          <a:p>
            <a:pPr marL="53383" indent="-53383">
              <a:buClr>
                <a:schemeClr val="accent3"/>
              </a:buClr>
              <a:buSzPct val="95000"/>
            </a:pPr>
            <a:r>
              <a:rPr lang="en-US" sz="1800" b="1" kern="0" dirty="0" smtClean="0">
                <a:latin typeface="Calibri" pitchFamily="34" charset="0"/>
              </a:rPr>
              <a:t>Federation allows partners to give their users access to Live Services</a:t>
            </a:r>
          </a:p>
          <a:p>
            <a:pPr marL="580741" lvl="1" indent="-53383">
              <a:buClr>
                <a:schemeClr val="accent3"/>
              </a:buClr>
              <a:buSzPct val="95000"/>
            </a:pPr>
            <a:r>
              <a:rPr lang="en-US" sz="1400" kern="0" dirty="0" smtClean="0">
                <a:latin typeface="Calibri" pitchFamily="34" charset="0"/>
              </a:rPr>
              <a:t>Partner is identity provider – for example your ISP</a:t>
            </a:r>
          </a:p>
          <a:p>
            <a:pPr marL="580741" lvl="1" indent="-53383">
              <a:buClr>
                <a:schemeClr val="accent3"/>
              </a:buClr>
              <a:buSzPct val="95000"/>
            </a:pPr>
            <a:r>
              <a:rPr lang="en-US" sz="1400" kern="0" dirty="0" smtClean="0">
                <a:latin typeface="Calibri" pitchFamily="34" charset="0"/>
              </a:rPr>
              <a:t>Partner can include Live Services in their offerings to customer – for example hosted e-mail</a:t>
            </a:r>
          </a:p>
          <a:p>
            <a:pPr marL="53383" indent="-53383">
              <a:buClr>
                <a:schemeClr val="accent3"/>
              </a:buClr>
              <a:buSzPct val="95000"/>
            </a:pPr>
            <a:r>
              <a:rPr lang="en-US" sz="2000" kern="0" dirty="0" smtClean="0">
                <a:latin typeface="Calibri" pitchFamily="34" charset="0"/>
              </a:rPr>
              <a:t>Based on WS-* standards and extended to Service Scenarios:  </a:t>
            </a:r>
          </a:p>
          <a:p>
            <a:pPr marL="580741" lvl="1" indent="-53383">
              <a:buClr>
                <a:schemeClr val="accent3"/>
              </a:buClr>
              <a:buSzPct val="95000"/>
            </a:pPr>
            <a:r>
              <a:rPr lang="en-US" sz="1400" kern="0" dirty="0" smtClean="0">
                <a:latin typeface="Calibri" pitchFamily="34" charset="0"/>
              </a:rPr>
              <a:t>Automated trust provisioning – WS-Fed extension</a:t>
            </a:r>
          </a:p>
          <a:p>
            <a:pPr marL="580741" lvl="1" indent="-53383">
              <a:buClr>
                <a:schemeClr val="accent3"/>
              </a:buClr>
              <a:buSzPct val="95000"/>
            </a:pPr>
            <a:r>
              <a:rPr lang="en-US" sz="1400" kern="0" dirty="0" smtClean="0">
                <a:latin typeface="Calibri" pitchFamily="34" charset="0"/>
              </a:rPr>
              <a:t>Batch request optimization to reduce roundtrip – WS-Trust extension</a:t>
            </a:r>
          </a:p>
          <a:p>
            <a:pPr marL="580741" lvl="1" indent="-53383">
              <a:buClr>
                <a:schemeClr val="accent3"/>
              </a:buClr>
              <a:buSzPct val="95000"/>
            </a:pPr>
            <a:r>
              <a:rPr lang="en-US" sz="1400" kern="0" dirty="0" smtClean="0">
                <a:latin typeface="Calibri" pitchFamily="34" charset="0"/>
              </a:rPr>
              <a:t>Forced sign in, sign-in security level  (strong password, pin) – SAML extension</a:t>
            </a:r>
          </a:p>
          <a:p>
            <a:pPr marL="53383" indent="-53383">
              <a:buClr>
                <a:schemeClr val="accent3"/>
              </a:buClr>
              <a:buSzPct val="95000"/>
            </a:pPr>
            <a:r>
              <a:rPr lang="en-US" sz="2000" kern="0" dirty="0" smtClean="0">
                <a:latin typeface="Calibri" pitchFamily="34" charset="0"/>
              </a:rPr>
              <a:t>Easy partner on-boarding is more than just standard protocols</a:t>
            </a:r>
          </a:p>
          <a:p>
            <a:pPr marL="580741" lvl="1" indent="-53383">
              <a:buClr>
                <a:schemeClr val="accent3"/>
              </a:buClr>
              <a:buSzPct val="95000"/>
            </a:pPr>
            <a:r>
              <a:rPr lang="en-US" sz="1400" kern="0" dirty="0" smtClean="0">
                <a:latin typeface="Calibri" pitchFamily="34" charset="0"/>
              </a:rPr>
              <a:t>Realm discovery to route authentication to the right provider &amp; cache for subsequent visits </a:t>
            </a:r>
          </a:p>
          <a:p>
            <a:pPr marL="580741" lvl="1" indent="-53383">
              <a:buClr>
                <a:schemeClr val="accent3"/>
              </a:buClr>
              <a:buSzPct val="95000"/>
            </a:pPr>
            <a:r>
              <a:rPr lang="en-US" sz="1400" kern="0" dirty="0" smtClean="0">
                <a:latin typeface="Calibri" pitchFamily="34" charset="0"/>
              </a:rPr>
              <a:t>Cleanup namespace - Evict squatters</a:t>
            </a:r>
          </a:p>
          <a:p>
            <a:pPr marL="580741" lvl="1" indent="-53383">
              <a:buClr>
                <a:schemeClr val="accent3"/>
              </a:buClr>
              <a:buSzPct val="95000"/>
            </a:pPr>
            <a:r>
              <a:rPr lang="en-US" sz="1400" kern="0" dirty="0" smtClean="0">
                <a:latin typeface="Calibri" pitchFamily="34" charset="0"/>
              </a:rPr>
              <a:t>Support certificate rollover: store two versions of certs</a:t>
            </a:r>
          </a:p>
          <a:p>
            <a:pPr marL="53383" indent="-53383">
              <a:buClr>
                <a:schemeClr val="accent3"/>
              </a:buClr>
              <a:buSzPct val="95000"/>
            </a:pPr>
            <a:r>
              <a:rPr lang="en-US" sz="2000" kern="0" dirty="0" smtClean="0">
                <a:latin typeface="Calibri" pitchFamily="34" charset="0"/>
              </a:rPr>
              <a:t>Shadow account creation makes federation invisible to Microsoft services: </a:t>
            </a:r>
          </a:p>
          <a:p>
            <a:pPr marL="580741" lvl="1" indent="-53383">
              <a:buClr>
                <a:schemeClr val="accent3"/>
              </a:buClr>
              <a:buSzPct val="95000"/>
            </a:pPr>
            <a:r>
              <a:rPr lang="en-US" sz="1400" kern="0" dirty="0" smtClean="0">
                <a:latin typeface="Calibri" pitchFamily="34" charset="0"/>
              </a:rPr>
              <a:t>Create PUID / shadow account on the fly </a:t>
            </a:r>
          </a:p>
          <a:p>
            <a:pPr marL="580741" lvl="1" indent="-53383">
              <a:buClr>
                <a:schemeClr val="accent3"/>
              </a:buClr>
              <a:buSzPct val="95000"/>
            </a:pPr>
            <a:r>
              <a:rPr lang="en-US" sz="1400" kern="0" dirty="0" smtClean="0">
                <a:latin typeface="Calibri" pitchFamily="34" charset="0"/>
              </a:rPr>
              <a:t>UPN in foreign token as the account name and store email name</a:t>
            </a:r>
          </a:p>
          <a:p>
            <a:pPr marL="580741" lvl="1" indent="-53383">
              <a:buClr>
                <a:schemeClr val="accent3"/>
              </a:buClr>
              <a:buSzPct val="95000"/>
            </a:pPr>
            <a:r>
              <a:rPr lang="en-US" sz="1400" kern="0" dirty="0" smtClean="0">
                <a:latin typeface="Calibri" pitchFamily="34" charset="0"/>
              </a:rPr>
              <a:t>E-mail name is member name to Live service, rename on the fly if e-mail name changes</a:t>
            </a:r>
          </a:p>
          <a:p>
            <a:pPr marL="580741" lvl="1" indent="-53383">
              <a:buClr>
                <a:schemeClr val="accent3"/>
              </a:buClr>
              <a:buSzPct val="95000"/>
            </a:pPr>
            <a:r>
              <a:rPr lang="en-US" sz="1400" kern="0" dirty="0" smtClean="0">
                <a:latin typeface="Calibri" pitchFamily="34" charset="0"/>
              </a:rPr>
              <a:t>Backwards compatible with existing services: auth tokens look the same for fed and WLID users</a:t>
            </a:r>
          </a:p>
          <a:p>
            <a:pPr marL="53383" indent="-53383">
              <a:buClr>
                <a:schemeClr val="accent3"/>
              </a:buClr>
              <a:buSzPct val="95000"/>
            </a:pPr>
            <a:r>
              <a:rPr lang="en-US" sz="2000" kern="0" dirty="0" smtClean="0">
                <a:latin typeface="Calibri" pitchFamily="34" charset="0"/>
              </a:rPr>
              <a:t>Linking with WLID leverages user’s existing investment in Live for best UX</a:t>
            </a:r>
          </a:p>
          <a:p>
            <a:pPr marL="580741" lvl="1" indent="-53383">
              <a:buClr>
                <a:schemeClr val="accent3"/>
              </a:buClr>
              <a:buSzPct val="95000"/>
            </a:pPr>
            <a:r>
              <a:rPr lang="en-US" sz="1400" kern="0" dirty="0" smtClean="0">
                <a:latin typeface="Calibri" pitchFamily="34" charset="0"/>
              </a:rPr>
              <a:t>Account merge: if account has the same name (EASI) merge and keep the PUID for data access </a:t>
            </a:r>
          </a:p>
          <a:p>
            <a:pPr marL="580741" lvl="1" indent="-53383">
              <a:buClr>
                <a:schemeClr val="accent3"/>
              </a:buClr>
              <a:buSzPct val="95000"/>
            </a:pPr>
            <a:r>
              <a:rPr lang="en-US" sz="1400" kern="0" dirty="0" smtClean="0">
                <a:latin typeface="Calibri" pitchFamily="34" charset="0"/>
              </a:rPr>
              <a:t>Link to a different Live ID</a:t>
            </a:r>
          </a:p>
          <a:p>
            <a:pPr marL="580741" lvl="1" indent="-53383">
              <a:buClr>
                <a:schemeClr val="accent3"/>
              </a:buClr>
              <a:buSzPct val="95000"/>
            </a:pPr>
            <a:r>
              <a:rPr lang="en-US" sz="1400" kern="0" dirty="0" smtClean="0">
                <a:latin typeface="Calibri" pitchFamily="34" charset="0"/>
              </a:rPr>
              <a:t>Divorce: Accruing data for password reset allows Microsoft to keep users when they leave the federated partner</a:t>
            </a:r>
          </a:p>
          <a:p>
            <a:pPr>
              <a:buFont typeface="Wingdings" pitchFamily="2" charset="2"/>
              <a:buNone/>
            </a:pPr>
            <a:endParaRPr lang="en-US" sz="4800" dirty="0"/>
          </a:p>
        </p:txBody>
      </p:sp>
      <p:sp>
        <p:nvSpPr>
          <p:cNvPr id="4" name="Slide Number Placeholder 3"/>
          <p:cNvSpPr>
            <a:spLocks noGrp="1"/>
          </p:cNvSpPr>
          <p:nvPr>
            <p:ph type="sldNum" sz="quarter" idx="10"/>
          </p:nvPr>
        </p:nvSpPr>
        <p:spPr/>
        <p:txBody>
          <a:bodyPr/>
          <a:lstStyle/>
          <a:p>
            <a:pPr algn="r" defTabSz="914363" rtl="0"/>
            <a:fld id="{A8671791-9B95-4C59-974F-BE2DCDC344BB}" type="slidenum">
              <a:rPr lang="en-US" sz="1200" kern="1200">
                <a:solidFill>
                  <a:prstClr val="black"/>
                </a:solidFill>
                <a:latin typeface="Calibri"/>
                <a:ea typeface="+mn-ea"/>
                <a:cs typeface="+mn-cs"/>
              </a:rPr>
              <a:pPr algn="r" defTabSz="914363" rtl="0"/>
              <a:t>30</a:t>
            </a:fld>
            <a:endParaRPr lang="en-US" sz="1200" kern="1200">
              <a:solidFill>
                <a:prstClr val="black"/>
              </a:solidFill>
              <a:latin typeface="Calibri"/>
              <a:ea typeface="+mn-ea"/>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lgn="r" defTabSz="914363" rtl="0"/>
            <a:fld id="{EACF1B02-839F-4093-B872-A2447763456A}" type="slidenum">
              <a:rPr lang="en-US" sz="1200" kern="1200">
                <a:solidFill>
                  <a:prstClr val="black"/>
                </a:solidFill>
                <a:latin typeface="Calibri"/>
                <a:ea typeface="+mn-ea"/>
                <a:cs typeface="+mn-cs"/>
              </a:rPr>
              <a:pPr algn="r" defTabSz="914363" rtl="0"/>
              <a:t>31</a:t>
            </a:fld>
            <a:endParaRPr lang="en-US" sz="1200" kern="1200">
              <a:solidFill>
                <a:prstClr val="black"/>
              </a:solidFill>
              <a:latin typeface="Calibri"/>
              <a:ea typeface="+mn-ea"/>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Authentication library support on more runtimes</a:t>
            </a:r>
          </a:p>
          <a:p>
            <a:pPr lvl="1"/>
            <a:r>
              <a:rPr lang="en-US" dirty="0" smtClean="0"/>
              <a:t>Mobile, </a:t>
            </a:r>
            <a:r>
              <a:rPr lang="en-US" dirty="0" err="1" smtClean="0"/>
              <a:t>SilverLight</a:t>
            </a:r>
            <a:r>
              <a:rPr lang="en-US" dirty="0" smtClean="0"/>
              <a:t>, etc.</a:t>
            </a:r>
          </a:p>
          <a:p>
            <a:pPr lvl="1"/>
            <a:endParaRPr lang="en-US" dirty="0" smtClean="0"/>
          </a:p>
          <a:p>
            <a:r>
              <a:rPr lang="en-US" dirty="0" smtClean="0"/>
              <a:t>Supporting Open Standards</a:t>
            </a:r>
          </a:p>
          <a:p>
            <a:pPr lvl="1"/>
            <a:r>
              <a:rPr lang="en-US" dirty="0" smtClean="0"/>
              <a:t>WS-* (Now)</a:t>
            </a:r>
          </a:p>
          <a:p>
            <a:pPr lvl="1"/>
            <a:r>
              <a:rPr lang="en-US" dirty="0" smtClean="0"/>
              <a:t>Open ID (</a:t>
            </a:r>
            <a:r>
              <a:rPr lang="en-US" dirty="0" smtClean="0">
                <a:hlinkClick r:id="rId3"/>
              </a:rPr>
              <a:t>http://openid.net</a:t>
            </a:r>
            <a:r>
              <a:rPr lang="en-US" dirty="0" smtClean="0"/>
              <a:t>) -- Tech Preview release now</a:t>
            </a:r>
          </a:p>
          <a:p>
            <a:pPr lvl="1"/>
            <a:r>
              <a:rPr lang="en-US" dirty="0" smtClean="0"/>
              <a:t>OAuth (</a:t>
            </a:r>
            <a:r>
              <a:rPr lang="en-US" dirty="0" smtClean="0">
                <a:hlinkClick r:id="rId4"/>
              </a:rPr>
              <a:t>http://oauth.net</a:t>
            </a:r>
            <a:r>
              <a:rPr lang="en-US" dirty="0" smtClean="0"/>
              <a:t>) -- Planning for 2009 release</a:t>
            </a:r>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32</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8400" y="697230"/>
            <a:ext cx="4673600" cy="3486150"/>
          </a:xfrm>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defTabSz="931736"/>
            <a:endParaRPr lang="en-US" dirty="0">
              <a:solidFill>
                <a:prstClr val="black"/>
              </a:solidFill>
              <a:latin typeface="Calibri"/>
            </a:endParaRPr>
          </a:p>
        </p:txBody>
      </p:sp>
      <p:sp>
        <p:nvSpPr>
          <p:cNvPr id="5" name="Date Placeholder 4"/>
          <p:cNvSpPr>
            <a:spLocks noGrp="1"/>
          </p:cNvSpPr>
          <p:nvPr>
            <p:ph type="dt" idx="11"/>
          </p:nvPr>
        </p:nvSpPr>
        <p:spPr/>
        <p:txBody>
          <a:bodyPr/>
          <a:lstStyle/>
          <a:p>
            <a:pPr defTabSz="931736"/>
            <a:fld id="{81331B57-0BE5-4F82-AA58-76F53EFF3ADA}" type="datetime8">
              <a:rPr lang="en-US">
                <a:solidFill>
                  <a:prstClr val="black"/>
                </a:solidFill>
                <a:latin typeface="Calibri"/>
              </a:rPr>
              <a:pPr defTabSz="931736"/>
              <a:t>10/28/2008 7:27 PM</a:t>
            </a:fld>
            <a:endParaRPr lang="en-US" dirty="0">
              <a:solidFill>
                <a:prstClr val="black"/>
              </a:solidFill>
              <a:latin typeface="Calibri"/>
            </a:endParaRPr>
          </a:p>
        </p:txBody>
      </p:sp>
      <p:sp>
        <p:nvSpPr>
          <p:cNvPr id="6" name="Footer Placeholder 5"/>
          <p:cNvSpPr>
            <a:spLocks noGrp="1"/>
          </p:cNvSpPr>
          <p:nvPr>
            <p:ph type="ftr" sz="quarter" idx="12"/>
          </p:nvPr>
        </p:nvSpPr>
        <p:spPr/>
        <p:txBody>
          <a:bodyPr/>
          <a:lstStyle/>
          <a:p>
            <a:pPr defTabSz="931736"/>
            <a:r>
              <a:rPr lang="en-US" sz="1200" dirty="0">
                <a:solidFill>
                  <a:srgbClr val="000000"/>
                </a:solidFill>
                <a:latin typeface="Calibri" pitchFamily="34" charset="0"/>
              </a:rPr>
              <a:t>© 2008 Microsoft Corporation. All rights reserved. Microsoft, Windows, Windows Vista and other product names are or may be registered trademarks and/or trademarks in the U.S. and/or other countries.</a:t>
            </a:r>
          </a:p>
          <a:p>
            <a:pPr defTabSz="931736"/>
            <a:r>
              <a:rPr lang="en-US" sz="1200" dirty="0">
                <a:solidFill>
                  <a:srgbClr val="000000"/>
                </a:solidFill>
                <a:latin typeface="Calibr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1200" dirty="0">
                <a:solidFill>
                  <a:srgbClr val="000000"/>
                </a:solidFill>
                <a:latin typeface="Calibri" pitchFamily="34" charset="0"/>
              </a:rPr>
            </a:br>
            <a:r>
              <a:rPr lang="en-US" sz="1200" dirty="0">
                <a:solidFill>
                  <a:srgbClr val="000000"/>
                </a:solidFill>
                <a:latin typeface="Calibri" pitchFamily="34" charset="0"/>
              </a:rPr>
              <a:t>MICROSOFT MAKES NO WARRANTIES, EXPRESS, IMPLIED OR STATUTORY, AS TO THE INFORMATION IN THIS PRESENTATION.</a:t>
            </a:r>
          </a:p>
          <a:p>
            <a:pPr defTabSz="931736"/>
            <a:endParaRPr lang="en-US" sz="1200" dirty="0">
              <a:solidFill>
                <a:prstClr val="black"/>
              </a:solidFill>
              <a:latin typeface="Calibri" pitchFamily="34" charset="0"/>
            </a:endParaRPr>
          </a:p>
        </p:txBody>
      </p:sp>
      <p:sp>
        <p:nvSpPr>
          <p:cNvPr id="7" name="Slide Number Placeholder 6"/>
          <p:cNvSpPr>
            <a:spLocks noGrp="1"/>
          </p:cNvSpPr>
          <p:nvPr>
            <p:ph type="sldNum" sz="quarter" idx="13"/>
          </p:nvPr>
        </p:nvSpPr>
        <p:spPr/>
        <p:txBody>
          <a:bodyPr/>
          <a:lstStyle/>
          <a:p>
            <a:pPr defTabSz="931736"/>
            <a:fld id="{EC87E0CF-87F6-4B58-B8B8-DCAB2DAAF3CA}" type="slidenum">
              <a:rPr lang="en-US">
                <a:solidFill>
                  <a:prstClr val="black"/>
                </a:solidFill>
                <a:latin typeface="Calibri"/>
              </a:rPr>
              <a:pPr defTabSz="931736"/>
              <a:t>33</a:t>
            </a:fld>
            <a:endParaRPr lang="en-US" dirty="0">
              <a:solidFill>
                <a:prstClr val="black"/>
              </a:solidFill>
              <a:latin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931723">
              <a:defRPr/>
            </a:pPr>
            <a:r>
              <a:rPr lang="en-US" dirty="0" smtClean="0">
                <a:cs typeface="Arial" pitchFamily="34" charset="0"/>
              </a:rPr>
              <a:t>Additional Whitepapers on specific topics can be made available</a:t>
            </a:r>
          </a:p>
          <a:p>
            <a:endParaRPr lang="en-US" dirty="0"/>
          </a:p>
        </p:txBody>
      </p:sp>
      <p:sp>
        <p:nvSpPr>
          <p:cNvPr id="4" name="Slide Number Placeholder 3"/>
          <p:cNvSpPr>
            <a:spLocks noGrp="1"/>
          </p:cNvSpPr>
          <p:nvPr>
            <p:ph type="sldNum" sz="quarter" idx="10"/>
          </p:nvPr>
        </p:nvSpPr>
        <p:spPr/>
        <p:txBody>
          <a:bodyPr/>
          <a:lstStyle/>
          <a:p>
            <a:fld id="{EACF1B02-839F-4093-B872-A2447763456A}" type="slidenum">
              <a:rPr lang="en-US" smtClean="0"/>
              <a:pPr/>
              <a:t>34</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10/28/2008 7:27 PM</a:t>
            </a:fld>
            <a:endParaRPr lang="en-US"/>
          </a:p>
        </p:txBody>
      </p:sp>
      <p:sp>
        <p:nvSpPr>
          <p:cNvPr id="6" name="Footer Placeholder 5"/>
          <p:cNvSpPr>
            <a:spLocks noGrp="1"/>
          </p:cNvSpPr>
          <p:nvPr>
            <p:ph type="ftr" sz="quarter" idx="12"/>
          </p:nvPr>
        </p:nvSpPr>
        <p:spPr/>
        <p:txBody>
          <a:bodyPr/>
          <a:lstStyle/>
          <a:p>
            <a:r>
              <a:rPr lang="en-US" smtClean="0">
                <a:solidFill>
                  <a:srgbClr val="000000"/>
                </a:solidFill>
              </a:rPr>
              <a:t>© 2007 Microsoft Corporation. All rights reserved. Microsoft, Windows, Windows Vista and other product names are or may be registered trademarks and/or trademarks in the U.S. and/or other countries.</a:t>
            </a:r>
          </a:p>
          <a:p>
            <a:r>
              <a:rPr lang="en-US" smtClean="0">
                <a:solidFill>
                  <a:srgbClr val="000000"/>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mtClean="0">
                <a:solidFill>
                  <a:srgbClr val="000000"/>
                </a:solidFill>
              </a:rPr>
            </a:br>
            <a:r>
              <a:rPr lang="en-US" smtClean="0">
                <a:solidFill>
                  <a:srgbClr val="000000"/>
                </a:solidFill>
              </a:rPr>
              <a:t>MICROSOFT MAKES NO WARRANTIES, EXPRESS, IMPLIED OR STATUTORY, AS TO THE INFORMATION IN THIS PRESENTATION.</a:t>
            </a:r>
          </a:p>
          <a:p>
            <a:endParaRPr lang="en-US" dirty="0"/>
          </a:p>
        </p:txBody>
      </p:sp>
      <p:sp>
        <p:nvSpPr>
          <p:cNvPr id="7" name="Slide Number Placeholder 6"/>
          <p:cNvSpPr>
            <a:spLocks noGrp="1"/>
          </p:cNvSpPr>
          <p:nvPr>
            <p:ph type="sldNum" sz="quarter" idx="13"/>
          </p:nvPr>
        </p:nvSpPr>
        <p:spPr/>
        <p:txBody>
          <a:bodyPr/>
          <a:lstStyle/>
          <a:p>
            <a:fld id="{EC87E0CF-87F6-4B58-B8B8-DCAB2DAAF3CA}" type="slidenum">
              <a:rPr lang="en-US" smtClean="0"/>
              <a:pPr/>
              <a:t>37</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10/28/2008 7:27 PM</a:t>
            </a:fld>
            <a:endParaRPr lang="en-US" dirty="0"/>
          </a:p>
        </p:txBody>
      </p:sp>
      <p:sp>
        <p:nvSpPr>
          <p:cNvPr id="6" name="Footer Placeholder 5"/>
          <p:cNvSpPr>
            <a:spLocks noGrp="1"/>
          </p:cNvSpPr>
          <p:nvPr>
            <p:ph type="ftr" sz="quarter" idx="12"/>
          </p:nvPr>
        </p:nvSpPr>
        <p:spPr>
          <a:xfrm>
            <a:off x="0" y="8829967"/>
            <a:ext cx="6309360" cy="464820"/>
          </a:xfrm>
        </p:spPr>
        <p:txBody>
          <a:bodyPr/>
          <a:lstStyle/>
          <a:p>
            <a:r>
              <a:rPr lang="en-US" sz="500" dirty="0" smtClean="0">
                <a:solidFill>
                  <a:srgbClr val="000000"/>
                </a:solidFill>
              </a:rPr>
              <a:t>© 2007 Microsoft Corporation. All rights reserved. Microsoft, Windows, Windows Vista and other product names are or may be registered trademarks and/or trademarks in the U.S. and/or other countries.</a:t>
            </a:r>
          </a:p>
          <a:p>
            <a:r>
              <a:rPr lang="en-US" sz="500" dirty="0" smtClean="0">
                <a:solidFill>
                  <a:srgbClr val="000000"/>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smtClean="0">
                <a:solidFill>
                  <a:srgbClr val="000000"/>
                </a:solidFill>
              </a:rPr>
            </a:br>
            <a:r>
              <a:rPr lang="en-US" sz="500" dirty="0" smtClean="0">
                <a:solidFill>
                  <a:srgbClr val="000000"/>
                </a:solidFill>
              </a:rPr>
              <a:t>MICROSOFT MAKES NO WARRANTIES, EXPRESS, IMPLIED OR STATUTORY, AS TO THE INFORMATION IN THIS PRESENTATION.</a:t>
            </a:r>
          </a:p>
          <a:p>
            <a:endParaRPr lang="en-US" sz="500" dirty="0"/>
          </a:p>
        </p:txBody>
      </p:sp>
      <p:sp>
        <p:nvSpPr>
          <p:cNvPr id="7" name="Slide Number Placeholder 6"/>
          <p:cNvSpPr>
            <a:spLocks noGrp="1"/>
          </p:cNvSpPr>
          <p:nvPr>
            <p:ph type="sldNum" sz="quarter" idx="13"/>
          </p:nvPr>
        </p:nvSpPr>
        <p:spPr>
          <a:xfrm>
            <a:off x="6309359" y="8829967"/>
            <a:ext cx="699418" cy="464820"/>
          </a:xfrm>
        </p:spPr>
        <p:txBody>
          <a:bodyPr/>
          <a:lstStyle/>
          <a:p>
            <a:fld id="{EC87E0CF-87F6-4B58-B8B8-DCAB2DAAF3CA}" type="slidenum">
              <a:rPr lang="en-US" smtClean="0"/>
              <a:pPr/>
              <a:t>38</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10/28/2008 7:27 PM</a:t>
            </a:fld>
            <a:endParaRPr lang="en-US"/>
          </a:p>
        </p:txBody>
      </p:sp>
      <p:sp>
        <p:nvSpPr>
          <p:cNvPr id="6" name="Footer Placeholder 5"/>
          <p:cNvSpPr>
            <a:spLocks noGrp="1"/>
          </p:cNvSpPr>
          <p:nvPr>
            <p:ph type="ftr" sz="quarter" idx="12"/>
          </p:nvPr>
        </p:nvSpPr>
        <p:spPr/>
        <p:txBody>
          <a:bodyPr/>
          <a:lstStyle/>
          <a:p>
            <a:r>
              <a:rPr lang="en-US" smtClean="0">
                <a:solidFill>
                  <a:srgbClr val="000000"/>
                </a:solidFill>
              </a:rPr>
              <a:t>© 2007 Microsoft Corporation. All rights reserved. Microsoft, Windows, Windows Vista and other product names are or may be registered trademarks and/or trademarks in the U.S. and/or other countries.</a:t>
            </a:r>
          </a:p>
          <a:p>
            <a:r>
              <a:rPr lang="en-US" smtClean="0">
                <a:solidFill>
                  <a:srgbClr val="000000"/>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mtClean="0">
                <a:solidFill>
                  <a:srgbClr val="000000"/>
                </a:solidFill>
              </a:rPr>
            </a:br>
            <a:r>
              <a:rPr lang="en-US" smtClean="0">
                <a:solidFill>
                  <a:srgbClr val="000000"/>
                </a:solidFill>
              </a:rPr>
              <a:t>MICROSOFT MAKES NO WARRANTIES, EXPRESS, IMPLIED OR STATUTORY, AS TO THE INFORMATION IN THIS PRESENTATION.</a:t>
            </a:r>
          </a:p>
          <a:p>
            <a:endParaRPr lang="en-US" dirty="0"/>
          </a:p>
        </p:txBody>
      </p:sp>
      <p:sp>
        <p:nvSpPr>
          <p:cNvPr id="7" name="Slide Number Placeholder 6"/>
          <p:cNvSpPr>
            <a:spLocks noGrp="1"/>
          </p:cNvSpPr>
          <p:nvPr>
            <p:ph type="sldNum" sz="quarter" idx="13"/>
          </p:nvPr>
        </p:nvSpPr>
        <p:spPr/>
        <p:txBody>
          <a:bodyPr/>
          <a:lstStyle/>
          <a:p>
            <a:fld id="{EC87E0CF-87F6-4B58-B8B8-DCAB2DAAF3CA}" type="slidenum">
              <a:rPr lang="en-US" smtClean="0"/>
              <a:pPr/>
              <a:t>39</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10/28/2008 7:27 PM</a:t>
            </a:fld>
            <a:endParaRPr lang="en-US" dirty="0"/>
          </a:p>
        </p:txBody>
      </p:sp>
      <p:sp>
        <p:nvSpPr>
          <p:cNvPr id="6" name="Footer Placeholder 5"/>
          <p:cNvSpPr>
            <a:spLocks noGrp="1"/>
          </p:cNvSpPr>
          <p:nvPr>
            <p:ph type="ftr" sz="quarter" idx="12"/>
          </p:nvPr>
        </p:nvSpPr>
        <p:spPr>
          <a:xfrm>
            <a:off x="0" y="8829967"/>
            <a:ext cx="6421120" cy="464820"/>
          </a:xfrm>
          <a:prstGeom prst="rect">
            <a:avLst/>
          </a:prstGeom>
        </p:spPr>
        <p:txBody>
          <a:bodyPr/>
          <a:lstStyle/>
          <a:p>
            <a:r>
              <a:rPr lang="en-US" sz="800" dirty="0" smtClean="0"/>
              <a:t>MICROSOFT CONFIDENTIAL</a:t>
            </a:r>
          </a:p>
          <a:p>
            <a:r>
              <a:rPr lang="en-US" dirty="0" smtClean="0"/>
              <a:t>© 2006 Microsoft Corporation. All rights reserved. Microsoft, Windows, Windows Vista and other product names are or may be registered trademarks and/or trademarks in the U.S. and/or other countries.</a:t>
            </a:r>
          </a:p>
          <a:p>
            <a:r>
              <a:rPr lang="en-US" dirty="0" smtClean="0"/>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dirty="0" smtClean="0"/>
            </a:br>
            <a:r>
              <a:rPr lang="en-US" dirty="0" smtClean="0"/>
              <a:t>MICROSOFT MAKES NO WARRANTIES, EXPRESS, IMPLIED OR STATUTORY, AS TO THE INFORMATION IN THIS PRESENTATION.</a:t>
            </a:r>
            <a:endParaRPr lang="en-US" dirty="0"/>
          </a:p>
        </p:txBody>
      </p:sp>
      <p:sp>
        <p:nvSpPr>
          <p:cNvPr id="7" name="Slide Number Placeholder 6"/>
          <p:cNvSpPr>
            <a:spLocks noGrp="1"/>
          </p:cNvSpPr>
          <p:nvPr>
            <p:ph type="sldNum" sz="quarter" idx="13"/>
          </p:nvPr>
        </p:nvSpPr>
        <p:spPr/>
        <p:txBody>
          <a:bodyPr/>
          <a:lstStyle/>
          <a:p>
            <a:fld id="{EC87E0CF-87F6-4B58-B8B8-DCAB2DAAF3CA}" type="slidenum">
              <a:rPr lang="en-US" smtClean="0"/>
              <a:pPr/>
              <a:t>40</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10/28/2008 7:27 PM</a:t>
            </a:fld>
            <a:endParaRPr lang="en-US" dirty="0"/>
          </a:p>
        </p:txBody>
      </p:sp>
      <p:sp>
        <p:nvSpPr>
          <p:cNvPr id="6" name="Footer Placeholder 5"/>
          <p:cNvSpPr>
            <a:spLocks noGrp="1"/>
          </p:cNvSpPr>
          <p:nvPr>
            <p:ph type="ftr" sz="quarter" idx="12"/>
          </p:nvPr>
        </p:nvSpPr>
        <p:spPr>
          <a:xfrm>
            <a:off x="0" y="8829967"/>
            <a:ext cx="6421120" cy="464820"/>
          </a:xfrm>
          <a:prstGeom prst="rect">
            <a:avLst/>
          </a:prstGeom>
        </p:spPr>
        <p:txBody>
          <a:bodyPr/>
          <a:lstStyle/>
          <a:p>
            <a:r>
              <a:rPr lang="en-US" sz="800" dirty="0" smtClean="0"/>
              <a:t>MICROSOFT CONFIDENTIAL</a:t>
            </a:r>
          </a:p>
          <a:p>
            <a:r>
              <a:rPr lang="en-US" dirty="0" smtClean="0"/>
              <a:t>© 2006 Microsoft Corporation. All rights reserved. Microsoft, Windows, Windows Vista and other product names are or may be registered trademarks and/or trademarks in the U.S. and/or other countries.</a:t>
            </a:r>
          </a:p>
          <a:p>
            <a:r>
              <a:rPr lang="en-US" dirty="0" smtClean="0"/>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dirty="0" smtClean="0"/>
            </a:br>
            <a:r>
              <a:rPr lang="en-US" dirty="0" smtClean="0"/>
              <a:t>MICROSOFT MAKES NO WARRANTIES, EXPRESS, IMPLIED OR STATUTORY, AS TO THE INFORMATION IN THIS PRESENTATION.</a:t>
            </a:r>
            <a:endParaRPr lang="en-US" dirty="0"/>
          </a:p>
        </p:txBody>
      </p:sp>
      <p:sp>
        <p:nvSpPr>
          <p:cNvPr id="7" name="Slide Number Placeholder 6"/>
          <p:cNvSpPr>
            <a:spLocks noGrp="1"/>
          </p:cNvSpPr>
          <p:nvPr>
            <p:ph type="sldNum" sz="quarter" idx="13"/>
          </p:nvPr>
        </p:nvSpPr>
        <p:spPr/>
        <p:txBody>
          <a:bodyPr/>
          <a:lstStyle/>
          <a:p>
            <a:fld id="{EC87E0CF-87F6-4B58-B8B8-DCAB2DAAF3CA}" type="slidenum">
              <a:rPr lang="en-US" smtClean="0"/>
              <a:pPr/>
              <a:t>41</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10/28/2008 7:27 PM</a:t>
            </a:fld>
            <a:endParaRPr lang="en-US" dirty="0"/>
          </a:p>
        </p:txBody>
      </p:sp>
      <p:sp>
        <p:nvSpPr>
          <p:cNvPr id="6" name="Footer Placeholder 5"/>
          <p:cNvSpPr>
            <a:spLocks noGrp="1"/>
          </p:cNvSpPr>
          <p:nvPr>
            <p:ph type="ftr" sz="quarter" idx="12"/>
          </p:nvPr>
        </p:nvSpPr>
        <p:spPr>
          <a:xfrm>
            <a:off x="0" y="8829967"/>
            <a:ext cx="6309360" cy="464820"/>
          </a:xfrm>
        </p:spPr>
        <p:txBody>
          <a:bodyPr/>
          <a:lstStyle/>
          <a:p>
            <a:r>
              <a:rPr lang="en-US" sz="500" dirty="0" smtClean="0">
                <a:solidFill>
                  <a:srgbClr val="000000"/>
                </a:solidFill>
              </a:rPr>
              <a:t>© 2007 Microsoft Corporation. All rights reserved. Microsoft, Windows, Windows Vista and other product names are or may be registered trademarks and/or trademarks in the U.S. and/or other countries.</a:t>
            </a:r>
          </a:p>
          <a:p>
            <a:r>
              <a:rPr lang="en-US" sz="500" dirty="0" smtClean="0">
                <a:solidFill>
                  <a:srgbClr val="000000"/>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smtClean="0">
                <a:solidFill>
                  <a:srgbClr val="000000"/>
                </a:solidFill>
              </a:rPr>
            </a:br>
            <a:r>
              <a:rPr lang="en-US" sz="500" dirty="0" smtClean="0">
                <a:solidFill>
                  <a:srgbClr val="000000"/>
                </a:solidFill>
              </a:rPr>
              <a:t>MICROSOFT MAKES NO WARRANTIES, EXPRESS, IMPLIED OR STATUTORY, AS TO THE INFORMATION IN THIS PRESENTATION.</a:t>
            </a:r>
          </a:p>
          <a:p>
            <a:endParaRPr lang="en-US" sz="500" dirty="0"/>
          </a:p>
        </p:txBody>
      </p:sp>
      <p:sp>
        <p:nvSpPr>
          <p:cNvPr id="7" name="Slide Number Placeholder 6"/>
          <p:cNvSpPr>
            <a:spLocks noGrp="1"/>
          </p:cNvSpPr>
          <p:nvPr>
            <p:ph type="sldNum" sz="quarter" idx="13"/>
          </p:nvPr>
        </p:nvSpPr>
        <p:spPr>
          <a:xfrm>
            <a:off x="6309359" y="8829967"/>
            <a:ext cx="699418" cy="464820"/>
          </a:xfrm>
        </p:spPr>
        <p:txBody>
          <a:bodyPr/>
          <a:lstStyle/>
          <a:p>
            <a:fld id="{EC87E0CF-87F6-4B58-B8B8-DCAB2DAAF3CA}" type="slidenum">
              <a:rPr lang="en-US" smtClean="0"/>
              <a:pPr/>
              <a:t>42</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20135" y="1905001"/>
            <a:ext cx="7681913" cy="1523495"/>
          </a:xfrm>
        </p:spPr>
        <p:txBody>
          <a:bodyPr>
            <a:noAutofit/>
          </a:bodyPr>
          <a:lstStyle>
            <a:lvl1pPr>
              <a:lnSpc>
                <a:spcPct val="90000"/>
              </a:lnSpc>
              <a:defRPr sz="4400" b="1"/>
            </a:lvl1pPr>
          </a:lstStyle>
          <a:p>
            <a:r>
              <a:rPr lang="en-US" smtClean="0"/>
              <a:t>Click to edit Master title style</a:t>
            </a:r>
            <a:endParaRPr lang="en-US" dirty="0"/>
          </a:p>
        </p:txBody>
      </p:sp>
      <p:sp>
        <p:nvSpPr>
          <p:cNvPr id="3" name="Subtitle 2"/>
          <p:cNvSpPr>
            <a:spLocks noGrp="1"/>
          </p:cNvSpPr>
          <p:nvPr>
            <p:ph type="subTitle" idx="1" hasCustomPrompt="1"/>
          </p:nvPr>
        </p:nvSpPr>
        <p:spPr>
          <a:xfrm>
            <a:off x="4945954" y="4038600"/>
            <a:ext cx="3456094" cy="914400"/>
          </a:xfrm>
        </p:spPr>
        <p:txBody>
          <a:bodyPr>
            <a:noAutofit/>
          </a:bodyPr>
          <a:lstStyle>
            <a:lvl1pPr marL="457200" indent="-457200" algn="l">
              <a:lnSpc>
                <a:spcPct val="75000"/>
              </a:lnSpc>
              <a:spcBef>
                <a:spcPts val="0"/>
              </a:spcBef>
              <a:spcAft>
                <a:spcPts val="0"/>
              </a:spcAft>
              <a:buNone/>
              <a:tabLst>
                <a:tab pos="457200" algn="l"/>
              </a:tabLst>
              <a:defRPr sz="3000">
                <a:solidFill>
                  <a:schemeClr val="tx1">
                    <a:tint val="75000"/>
                  </a:schemeClr>
                </a:solidFill>
                <a:sym typeface="Wingding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dirty="0" smtClean="0"/>
              <a:t>	Click to edit Master subtitle style</a:t>
            </a:r>
            <a:endParaRPr lang="en-US" dirty="0"/>
          </a:p>
        </p:txBody>
      </p:sp>
      <p:sp>
        <p:nvSpPr>
          <p:cNvPr id="7" name="Text Placeholder 6"/>
          <p:cNvSpPr>
            <a:spLocks noGrp="1"/>
          </p:cNvSpPr>
          <p:nvPr>
            <p:ph type="body" sz="quarter" idx="10" hasCustomPrompt="1"/>
          </p:nvPr>
        </p:nvSpPr>
        <p:spPr>
          <a:xfrm>
            <a:off x="4945954" y="5486400"/>
            <a:ext cx="3456094" cy="838200"/>
          </a:xfrm>
        </p:spPr>
        <p:txBody>
          <a:bodyPr vert="horz" wrap="square" lIns="0" tIns="0" rIns="0" bIns="0" rtlCol="0">
            <a:noAutofit/>
          </a:bodyPr>
          <a:lstStyle>
            <a:lvl1pPr marL="457200" indent="-457200" algn="l" defTabSz="914363" rtl="0" eaLnBrk="1" latinLnBrk="0" hangingPunct="1">
              <a:lnSpc>
                <a:spcPct val="75000"/>
              </a:lnSpc>
              <a:spcBef>
                <a:spcPts val="0"/>
              </a:spcBef>
              <a:spcAft>
                <a:spcPts val="0"/>
              </a:spcAft>
              <a:buFont typeface="Arial" pitchFamily="34" charset="0"/>
              <a:buNone/>
              <a:tabLst>
                <a:tab pos="457200" algn="l"/>
              </a:tabLst>
              <a:defRPr lang="en-US" sz="3000" kern="1200" dirty="0">
                <a:solidFill>
                  <a:schemeClr val="tx1">
                    <a:tint val="75000"/>
                  </a:schemeClr>
                </a:solidFill>
                <a:latin typeface="+mn-lt"/>
                <a:ea typeface="+mn-ea"/>
                <a:cs typeface="+mn-cs"/>
                <a:sym typeface="Wingdings"/>
              </a:defRPr>
            </a:lvl1pPr>
          </a:lstStyle>
          <a:p>
            <a:r>
              <a:rPr lang="en-US" dirty="0" smtClean="0"/>
              <a:t>	Click to edit Master subtitle style</a:t>
            </a:r>
            <a:endParaRPr lang="en-US" dirty="0"/>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emo, Partner and Customer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945954" y="4038600"/>
            <a:ext cx="3456094" cy="914400"/>
          </a:xfrm>
        </p:spPr>
        <p:txBody>
          <a:bodyPr anchor="t" anchorCtr="0">
            <a:noAutofit/>
          </a:bodyPr>
          <a:lstStyle>
            <a:lvl1pPr>
              <a:lnSpc>
                <a:spcPct val="78000"/>
              </a:lnSpc>
              <a:spcBef>
                <a:spcPts val="0"/>
              </a:spcBef>
              <a:spcAft>
                <a:spcPts val="0"/>
              </a:spcAft>
              <a:defRPr sz="3600"/>
            </a:lvl1pPr>
          </a:lstStyle>
          <a:p>
            <a:r>
              <a:rPr lang="en-US" smtClean="0"/>
              <a:t>Click to edit Master title style</a:t>
            </a:r>
            <a:endParaRPr lang="en-US" dirty="0"/>
          </a:p>
        </p:txBody>
      </p:sp>
      <p:sp>
        <p:nvSpPr>
          <p:cNvPr id="3" name="Subtitle 2"/>
          <p:cNvSpPr>
            <a:spLocks noGrp="1"/>
          </p:cNvSpPr>
          <p:nvPr>
            <p:ph type="subTitle" idx="1" hasCustomPrompt="1"/>
          </p:nvPr>
        </p:nvSpPr>
        <p:spPr>
          <a:xfrm>
            <a:off x="4945954" y="5334001"/>
            <a:ext cx="3456094" cy="1066799"/>
          </a:xfrm>
        </p:spPr>
        <p:txBody>
          <a:bodyPr>
            <a:noAutofit/>
          </a:bodyPr>
          <a:lstStyle>
            <a:lvl1pPr marL="457200" indent="-457200" algn="l">
              <a:lnSpc>
                <a:spcPct val="78000"/>
              </a:lnSpc>
              <a:spcBef>
                <a:spcPts val="0"/>
              </a:spcBef>
              <a:spcAft>
                <a:spcPts val="0"/>
              </a:spcAft>
              <a:buNone/>
              <a:tabLst>
                <a:tab pos="457200" algn="l"/>
              </a:tabLst>
              <a:defRPr sz="3000">
                <a:solidFill>
                  <a:schemeClr val="tx1">
                    <a:tint val="75000"/>
                  </a:schemeClr>
                </a:solidFill>
                <a:sym typeface="Wingding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dirty="0" smtClean="0"/>
              <a:t>	Presenter Name</a:t>
            </a:r>
          </a:p>
          <a:p>
            <a:r>
              <a:rPr lang="en-US" sz="2400" dirty="0" smtClean="0"/>
              <a:t>	Title</a:t>
            </a:r>
          </a:p>
          <a:p>
            <a:r>
              <a:rPr lang="en-US" sz="2400" dirty="0" smtClean="0"/>
              <a:t>	Group</a:t>
            </a:r>
            <a:endParaRPr lang="en-US" sz="2400" dirty="0"/>
          </a:p>
        </p:txBody>
      </p:sp>
      <p:sp>
        <p:nvSpPr>
          <p:cNvPr id="7" name="Text Placeholder 6"/>
          <p:cNvSpPr>
            <a:spLocks noGrp="1"/>
          </p:cNvSpPr>
          <p:nvPr>
            <p:ph type="body" sz="quarter" idx="10" hasCustomPrompt="1"/>
          </p:nvPr>
        </p:nvSpPr>
        <p:spPr>
          <a:xfrm>
            <a:off x="730044" y="1905000"/>
            <a:ext cx="7682119" cy="1384994"/>
          </a:xfrm>
        </p:spPr>
        <p:txBody>
          <a:bodyPr vert="horz" wrap="square" lIns="0" tIns="0" rIns="0" bIns="0" rtlCol="0" anchor="t" anchorCtr="0">
            <a:noAutofit/>
            <a:scene3d>
              <a:camera prst="orthographicFront"/>
              <a:lightRig rig="flat" dir="t"/>
            </a:scene3d>
            <a:sp3d>
              <a:contourClr>
                <a:srgbClr val="F4A234"/>
              </a:contourClr>
            </a:sp3d>
          </a:bodyPr>
          <a:lstStyle>
            <a:lvl1pPr marL="0" indent="0" algn="l">
              <a:buFont typeface="Arial" pitchFamily="34" charset="0"/>
              <a:buNone/>
              <a:defRPr kumimoji="0" lang="en-US" sz="10000" b="0" i="0" u="none" strike="noStrike" kern="1200" cap="none" spc="-642" normalizeH="0" baseline="0" noProof="0" dirty="0" smtClean="0">
                <a:ln w="11430"/>
                <a:gradFill>
                  <a:gsLst>
                    <a:gs pos="62000">
                      <a:schemeClr val="tx1"/>
                    </a:gs>
                    <a:gs pos="88000">
                      <a:schemeClr val="tx1"/>
                    </a:gs>
                  </a:gsLst>
                  <a:lin ang="5400000"/>
                </a:gradFill>
                <a:effectLst/>
                <a:uLnTx/>
                <a:uFillTx/>
                <a:latin typeface="Calibri" pitchFamily="34" charset="0"/>
                <a:ea typeface="+mn-ea"/>
                <a:cs typeface="+mn-cs"/>
              </a:defRPr>
            </a:lvl1pPr>
          </a:lstStyle>
          <a:p>
            <a:pPr marL="0" lvl="0" indent="0" algn="l" defTabSz="914363" rtl="0" eaLnBrk="1" latinLnBrk="0" hangingPunct="1">
              <a:lnSpc>
                <a:spcPct val="78000"/>
              </a:lnSpc>
              <a:spcBef>
                <a:spcPct val="20000"/>
              </a:spcBef>
              <a:spcAft>
                <a:spcPts val="800"/>
              </a:spcAft>
              <a:buFont typeface="Arial" pitchFamily="34" charset="0"/>
              <a:buNone/>
            </a:pPr>
            <a:r>
              <a:rPr lang="en-US" dirty="0" smtClean="0"/>
              <a:t>click to…</a:t>
            </a:r>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Video and Announcing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945954" y="4038600"/>
            <a:ext cx="3456094" cy="914400"/>
          </a:xfrm>
        </p:spPr>
        <p:txBody>
          <a:bodyPr anchor="t" anchorCtr="0">
            <a:noAutofit/>
          </a:bodyPr>
          <a:lstStyle>
            <a:lvl1pPr>
              <a:lnSpc>
                <a:spcPct val="78000"/>
              </a:lnSpc>
              <a:spcBef>
                <a:spcPts val="0"/>
              </a:spcBef>
              <a:spcAft>
                <a:spcPts val="0"/>
              </a:spcAft>
              <a:defRPr sz="3600"/>
            </a:lvl1pPr>
          </a:lstStyle>
          <a:p>
            <a:r>
              <a:rPr lang="en-US" smtClean="0"/>
              <a:t>Click to edit Master title style</a:t>
            </a:r>
            <a:endParaRPr lang="en-US" dirty="0"/>
          </a:p>
        </p:txBody>
      </p:sp>
      <p:sp>
        <p:nvSpPr>
          <p:cNvPr id="7" name="Text Placeholder 6"/>
          <p:cNvSpPr>
            <a:spLocks noGrp="1"/>
          </p:cNvSpPr>
          <p:nvPr>
            <p:ph type="body" sz="quarter" idx="10" hasCustomPrompt="1"/>
          </p:nvPr>
        </p:nvSpPr>
        <p:spPr>
          <a:xfrm>
            <a:off x="730044" y="1905000"/>
            <a:ext cx="7682119" cy="1384994"/>
          </a:xfrm>
        </p:spPr>
        <p:txBody>
          <a:bodyPr anchor="t" anchorCtr="0">
            <a:noAutofit/>
            <a:scene3d>
              <a:camera prst="orthographicFront"/>
              <a:lightRig rig="flat" dir="t"/>
            </a:scene3d>
            <a:sp3d>
              <a:contourClr>
                <a:srgbClr val="F4A234"/>
              </a:contourClr>
            </a:sp3d>
          </a:bodyPr>
          <a:lstStyle>
            <a:lvl1pPr marL="0" indent="0" algn="l">
              <a:buFont typeface="Arial" pitchFamily="34" charset="0"/>
              <a:buNone/>
              <a:defRPr kumimoji="0" lang="en-US" sz="10000" b="0" i="0" u="none" strike="noStrike" kern="1200" cap="none" spc="-642" normalizeH="0" baseline="0" noProof="0" dirty="0" smtClean="0">
                <a:ln w="11430"/>
                <a:gradFill>
                  <a:gsLst>
                    <a:gs pos="62000">
                      <a:schemeClr val="tx1"/>
                    </a:gs>
                    <a:gs pos="88000">
                      <a:schemeClr val="tx1"/>
                    </a:gs>
                  </a:gsLst>
                  <a:lin ang="5400000"/>
                </a:gradFill>
                <a:effectLst/>
                <a:uLnTx/>
                <a:uFillTx/>
                <a:latin typeface="Calibri" pitchFamily="34" charset="0"/>
                <a:ea typeface="+mn-ea"/>
                <a:cs typeface="+mn-cs"/>
              </a:defRPr>
            </a:lvl1pPr>
          </a:lstStyle>
          <a:p>
            <a:pPr lvl="0"/>
            <a:r>
              <a:rPr lang="en-US" dirty="0" smtClean="0"/>
              <a:t>click to…</a:t>
            </a:r>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a:xfrm>
            <a:off x="730044" y="1411552"/>
            <a:ext cx="7672003" cy="2053960"/>
          </a:xfrm>
        </p:spPr>
        <p:txBody>
          <a:bodyPr/>
          <a:lstStyle>
            <a:lvl1pPr>
              <a:lnSpc>
                <a:spcPct val="78000"/>
              </a:lnSpc>
              <a:defRPr/>
            </a:lvl1pPr>
            <a:lvl2pPr>
              <a:lnSpc>
                <a:spcPct val="78000"/>
              </a:lnSpc>
              <a:defRPr/>
            </a:lvl2pPr>
            <a:lvl3pPr>
              <a:lnSpc>
                <a:spcPct val="78000"/>
              </a:lnSpc>
              <a:defRPr/>
            </a:lvl3pPr>
            <a:lvl4pPr>
              <a:lnSpc>
                <a:spcPct val="78000"/>
              </a:lnSpc>
              <a:defRPr/>
            </a:lvl4pPr>
            <a:lvl5pPr>
              <a:lnSpc>
                <a:spcPct val="78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itle Placeholder 1"/>
          <p:cNvSpPr>
            <a:spLocks noGrp="1"/>
          </p:cNvSpPr>
          <p:nvPr>
            <p:ph type="title"/>
          </p:nvPr>
        </p:nvSpPr>
        <p:spPr>
          <a:xfrm>
            <a:off x="387054" y="152400"/>
            <a:ext cx="8375946" cy="609398"/>
          </a:xfrm>
          <a:prstGeom prst="rect">
            <a:avLst/>
          </a:prstGeom>
        </p:spPr>
        <p:txBody>
          <a:bodyPr vert="horz" wrap="square" lIns="0" tIns="0" rIns="0" bIns="0" rtlCol="0" anchor="t">
            <a:spAutoFit/>
          </a:bodyPr>
          <a:lstStyle>
            <a:lvl1pPr>
              <a:defRPr/>
            </a:lvl1pPr>
          </a:lstStyle>
          <a:p>
            <a:r>
              <a:rPr lang="en-US" smtClean="0"/>
              <a:t>Click to edit Master title style</a:t>
            </a:r>
            <a:endParaRPr lang="en-US" dirty="0"/>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FUTURE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smtClean="0"/>
              <a:t>Use this Slide for FUTURE Content</a:t>
            </a:r>
            <a:endParaRPr lang="en-US" dirty="0"/>
          </a:p>
        </p:txBody>
      </p:sp>
      <p:sp>
        <p:nvSpPr>
          <p:cNvPr id="6" name="Text Placeholder 5"/>
          <p:cNvSpPr>
            <a:spLocks noGrp="1"/>
          </p:cNvSpPr>
          <p:nvPr>
            <p:ph type="body" sz="quarter" idx="10"/>
          </p:nvPr>
        </p:nvSpPr>
        <p:spPr>
          <a:xfrm>
            <a:off x="730044" y="1411553"/>
            <a:ext cx="7672004" cy="1994841"/>
          </a:xfrm>
        </p:spPr>
        <p:txBody>
          <a:bodyPr/>
          <a:lstStyle>
            <a:lvl1pPr>
              <a:lnSpc>
                <a:spcPct val="78000"/>
              </a:lnSpc>
              <a:defRPr/>
            </a:lvl1pPr>
            <a:lvl2pPr>
              <a:lnSpc>
                <a:spcPct val="78000"/>
              </a:lnSpc>
              <a:buClr>
                <a:srgbClr val="95E3E7"/>
              </a:buClr>
              <a:defRPr/>
            </a:lvl2pPr>
            <a:lvl3pPr>
              <a:lnSpc>
                <a:spcPct val="78000"/>
              </a:lnSpc>
              <a:buClr>
                <a:srgbClr val="95E3E7"/>
              </a:buClr>
              <a:defRPr/>
            </a:lvl3pPr>
            <a:lvl4pPr>
              <a:lnSpc>
                <a:spcPct val="78000"/>
              </a:lnSpc>
              <a:buClr>
                <a:srgbClr val="95E3E7"/>
              </a:buClr>
              <a:defRPr/>
            </a:lvl4pPr>
            <a:lvl5pPr>
              <a:lnSpc>
                <a:spcPct val="78000"/>
              </a:lnSpc>
              <a:buClr>
                <a:srgbClr val="95E3E7"/>
              </a:buCl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Content Placeholder 2"/>
          <p:cNvSpPr>
            <a:spLocks noGrp="1"/>
          </p:cNvSpPr>
          <p:nvPr>
            <p:ph idx="1"/>
          </p:nvPr>
        </p:nvSpPr>
        <p:spPr>
          <a:xfrm>
            <a:off x="730044" y="1412875"/>
            <a:ext cx="7681532" cy="1994841"/>
          </a:xfrm>
        </p:spPr>
        <p:txBody>
          <a:bodyPr/>
          <a:lstStyle>
            <a:lvl1pPr>
              <a:lnSpc>
                <a:spcPct val="78000"/>
              </a:lnSpc>
              <a:defRPr/>
            </a:lvl1pPr>
            <a:lvl2pPr>
              <a:lnSpc>
                <a:spcPct val="78000"/>
              </a:lnSpc>
              <a:defRPr/>
            </a:lvl2pPr>
            <a:lvl3pPr>
              <a:lnSpc>
                <a:spcPct val="78000"/>
              </a:lnSpc>
              <a:defRPr/>
            </a:lvl3pPr>
            <a:lvl4pPr>
              <a:lnSpc>
                <a:spcPct val="78000"/>
              </a:lnSpc>
              <a:defRPr/>
            </a:lvl4pPr>
            <a:lvl5pPr>
              <a:lnSpc>
                <a:spcPct val="78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Content Placeholder 2"/>
          <p:cNvSpPr>
            <a:spLocks noGrp="1"/>
          </p:cNvSpPr>
          <p:nvPr>
            <p:ph sz="half" idx="1"/>
          </p:nvPr>
        </p:nvSpPr>
        <p:spPr>
          <a:xfrm>
            <a:off x="730045" y="1411554"/>
            <a:ext cx="3670461" cy="1981376"/>
          </a:xfrm>
        </p:spPr>
        <p:txBody>
          <a:bodyPr/>
          <a:lstStyle>
            <a:lvl1pPr marL="339976" indent="-339976">
              <a:lnSpc>
                <a:spcPct val="78000"/>
              </a:lnSpc>
              <a:defRPr sz="2800"/>
            </a:lvl1pPr>
            <a:lvl2pPr marL="673338" indent="-325424">
              <a:lnSpc>
                <a:spcPct val="78000"/>
              </a:lnSpc>
              <a:defRPr sz="2400"/>
            </a:lvl2pPr>
            <a:lvl3pPr marL="953785" indent="-288384">
              <a:lnSpc>
                <a:spcPct val="78000"/>
              </a:lnSpc>
              <a:defRPr sz="2000"/>
            </a:lvl3pPr>
            <a:lvl4pPr marL="1227618" indent="-273833">
              <a:lnSpc>
                <a:spcPct val="78000"/>
              </a:lnSpc>
              <a:defRPr sz="1800"/>
            </a:lvl4pPr>
            <a:lvl5pPr marL="1516002" indent="-280447">
              <a:lnSpc>
                <a:spcPct val="78000"/>
              </a:lnSpc>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86330" y="1411554"/>
            <a:ext cx="3725246" cy="1981376"/>
          </a:xfrm>
        </p:spPr>
        <p:txBody>
          <a:bodyPr/>
          <a:lstStyle>
            <a:lvl1pPr marL="347914" indent="-347914">
              <a:lnSpc>
                <a:spcPct val="78000"/>
              </a:lnSpc>
              <a:defRPr sz="2800"/>
            </a:lvl1pPr>
            <a:lvl2pPr marL="673338" indent="-339976">
              <a:lnSpc>
                <a:spcPct val="78000"/>
              </a:lnSpc>
              <a:defRPr sz="2400"/>
            </a:lvl2pPr>
            <a:lvl3pPr marL="961722" indent="-302936">
              <a:lnSpc>
                <a:spcPct val="78000"/>
              </a:lnSpc>
              <a:defRPr sz="2000"/>
            </a:lvl3pPr>
            <a:lvl4pPr marL="1227618" indent="-265896">
              <a:lnSpc>
                <a:spcPct val="78000"/>
              </a:lnSpc>
              <a:defRPr sz="1800"/>
            </a:lvl4pPr>
            <a:lvl5pPr marL="1516002" indent="-273833">
              <a:lnSpc>
                <a:spcPct val="78000"/>
              </a:lnSpc>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730045" y="1411553"/>
            <a:ext cx="3670461" cy="600164"/>
          </a:xfrm>
        </p:spPr>
        <p:txBody>
          <a:bodyPr anchor="b"/>
          <a:lstStyle>
            <a:lvl1pPr marL="0" indent="0">
              <a:lnSpc>
                <a:spcPct val="78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730044" y="2174876"/>
            <a:ext cx="3670461" cy="1464503"/>
          </a:xfrm>
        </p:spPr>
        <p:txBody>
          <a:bodyPr/>
          <a:lstStyle>
            <a:lvl1pPr marL="281770" indent="-281770">
              <a:lnSpc>
                <a:spcPct val="78000"/>
              </a:lnSpc>
              <a:defRPr sz="2300"/>
            </a:lvl1pPr>
            <a:lvl2pPr marL="562218" indent="-265896">
              <a:lnSpc>
                <a:spcPct val="78000"/>
              </a:lnSpc>
              <a:defRPr sz="2000"/>
            </a:lvl2pPr>
            <a:lvl3pPr marL="813562" indent="-243407">
              <a:lnSpc>
                <a:spcPct val="78000"/>
              </a:lnSpc>
              <a:defRPr sz="1800"/>
            </a:lvl3pPr>
            <a:lvl4pPr marL="1050354" indent="-228856">
              <a:lnSpc>
                <a:spcPct val="78000"/>
              </a:lnSpc>
              <a:defRPr sz="1700"/>
            </a:lvl4pPr>
            <a:lvl5pPr marL="1279210" indent="-206367">
              <a:lnSpc>
                <a:spcPct val="78000"/>
              </a:lnSpc>
              <a:defRPr sz="17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43495" y="1411553"/>
            <a:ext cx="3658553" cy="600164"/>
          </a:xfrm>
        </p:spPr>
        <p:txBody>
          <a:bodyPr anchor="b"/>
          <a:lstStyle>
            <a:lvl1pPr marL="0" indent="0">
              <a:lnSpc>
                <a:spcPct val="78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743495" y="2174876"/>
            <a:ext cx="3668081" cy="1464503"/>
          </a:xfrm>
        </p:spPr>
        <p:txBody>
          <a:bodyPr/>
          <a:lstStyle>
            <a:lvl1pPr marL="296321" indent="-296321">
              <a:lnSpc>
                <a:spcPct val="78000"/>
              </a:lnSpc>
              <a:defRPr sz="2300"/>
            </a:lvl1pPr>
            <a:lvl2pPr marL="570155" indent="-273833">
              <a:lnSpc>
                <a:spcPct val="78000"/>
              </a:lnSpc>
              <a:defRPr sz="2000"/>
            </a:lvl2pPr>
            <a:lvl3pPr marL="821499" indent="-244730">
              <a:lnSpc>
                <a:spcPct val="78000"/>
              </a:lnSpc>
              <a:defRPr sz="1800"/>
            </a:lvl3pPr>
            <a:lvl4pPr marL="1050354" indent="-236793">
              <a:lnSpc>
                <a:spcPct val="78000"/>
              </a:lnSpc>
              <a:defRPr sz="1700"/>
            </a:lvl4pPr>
            <a:lvl5pPr marL="1279210" indent="-220919">
              <a:lnSpc>
                <a:spcPct val="78000"/>
              </a:lnSpc>
              <a:defRPr sz="17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WALKIN - Prints in GRAYSCAL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peaker Notes BLACK slide - you must hide i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white"/>
        <p:txBody>
          <a:bodyPr/>
          <a:lstStyle>
            <a:lvl1pPr>
              <a:defRPr baseline="0"/>
            </a:lvl1pPr>
          </a:lstStyle>
          <a:p>
            <a:r>
              <a:rPr lang="en-US" dirty="0" smtClean="0"/>
              <a:t>Use this Slide for Speaker Notes</a:t>
            </a:r>
          </a:p>
        </p:txBody>
      </p:sp>
      <p:sp>
        <p:nvSpPr>
          <p:cNvPr id="6" name="Text Placeholder 5"/>
          <p:cNvSpPr>
            <a:spLocks noGrp="1"/>
          </p:cNvSpPr>
          <p:nvPr>
            <p:ph type="body" sz="quarter" idx="10"/>
          </p:nvPr>
        </p:nvSpPr>
        <p:spPr bwMode="white">
          <a:xfrm>
            <a:off x="381000" y="1411554"/>
            <a:ext cx="8382000" cy="1892249"/>
          </a:xfrm>
        </p:spPr>
        <p:txBody>
          <a:bodyPr/>
          <a:lstStyle>
            <a:lvl1pPr marL="401638" indent="-401638">
              <a:spcAft>
                <a:spcPts val="0"/>
              </a:spcAft>
              <a:buClr>
                <a:schemeClr val="tx1"/>
              </a:buClr>
              <a:buSzPct val="70000"/>
              <a:buFont typeface="Wingdings" pitchFamily="2" charset="2"/>
              <a:buChar char="l"/>
              <a:defRPr/>
            </a:lvl1pPr>
            <a:lvl2pPr marL="793750" indent="-384175">
              <a:buClr>
                <a:schemeClr val="tx1"/>
              </a:buClr>
              <a:buSzPct val="70000"/>
              <a:buFont typeface="Wingdings" pitchFamily="2" charset="2"/>
              <a:buChar char="l"/>
              <a:defRPr/>
            </a:lvl2pPr>
            <a:lvl3pPr marL="1147763" indent="-346075">
              <a:buClr>
                <a:schemeClr val="tx1"/>
              </a:buClr>
              <a:buSzPct val="70000"/>
              <a:buFont typeface="Wingdings" pitchFamily="2" charset="2"/>
              <a:buChar char="l"/>
              <a:defRPr/>
            </a:lvl3pPr>
            <a:lvl4pPr marL="1476375" indent="-328613">
              <a:buClr>
                <a:schemeClr val="tx1"/>
              </a:buClr>
              <a:buSzPct val="70000"/>
              <a:buFont typeface="Wingdings" pitchFamily="2" charset="2"/>
              <a:buChar char="l"/>
              <a:defRPr/>
            </a:lvl4pPr>
            <a:lvl5pPr marL="1812925" indent="-320675">
              <a:buClr>
                <a:schemeClr val="tx1"/>
              </a:buClr>
              <a:buSzPct val="70000"/>
              <a:buFont typeface="Wingdings" pitchFamily="2" charset="2"/>
              <a:buChar char="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peaker Notes BLACK slide with Footer - you must hide i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white"/>
        <p:txBody>
          <a:bodyPr/>
          <a:lstStyle>
            <a:lvl1pPr>
              <a:defRPr/>
            </a:lvl1pPr>
          </a:lstStyle>
          <a:p>
            <a:r>
              <a:rPr lang="en-US" dirty="0" smtClean="0"/>
              <a:t>Use this Slide for Speaker Notes</a:t>
            </a:r>
            <a:endParaRPr lang="en-US" dirty="0"/>
          </a:p>
        </p:txBody>
      </p:sp>
      <p:sp>
        <p:nvSpPr>
          <p:cNvPr id="6" name="Text Placeholder 5"/>
          <p:cNvSpPr>
            <a:spLocks noGrp="1"/>
          </p:cNvSpPr>
          <p:nvPr>
            <p:ph type="body" sz="quarter" idx="10"/>
          </p:nvPr>
        </p:nvSpPr>
        <p:spPr bwMode="white">
          <a:xfrm>
            <a:off x="381000" y="1411554"/>
            <a:ext cx="8382000" cy="1892249"/>
          </a:xfrm>
        </p:spPr>
        <p:txBody>
          <a:bodyPr/>
          <a:lstStyle>
            <a:lvl1pPr marL="401638" indent="-401638">
              <a:spcAft>
                <a:spcPts val="0"/>
              </a:spcAft>
              <a:buClr>
                <a:schemeClr val="tx1"/>
              </a:buClr>
              <a:buSzPct val="70000"/>
              <a:buFont typeface="Wingdings" pitchFamily="2" charset="2"/>
              <a:buChar char="l"/>
              <a:defRPr/>
            </a:lvl1pPr>
            <a:lvl2pPr marL="801688" indent="-392113">
              <a:buClr>
                <a:schemeClr val="tx1"/>
              </a:buClr>
              <a:buSzPct val="70000"/>
              <a:buFont typeface="Wingdings" pitchFamily="2" charset="2"/>
              <a:buChar char="l"/>
              <a:defRPr/>
            </a:lvl2pPr>
            <a:lvl3pPr marL="1155700" indent="-346075">
              <a:buClr>
                <a:schemeClr val="tx1"/>
              </a:buClr>
              <a:buSzPct val="70000"/>
              <a:buFont typeface="Wingdings" pitchFamily="2" charset="2"/>
              <a:buChar char="l"/>
              <a:defRPr/>
            </a:lvl3pPr>
            <a:lvl4pPr marL="1476375" indent="-312738">
              <a:buClr>
                <a:schemeClr val="tx1"/>
              </a:buClr>
              <a:buSzPct val="70000"/>
              <a:buFont typeface="Wingdings" pitchFamily="2" charset="2"/>
              <a:buChar char="l"/>
              <a:defRPr/>
            </a:lvl4pPr>
            <a:lvl5pPr marL="1812925" indent="-320675">
              <a:buClr>
                <a:schemeClr val="tx1"/>
              </a:buClr>
              <a:buSzPct val="70000"/>
              <a:buFont typeface="Wingdings" pitchFamily="2" charset="2"/>
              <a:buChar char="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6"/>
          <p:cNvSpPr>
            <a:spLocks noGrp="1"/>
          </p:cNvSpPr>
          <p:nvPr>
            <p:ph type="body" sz="quarter" idx="11"/>
          </p:nvPr>
        </p:nvSpPr>
        <p:spPr>
          <a:xfrm>
            <a:off x="1" y="6238877"/>
            <a:ext cx="9144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Calibri" pitchFamily="34" charset="0"/>
              </a:defRPr>
            </a:lvl1pPr>
          </a:lstStyle>
          <a:p>
            <a:pPr lvl="0"/>
            <a:r>
              <a:rPr lang="en-US" smtClean="0"/>
              <a:t>Click to edit Master text styles</a:t>
            </a:r>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ck Slide - no bottom bar">
    <p:bg>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
        <p:txBody>
          <a:bodyPr/>
          <a:lstStyle>
            <a:lvl1pPr algn="l" rtl="0" fontAlgn="base">
              <a:lnSpc>
                <a:spcPct val="90000"/>
              </a:lnSpc>
              <a:spcBef>
                <a:spcPct val="0"/>
              </a:spcBef>
              <a:spcAft>
                <a:spcPct val="0"/>
              </a:spcAft>
              <a:defRPr lang="en-US" sz="5000" spc="-125" dirty="0">
                <a:ln w="3175">
                  <a:noFill/>
                </a:ln>
                <a:solidFill>
                  <a:srgbClr val="FFFFFF"/>
                </a:solidFill>
                <a:effectLst>
                  <a:outerShdw blurRad="88900" dist="12700" dir="2700000" algn="tl" rotWithShape="0">
                    <a:prstClr val="black"/>
                  </a:outerShdw>
                </a:effectLst>
                <a:latin typeface="Segoe" pitchFamily="34" charset="0"/>
                <a:ea typeface="+mn-ea"/>
                <a:cs typeface="Arial" charset="0"/>
              </a:defRPr>
            </a:lvl1pPr>
          </a:lstStyle>
          <a:p>
            <a:r>
              <a:rPr lang="en-US" smtClean="0"/>
              <a:t>Click to edit Master title style</a:t>
            </a:r>
            <a:endParaRPr lang="en-US" dirty="0"/>
          </a:p>
        </p:txBody>
      </p:sp>
      <p:sp>
        <p:nvSpPr>
          <p:cNvPr id="3" name="Text Placeholder 2"/>
          <p:cNvSpPr>
            <a:spLocks noGrp="1"/>
          </p:cNvSpPr>
          <p:nvPr>
            <p:ph type="body" idx="1"/>
          </p:nvPr>
        </p:nvSpPr>
        <p:spPr bwMode="black">
          <a:xfrm>
            <a:off x="382588" y="1414464"/>
            <a:ext cx="8380412" cy="2369879"/>
          </a:xfrm>
        </p:spPr>
        <p:txBody>
          <a:bodyPr/>
          <a:lstStyle>
            <a:lvl1pPr>
              <a:spcBef>
                <a:spcPts val="1167"/>
              </a:spcBef>
              <a:buFontTx/>
              <a:buBlip>
                <a:blip r:embed="rId2"/>
              </a:buBlip>
              <a:defRPr sz="3300"/>
            </a:lvl1pPr>
            <a:lvl2pPr>
              <a:spcBef>
                <a:spcPts val="1083"/>
              </a:spcBef>
              <a:buFontTx/>
              <a:buBlip>
                <a:blip r:embed="rId3"/>
              </a:buBlip>
              <a:defRPr sz="3000"/>
            </a:lvl2pPr>
            <a:lvl3pPr>
              <a:spcBef>
                <a:spcPts val="1000"/>
              </a:spcBef>
              <a:buFontTx/>
              <a:buBlip>
                <a:blip r:embed="rId3"/>
              </a:buBlip>
              <a:defRPr sz="2700"/>
            </a:lvl3pPr>
            <a:lvl4pPr>
              <a:spcBef>
                <a:spcPts val="917"/>
              </a:spcBef>
              <a:buFontTx/>
              <a:buBlip>
                <a:blip r:embed="rId3"/>
              </a:buBlip>
              <a:defRPr sz="2300"/>
            </a:lvl4pPr>
            <a:lvl5pPr>
              <a:spcBef>
                <a:spcPts val="833"/>
              </a:spcBef>
              <a:buFontTx/>
              <a:buBlip>
                <a:blip r:embed="rId3"/>
              </a:buBlip>
              <a:defRPr sz="23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924800" cy="6096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219200"/>
            <a:ext cx="40767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86300" y="1219200"/>
            <a:ext cx="40767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0"/>
          </p:nvPr>
        </p:nvSpPr>
        <p:spPr>
          <a:xfrm>
            <a:off x="152400" y="6629400"/>
            <a:ext cx="8839200" cy="228600"/>
          </a:xfrm>
          <a:prstGeom prst="rect">
            <a:avLst/>
          </a:prstGeom>
        </p:spPr>
        <p:txBody>
          <a:bodyPr/>
          <a:lstStyle>
            <a:lvl1pPr>
              <a:defRPr/>
            </a:lvl1pPr>
          </a:lstStyle>
          <a:p>
            <a:pPr algn="l" defTabSz="914363" rtl="0"/>
            <a:endParaRPr lang="en-US" kern="1200" dirty="0">
              <a:solidFill>
                <a:srgbClr val="FFFFFF"/>
              </a:solidFill>
              <a:latin typeface="Calibri"/>
              <a:ea typeface="+mn-ea"/>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FUTURE - Developer Co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smtClean="0"/>
              <a:t>Use for FUTURE Software Code</a:t>
            </a:r>
            <a:endParaRPr lang="en-US" dirty="0"/>
          </a:p>
        </p:txBody>
      </p:sp>
      <p:sp>
        <p:nvSpPr>
          <p:cNvPr id="6" name="Text Placeholder 5"/>
          <p:cNvSpPr>
            <a:spLocks noGrp="1"/>
          </p:cNvSpPr>
          <p:nvPr>
            <p:ph type="body" sz="quarter" idx="10"/>
          </p:nvPr>
        </p:nvSpPr>
        <p:spPr>
          <a:xfrm>
            <a:off x="576072" y="1463040"/>
            <a:ext cx="8001000" cy="1602939"/>
          </a:xfrm>
        </p:spPr>
        <p:txBody>
          <a:bodyPr/>
          <a:lstStyle>
            <a:lvl1pPr>
              <a:lnSpc>
                <a:spcPct val="78000"/>
              </a:lnSpc>
              <a:defRPr/>
            </a:lvl1pPr>
            <a:lvl2pPr>
              <a:lnSpc>
                <a:spcPct val="78000"/>
              </a:lnSpc>
              <a:defRPr/>
            </a:lvl2pPr>
            <a:lvl3pPr>
              <a:lnSpc>
                <a:spcPct val="78000"/>
              </a:lnSpc>
              <a:defRPr/>
            </a:lvl3pPr>
            <a:lvl4pPr>
              <a:lnSpc>
                <a:spcPct val="78000"/>
              </a:lnSpc>
              <a:defRPr/>
            </a:lvl4pPr>
            <a:lvl5pPr>
              <a:lnSpc>
                <a:spcPct val="78000"/>
              </a:lnSpc>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Developer Co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smtClean="0"/>
              <a:t>Use for CURRENT Software Code</a:t>
            </a:r>
            <a:endParaRPr lang="en-US" dirty="0"/>
          </a:p>
        </p:txBody>
      </p:sp>
      <p:sp>
        <p:nvSpPr>
          <p:cNvPr id="6" name="Text Placeholder 5"/>
          <p:cNvSpPr>
            <a:spLocks noGrp="1"/>
          </p:cNvSpPr>
          <p:nvPr>
            <p:ph type="body" sz="quarter" idx="10"/>
          </p:nvPr>
        </p:nvSpPr>
        <p:spPr>
          <a:xfrm>
            <a:off x="576072" y="1463040"/>
            <a:ext cx="8001000" cy="1602939"/>
          </a:xfrm>
        </p:spPr>
        <p:txBody>
          <a:bodyPr/>
          <a:lstStyle>
            <a:lvl1pPr>
              <a:lnSpc>
                <a:spcPct val="78000"/>
              </a:lnSpc>
              <a:defRPr/>
            </a:lvl1pPr>
            <a:lvl2pPr>
              <a:lnSpc>
                <a:spcPct val="78000"/>
              </a:lnSpc>
              <a:defRPr/>
            </a:lvl2pPr>
            <a:lvl3pPr>
              <a:lnSpc>
                <a:spcPct val="78000"/>
              </a:lnSpc>
              <a:defRPr/>
            </a:lvl3pPr>
            <a:lvl4pPr>
              <a:lnSpc>
                <a:spcPct val="78000"/>
              </a:lnSpc>
              <a:defRPr/>
            </a:lvl4pPr>
            <a:lvl5pPr>
              <a:lnSpc>
                <a:spcPct val="78000"/>
              </a:lnSpc>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FUTURE - Developer Co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smtClean="0"/>
              <a:t>Use for FUTURE Software Code</a:t>
            </a:r>
            <a:endParaRPr lang="en-US" dirty="0"/>
          </a:p>
        </p:txBody>
      </p:sp>
      <p:sp>
        <p:nvSpPr>
          <p:cNvPr id="6" name="Text Placeholder 5"/>
          <p:cNvSpPr>
            <a:spLocks noGrp="1"/>
          </p:cNvSpPr>
          <p:nvPr>
            <p:ph type="body" sz="quarter" idx="10"/>
          </p:nvPr>
        </p:nvSpPr>
        <p:spPr>
          <a:xfrm>
            <a:off x="576072" y="1463040"/>
            <a:ext cx="8001000" cy="1602939"/>
          </a:xfrm>
        </p:spPr>
        <p:txBody>
          <a:bodyPr/>
          <a:lstStyle>
            <a:lvl1pPr>
              <a:lnSpc>
                <a:spcPct val="78000"/>
              </a:lnSpc>
              <a:defRPr/>
            </a:lvl1pPr>
            <a:lvl2pPr>
              <a:lnSpc>
                <a:spcPct val="78000"/>
              </a:lnSpc>
              <a:defRPr/>
            </a:lvl2pPr>
            <a:lvl3pPr>
              <a:lnSpc>
                <a:spcPct val="78000"/>
              </a:lnSpc>
              <a:defRPr/>
            </a:lvl3pPr>
            <a:lvl4pPr>
              <a:lnSpc>
                <a:spcPct val="78000"/>
              </a:lnSpc>
              <a:defRPr/>
            </a:lvl4pPr>
            <a:lvl5pPr>
              <a:lnSpc>
                <a:spcPct val="78000"/>
              </a:lnSpc>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5" Type="http://schemas.openxmlformats.org/officeDocument/2006/relationships/image" Target="../media/image7.png"/><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7350" y="152400"/>
            <a:ext cx="8369300" cy="553998"/>
          </a:xfrm>
          <a:prstGeom prst="rect">
            <a:avLst/>
          </a:prstGeom>
        </p:spPr>
        <p:txBody>
          <a:bodyPr vert="horz" wrap="square" lIns="0" tIns="0" rIns="0" bIns="0" rtlCol="0" anchor="t">
            <a:spAutoFit/>
          </a:bodyPr>
          <a:lstStyle/>
          <a:p>
            <a:r>
              <a:rPr lang="en-US" smtClean="0"/>
              <a:t>Click to edit Master title style</a:t>
            </a:r>
            <a:endParaRPr lang="en-US" dirty="0"/>
          </a:p>
        </p:txBody>
      </p:sp>
      <p:sp>
        <p:nvSpPr>
          <p:cNvPr id="3" name="Text Placeholder 2"/>
          <p:cNvSpPr>
            <a:spLocks noGrp="1"/>
          </p:cNvSpPr>
          <p:nvPr>
            <p:ph type="body" idx="1"/>
          </p:nvPr>
        </p:nvSpPr>
        <p:spPr>
          <a:xfrm>
            <a:off x="730250" y="1408113"/>
            <a:ext cx="7672388" cy="1994841"/>
          </a:xfrm>
          <a:prstGeom prst="rect">
            <a:avLst/>
          </a:prstGeom>
        </p:spPr>
        <p:txBody>
          <a:bodyPr vert="horz" wrap="square" lIns="0" tIns="0" rIns="0" bIns="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 bg1="dk1" tx1="lt1" bg2="dk2" tx2="lt2" accent1="accent1" accent2="accent2" accent3="accent3" accent4="accent4" accent5="accent5" accent6="accent6" hlink="hlink" folHlink="folHlink"/>
  <p:sldLayoutIdLst>
    <p:sldLayoutId id="2147483743" r:id="rId1"/>
    <p:sldLayoutId id="2147483744" r:id="rId2"/>
    <p:sldLayoutId id="2147483745" r:id="rId3"/>
    <p:sldLayoutId id="2147483746" r:id="rId4"/>
    <p:sldLayoutId id="2147483747" r:id="rId5"/>
    <p:sldLayoutId id="2147483748" r:id="rId6"/>
    <p:sldLayoutId id="2147483749" r:id="rId7"/>
    <p:sldLayoutId id="2147483750" r:id="rId8"/>
    <p:sldLayoutId id="2147483751" r:id="rId9"/>
    <p:sldLayoutId id="2147483752" r:id="rId10"/>
    <p:sldLayoutId id="2147483753" r:id="rId11"/>
    <p:sldLayoutId id="2147483754" r:id="rId12"/>
    <p:sldLayoutId id="2147483755" r:id="rId13"/>
    <p:sldLayoutId id="2147483756" r:id="rId14"/>
    <p:sldLayoutId id="2147483760" r:id="rId15"/>
    <p:sldLayoutId id="2147483761" r:id="rId16"/>
  </p:sldLayoutIdLst>
  <p:transition>
    <p:fade/>
  </p:transition>
  <p:txStyles>
    <p:titleStyle>
      <a:lvl1pPr algn="l" defTabSz="914363" rtl="0" eaLnBrk="1" latinLnBrk="0" hangingPunct="1">
        <a:lnSpc>
          <a:spcPct val="90000"/>
        </a:lnSpc>
        <a:spcBef>
          <a:spcPct val="0"/>
        </a:spcBef>
        <a:buNone/>
        <a:defRPr lang="en-US" sz="4000" b="0" kern="1200" cap="none" spc="-150" dirty="0" smtClean="0">
          <a:ln w="3175">
            <a:noFill/>
          </a:ln>
          <a:gradFill flip="none" rotWithShape="1">
            <a:gsLst>
              <a:gs pos="0">
                <a:schemeClr val="tx1"/>
              </a:gs>
              <a:gs pos="86000">
                <a:schemeClr val="tx1"/>
              </a:gs>
            </a:gsLst>
            <a:lin ang="5400000" scaled="0"/>
            <a:tileRect/>
          </a:gradFill>
          <a:effectLst/>
          <a:latin typeface="+mj-lt"/>
          <a:ea typeface="+mn-ea"/>
          <a:cs typeface="Arial" charset="0"/>
        </a:defRPr>
      </a:lvl1pPr>
    </p:titleStyle>
    <p:bodyStyle>
      <a:lvl1pPr marL="393700" indent="-393700" algn="l" defTabSz="914363" rtl="0" eaLnBrk="1" latinLnBrk="0" hangingPunct="1">
        <a:lnSpc>
          <a:spcPct val="78000"/>
        </a:lnSpc>
        <a:spcBef>
          <a:spcPct val="20000"/>
        </a:spcBef>
        <a:spcAft>
          <a:spcPts val="800"/>
        </a:spcAft>
        <a:buClr>
          <a:schemeClr val="tx1"/>
        </a:buClr>
        <a:buSzPct val="80000"/>
        <a:buFont typeface="Wingdings" pitchFamily="2" charset="2"/>
        <a:buChar char="l"/>
        <a:defRPr sz="3200" kern="1200">
          <a:gradFill>
            <a:gsLst>
              <a:gs pos="0">
                <a:schemeClr val="tx1"/>
              </a:gs>
              <a:gs pos="86000">
                <a:schemeClr val="tx1"/>
              </a:gs>
            </a:gsLst>
            <a:lin ang="5400000" scaled="0"/>
          </a:gradFill>
          <a:latin typeface="+mn-lt"/>
          <a:ea typeface="+mn-ea"/>
          <a:cs typeface="+mn-cs"/>
        </a:defRPr>
      </a:lvl1pPr>
      <a:lvl2pPr marL="801688" indent="-407988" algn="l" defTabSz="914363" rtl="0" eaLnBrk="1" latinLnBrk="0" hangingPunct="1">
        <a:lnSpc>
          <a:spcPct val="78000"/>
        </a:lnSpc>
        <a:spcBef>
          <a:spcPct val="20000"/>
        </a:spcBef>
        <a:spcAft>
          <a:spcPts val="0"/>
        </a:spcAft>
        <a:buClr>
          <a:srgbClr val="969696"/>
        </a:buClr>
        <a:buSzPct val="80000"/>
        <a:buFont typeface="Wingdings" pitchFamily="2" charset="2"/>
        <a:buChar char="l"/>
        <a:defRPr sz="2800" kern="1200">
          <a:gradFill>
            <a:gsLst>
              <a:gs pos="0">
                <a:schemeClr val="tx1"/>
              </a:gs>
              <a:gs pos="86000">
                <a:schemeClr val="tx1"/>
              </a:gs>
            </a:gsLst>
            <a:lin ang="5400000" scaled="0"/>
          </a:gradFill>
          <a:latin typeface="+mn-lt"/>
          <a:ea typeface="+mn-ea"/>
          <a:cs typeface="+mn-cs"/>
        </a:defRPr>
      </a:lvl2pPr>
      <a:lvl3pPr marL="1146175" indent="-328613" algn="l" defTabSz="914363" rtl="0" eaLnBrk="1" latinLnBrk="0" hangingPunct="1">
        <a:lnSpc>
          <a:spcPct val="78000"/>
        </a:lnSpc>
        <a:spcBef>
          <a:spcPct val="20000"/>
        </a:spcBef>
        <a:spcAft>
          <a:spcPts val="0"/>
        </a:spcAft>
        <a:buClr>
          <a:srgbClr val="969696"/>
        </a:buClr>
        <a:buSzPct val="80000"/>
        <a:buFont typeface="Wingdings" pitchFamily="2" charset="2"/>
        <a:buChar char="l"/>
        <a:defRPr sz="2400" kern="1200">
          <a:gradFill>
            <a:gsLst>
              <a:gs pos="0">
                <a:schemeClr val="tx1"/>
              </a:gs>
              <a:gs pos="86000">
                <a:schemeClr val="tx1"/>
              </a:gs>
            </a:gsLst>
            <a:lin ang="5400000" scaled="0"/>
          </a:gradFill>
          <a:latin typeface="+mn-lt"/>
          <a:ea typeface="+mn-ea"/>
          <a:cs typeface="+mn-cs"/>
        </a:defRPr>
      </a:lvl3pPr>
      <a:lvl4pPr marL="1484313" indent="-338138" algn="l" defTabSz="914363" rtl="0" eaLnBrk="1" latinLnBrk="0" hangingPunct="1">
        <a:lnSpc>
          <a:spcPct val="78000"/>
        </a:lnSpc>
        <a:spcBef>
          <a:spcPct val="20000"/>
        </a:spcBef>
        <a:spcAft>
          <a:spcPts val="0"/>
        </a:spcAft>
        <a:buClr>
          <a:srgbClr val="969696"/>
        </a:buClr>
        <a:buSzPct val="80000"/>
        <a:buFont typeface="Wingdings" pitchFamily="2" charset="2"/>
        <a:buChar char="l"/>
        <a:defRPr sz="2400" kern="1200">
          <a:gradFill>
            <a:gsLst>
              <a:gs pos="0">
                <a:schemeClr val="tx1"/>
              </a:gs>
              <a:gs pos="86000">
                <a:schemeClr val="tx1"/>
              </a:gs>
            </a:gsLst>
            <a:lin ang="5400000" scaled="0"/>
          </a:gradFill>
          <a:latin typeface="+mn-lt"/>
          <a:ea typeface="+mn-ea"/>
          <a:cs typeface="+mn-cs"/>
        </a:defRPr>
      </a:lvl4pPr>
      <a:lvl5pPr marL="1812925" indent="-320675" algn="l" defTabSz="914363" rtl="0" eaLnBrk="1" latinLnBrk="0" hangingPunct="1">
        <a:lnSpc>
          <a:spcPct val="78000"/>
        </a:lnSpc>
        <a:spcBef>
          <a:spcPct val="20000"/>
        </a:spcBef>
        <a:spcAft>
          <a:spcPts val="0"/>
        </a:spcAft>
        <a:buClr>
          <a:srgbClr val="969696"/>
        </a:buClr>
        <a:buSzPct val="80000"/>
        <a:buFont typeface="Wingdings" pitchFamily="2" charset="2"/>
        <a:buChar char="l"/>
        <a:defRPr sz="2400" kern="1200">
          <a:gradFill>
            <a:gsLst>
              <a:gs pos="0">
                <a:schemeClr val="tx1"/>
              </a:gs>
              <a:gs pos="8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pic>
        <p:nvPicPr>
          <p:cNvPr id="5" name="Picture 4" descr="16-9-coding-white-space.png"/>
          <p:cNvPicPr>
            <a:picLocks noChangeAspect="1"/>
          </p:cNvPicPr>
          <p:nvPr/>
        </p:nvPicPr>
        <p:blipFill>
          <a:blip r:embed="rId5"/>
          <a:stretch>
            <a:fillRect/>
          </a:stretch>
        </p:blipFill>
        <p:spPr>
          <a:xfrm>
            <a:off x="387350" y="1331495"/>
            <a:ext cx="8369300" cy="5526505"/>
          </a:xfrm>
          <a:prstGeom prst="rect">
            <a:avLst/>
          </a:prstGeom>
        </p:spPr>
      </p:pic>
      <p:sp>
        <p:nvSpPr>
          <p:cNvPr id="2" name="Title Placeholder 1"/>
          <p:cNvSpPr>
            <a:spLocks noGrp="1"/>
          </p:cNvSpPr>
          <p:nvPr>
            <p:ph type="title"/>
          </p:nvPr>
        </p:nvSpPr>
        <p:spPr>
          <a:xfrm>
            <a:off x="381000" y="152400"/>
            <a:ext cx="8382000" cy="553998"/>
          </a:xfrm>
          <a:prstGeom prst="rect">
            <a:avLst/>
          </a:prstGeom>
        </p:spPr>
        <p:txBody>
          <a:bodyPr vert="horz" wrap="square" lIns="0" tIns="0" rIns="0" bIns="0" rtlCol="0" anchor="t">
            <a:sp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573505" y="1459832"/>
            <a:ext cx="8005009" cy="1602939"/>
          </a:xfrm>
          <a:prstGeom prst="rect">
            <a:avLst/>
          </a:prstGeom>
        </p:spPr>
        <p:txBody>
          <a:bodyPr vert="horz" wrap="square" lIns="0" tIns="0" rIns="0" bIns="0" rtlCol="0">
            <a:sp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 bg1="lt1" tx1="dk1" bg2="lt2" tx2="dk2" accent1="accent1" accent2="accent2" accent3="accent3" accent4="accent4" accent5="accent5" accent6="accent6" hlink="hlink" folHlink="folHlink"/>
  <p:sldLayoutIdLst>
    <p:sldLayoutId id="2147483758" r:id="rId1"/>
    <p:sldLayoutId id="2147483759" r:id="rId2"/>
  </p:sldLayoutIdLst>
  <p:transition>
    <p:fade/>
  </p:transition>
  <p:txStyles>
    <p:titleStyle>
      <a:lvl1pPr algn="l" defTabSz="914363" rtl="0" eaLnBrk="1" latinLnBrk="0" hangingPunct="1">
        <a:lnSpc>
          <a:spcPct val="90000"/>
        </a:lnSpc>
        <a:spcBef>
          <a:spcPct val="0"/>
        </a:spcBef>
        <a:buNone/>
        <a:defRPr lang="en-US" sz="4000" b="0" kern="1200" cap="none" spc="-150" dirty="0">
          <a:ln w="3175">
            <a:noFill/>
          </a:ln>
          <a:gradFill>
            <a:gsLst>
              <a:gs pos="0">
                <a:srgbClr val="FFFFFF"/>
              </a:gs>
              <a:gs pos="86000">
                <a:srgbClr val="FFFFFF"/>
              </a:gs>
            </a:gsLst>
            <a:lin ang="5400000" scaled="0"/>
          </a:gradFill>
          <a:effectLst/>
          <a:latin typeface="+mj-lt"/>
          <a:ea typeface="+mn-ea"/>
          <a:cs typeface="Arial" charset="0"/>
        </a:defRPr>
      </a:lvl1pPr>
    </p:titleStyle>
    <p:bodyStyle>
      <a:lvl1pPr marL="0" indent="0" algn="l" defTabSz="914363" rtl="0" eaLnBrk="1" latinLnBrk="0" hangingPunct="1">
        <a:lnSpc>
          <a:spcPct val="78000"/>
        </a:lnSpc>
        <a:spcBef>
          <a:spcPct val="20000"/>
        </a:spcBef>
        <a:buFont typeface="Arial" pitchFamily="34" charset="0"/>
        <a:buNone/>
        <a:defRPr sz="2800" b="0" kern="1200">
          <a:solidFill>
            <a:schemeClr val="tx1"/>
          </a:solidFill>
          <a:latin typeface="Consolas" pitchFamily="49" charset="0"/>
          <a:ea typeface="+mn-ea"/>
          <a:cs typeface="Courier New" pitchFamily="49" charset="0"/>
        </a:defRPr>
      </a:lvl1pPr>
      <a:lvl2pPr marL="384954" indent="-7937" algn="l" defTabSz="914363" rtl="0" eaLnBrk="1" latinLnBrk="0" hangingPunct="1">
        <a:lnSpc>
          <a:spcPct val="78000"/>
        </a:lnSpc>
        <a:spcBef>
          <a:spcPct val="20000"/>
        </a:spcBef>
        <a:buFont typeface="Arial" pitchFamily="34" charset="0"/>
        <a:buNone/>
        <a:defRPr sz="2400" b="0" kern="1200">
          <a:solidFill>
            <a:schemeClr val="tx1"/>
          </a:solidFill>
          <a:latin typeface="Consolas" pitchFamily="49" charset="0"/>
          <a:ea typeface="+mn-ea"/>
          <a:cs typeface="Courier New" pitchFamily="49" charset="0"/>
        </a:defRPr>
      </a:lvl2pPr>
      <a:lvl3pPr marL="761970" indent="-7937" algn="l" defTabSz="914363" rtl="0" eaLnBrk="1" latinLnBrk="0" hangingPunct="1">
        <a:lnSpc>
          <a:spcPct val="78000"/>
        </a:lnSpc>
        <a:spcBef>
          <a:spcPct val="20000"/>
        </a:spcBef>
        <a:buFont typeface="Arial" pitchFamily="34" charset="0"/>
        <a:buNone/>
        <a:defRPr sz="2000" b="0" kern="1200">
          <a:solidFill>
            <a:schemeClr val="tx1"/>
          </a:solidFill>
          <a:latin typeface="Consolas" pitchFamily="49" charset="0"/>
          <a:ea typeface="+mn-ea"/>
          <a:cs typeface="Courier New" pitchFamily="49" charset="0"/>
        </a:defRPr>
      </a:lvl3pPr>
      <a:lvl4pPr marL="1094009" indent="7937" algn="l" defTabSz="914363" rtl="0" eaLnBrk="1" latinLnBrk="0" hangingPunct="1">
        <a:lnSpc>
          <a:spcPct val="78000"/>
        </a:lnSpc>
        <a:spcBef>
          <a:spcPct val="20000"/>
        </a:spcBef>
        <a:buFont typeface="Arial" pitchFamily="34" charset="0"/>
        <a:buNone/>
        <a:defRPr sz="2000" b="0" kern="1200">
          <a:solidFill>
            <a:schemeClr val="tx1"/>
          </a:solidFill>
          <a:latin typeface="Consolas" pitchFamily="49" charset="0"/>
          <a:ea typeface="+mn-ea"/>
          <a:cs typeface="Courier New" pitchFamily="49" charset="0"/>
        </a:defRPr>
      </a:lvl4pPr>
      <a:lvl5pPr marL="1426047" indent="0" algn="l" defTabSz="914363" rtl="0" eaLnBrk="1" latinLnBrk="0" hangingPunct="1">
        <a:lnSpc>
          <a:spcPct val="78000"/>
        </a:lnSpc>
        <a:spcBef>
          <a:spcPct val="20000"/>
        </a:spcBef>
        <a:buFont typeface="Arial" pitchFamily="34" charset="0"/>
        <a:buNone/>
        <a:defRPr sz="2000" b="0" kern="1200">
          <a:solidFill>
            <a:schemeClr val="tx1"/>
          </a:solidFill>
          <a:latin typeface="Consolas" pitchFamily="49" charset="0"/>
          <a:ea typeface="+mn-ea"/>
          <a:cs typeface="Courier New" pitchFamily="49" charset="0"/>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9.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hyperlink" Target="http://openid.net/wp-content/uploads/2007/10/openid_big_logo_text.png"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hyperlink" Target="http://openid.net/" TargetMode="External"/><Relationship Id="rId7" Type="http://schemas.openxmlformats.org/officeDocument/2006/relationships/hyperlink" Target="mailto:openidfb@microsoft.com" TargetMode="External"/><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hyperlink" Target="https://login.live-int.com/" TargetMode="Externa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hyperlink" Target="http://openid.net/wp-content/uploads/2007/10/openid_big_logo_text.png"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9.xml"/><Relationship Id="rId5" Type="http://schemas.openxmlformats.org/officeDocument/2006/relationships/hyperlink" Target="http://go.microsoft.com/fwlink/?LinkID=91762" TargetMode="Externa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7.xml"/><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9.xml"/><Relationship Id="rId4" Type="http://schemas.openxmlformats.org/officeDocument/2006/relationships/hyperlink" Target="http://go.microsoft.com/fwlink/?LinkID=107420"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9.xml"/><Relationship Id="rId6" Type="http://schemas.openxmlformats.org/officeDocument/2006/relationships/hyperlink" Target="http://go.microsoft.com/fwlink/?LinkId=86974" TargetMode="External"/><Relationship Id="rId5" Type="http://schemas.openxmlformats.org/officeDocument/2006/relationships/image" Target="../media/image24.png"/><Relationship Id="rId4" Type="http://schemas.openxmlformats.org/officeDocument/2006/relationships/image" Target="../media/image23.png"/></Relationships>
</file>

<file path=ppt/slides/_rels/slide32.xml.rels><?xml version="1.0" encoding="UTF-8" standalone="yes"?>
<Relationships xmlns="http://schemas.openxmlformats.org/package/2006/relationships"><Relationship Id="rId8" Type="http://schemas.openxmlformats.org/officeDocument/2006/relationships/diagramLayout" Target="../diagrams/layout4.xml"/><Relationship Id="rId13" Type="http://schemas.openxmlformats.org/officeDocument/2006/relationships/diagramQuickStyle" Target="../diagrams/quickStyle5.xml"/><Relationship Id="rId3" Type="http://schemas.openxmlformats.org/officeDocument/2006/relationships/diagramData" Target="../diagrams/data3.xml"/><Relationship Id="rId7" Type="http://schemas.openxmlformats.org/officeDocument/2006/relationships/diagramData" Target="../diagrams/data4.xml"/><Relationship Id="rId12" Type="http://schemas.openxmlformats.org/officeDocument/2006/relationships/diagramLayout" Target="../diagrams/layout5.xml"/><Relationship Id="rId2" Type="http://schemas.openxmlformats.org/officeDocument/2006/relationships/notesSlide" Target="../notesSlides/notesSlide27.xml"/><Relationship Id="rId1" Type="http://schemas.openxmlformats.org/officeDocument/2006/relationships/slideLayout" Target="../slideLayouts/slideLayout9.xml"/><Relationship Id="rId6" Type="http://schemas.openxmlformats.org/officeDocument/2006/relationships/diagramColors" Target="../diagrams/colors3.xml"/><Relationship Id="rId11" Type="http://schemas.openxmlformats.org/officeDocument/2006/relationships/diagramData" Target="../diagrams/data5.xml"/><Relationship Id="rId5" Type="http://schemas.openxmlformats.org/officeDocument/2006/relationships/diagramQuickStyle" Target="../diagrams/quickStyle3.xml"/><Relationship Id="rId10" Type="http://schemas.openxmlformats.org/officeDocument/2006/relationships/diagramColors" Target="../diagrams/colors4.xml"/><Relationship Id="rId4" Type="http://schemas.openxmlformats.org/officeDocument/2006/relationships/diagramLayout" Target="../diagrams/layout3.xml"/><Relationship Id="rId9" Type="http://schemas.openxmlformats.org/officeDocument/2006/relationships/diagramQuickStyle" Target="../diagrams/quickStyle4.xml"/><Relationship Id="rId14" Type="http://schemas.openxmlformats.org/officeDocument/2006/relationships/diagramColors" Target="../diagrams/colors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8" Type="http://schemas.openxmlformats.org/officeDocument/2006/relationships/hyperlink" Target="http://msdn2.microsoft.com/en-us/library/bb288408.aspx" TargetMode="External"/><Relationship Id="rId13" Type="http://schemas.openxmlformats.org/officeDocument/2006/relationships/hyperlink" Target="http://go.microsoft.com/fwlink/?LinkID=107420" TargetMode="External"/><Relationship Id="rId18" Type="http://schemas.openxmlformats.org/officeDocument/2006/relationships/hyperlink" Target="http://dev.live.com/tools/" TargetMode="External"/><Relationship Id="rId3" Type="http://schemas.openxmlformats.org/officeDocument/2006/relationships/hyperlink" Target="http://dev.live.com/liveid" TargetMode="External"/><Relationship Id="rId7" Type="http://schemas.openxmlformats.org/officeDocument/2006/relationships/hyperlink" Target="http://winliveid.spaces.live.com/" TargetMode="External"/><Relationship Id="rId12" Type="http://schemas.openxmlformats.org/officeDocument/2006/relationships/hyperlink" Target="http://go.microsoft.com/fwlink/?LinkID=91761" TargetMode="External"/><Relationship Id="rId17" Type="http://schemas.openxmlformats.org/officeDocument/2006/relationships/hyperlink" Target="http://lx.azure.microsoft.com/" TargetMode="External"/><Relationship Id="rId2" Type="http://schemas.openxmlformats.org/officeDocument/2006/relationships/notesSlide" Target="../notesSlides/notesSlide29.xml"/><Relationship Id="rId16" Type="http://schemas.openxmlformats.org/officeDocument/2006/relationships/hyperlink" Target="http://go.microsoft.com/fwlink/?LinkID=108535" TargetMode="External"/><Relationship Id="rId1" Type="http://schemas.openxmlformats.org/officeDocument/2006/relationships/slideLayout" Target="../slideLayouts/slideLayout4.xml"/><Relationship Id="rId6" Type="http://schemas.openxmlformats.org/officeDocument/2006/relationships/hyperlink" Target="http://go.microsoft.com/fwlink/?LinkID=78146" TargetMode="External"/><Relationship Id="rId11" Type="http://schemas.openxmlformats.org/officeDocument/2006/relationships/hyperlink" Target="http://go.microsoft.com/fwlink/?LinkID=91762" TargetMode="External"/><Relationship Id="rId5" Type="http://schemas.openxmlformats.org/officeDocument/2006/relationships/hyperlink" Target="http://msdn2.microsoft.com/en-us/library/bb404787.aspx" TargetMode="External"/><Relationship Id="rId15" Type="http://schemas.openxmlformats.org/officeDocument/2006/relationships/hyperlink" Target="http://go.microsoft.com/fwlink/?LinkId=86974" TargetMode="External"/><Relationship Id="rId10" Type="http://schemas.openxmlformats.org/officeDocument/2006/relationships/hyperlink" Target="http://msdn2.microsoft.com/en-us/library/cc287610.aspx" TargetMode="External"/><Relationship Id="rId4" Type="http://schemas.openxmlformats.org/officeDocument/2006/relationships/hyperlink" Target="http://go.microsoft.com/fwlink/?LinkId=111111" TargetMode="External"/><Relationship Id="rId9" Type="http://schemas.openxmlformats.org/officeDocument/2006/relationships/hyperlink" Target="http://msdn2.microsoft.com/en-us/library/cc287613.aspx" TargetMode="External"/><Relationship Id="rId14" Type="http://schemas.openxmlformats.org/officeDocument/2006/relationships/hyperlink" Target="http://go.microsoft.com/fwlink/?LinkId=107419"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9.xml"/><Relationship Id="rId4" Type="http://schemas.openxmlformats.org/officeDocument/2006/relationships/image" Target="../media/image27.png"/></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3" Type="http://schemas.openxmlformats.org/officeDocument/2006/relationships/hyperlink" Target="file:///\\showsrus\07_Shows\WinHec_05-15\Postshow" TargetMode="External"/><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Live Identity Services Drilldown</a:t>
            </a:r>
            <a:br>
              <a:rPr lang="en-US" dirty="0" smtClean="0"/>
            </a:br>
            <a:r>
              <a:rPr lang="en-US" sz="3200" dirty="0" smtClean="0"/>
              <a:t>Easing the pain of identity integration</a:t>
            </a:r>
            <a:r>
              <a:rPr lang="en-US" dirty="0" smtClean="0"/>
              <a:t/>
            </a:r>
            <a:br>
              <a:rPr lang="en-US" dirty="0" smtClean="0"/>
            </a:br>
            <a:endParaRPr lang="en-US" dirty="0"/>
          </a:p>
        </p:txBody>
      </p:sp>
      <p:sp>
        <p:nvSpPr>
          <p:cNvPr id="3" name="Subtitle 2"/>
          <p:cNvSpPr>
            <a:spLocks noGrp="1"/>
          </p:cNvSpPr>
          <p:nvPr>
            <p:ph type="subTitle" idx="1"/>
          </p:nvPr>
        </p:nvSpPr>
        <p:spPr/>
        <p:txBody>
          <a:bodyPr/>
          <a:lstStyle/>
          <a:p>
            <a:pPr lvl="0"/>
            <a:r>
              <a:rPr lang="en-US" dirty="0" smtClean="0"/>
              <a:t>	Jorgen </a:t>
            </a:r>
            <a:r>
              <a:rPr lang="en-US" dirty="0" err="1" smtClean="0"/>
              <a:t>Thelin</a:t>
            </a:r>
            <a:endParaRPr lang="en-US" dirty="0" smtClean="0"/>
          </a:p>
          <a:p>
            <a:r>
              <a:rPr lang="en-US" sz="2400" dirty="0" smtClean="0"/>
              <a:t>	Senior PM</a:t>
            </a:r>
          </a:p>
          <a:p>
            <a:r>
              <a:rPr lang="en-US" sz="2400" dirty="0" smtClean="0"/>
              <a:t>	Microsoft Corporation</a:t>
            </a:r>
            <a:endParaRPr lang="en-US" sz="2400" dirty="0"/>
          </a:p>
        </p:txBody>
      </p:sp>
      <p:pic>
        <p:nvPicPr>
          <p:cNvPr id="1026" name="Picture 2" descr="\\tkzaw-pro-17\mydocs4\jthelin\My Documents\My Pictures\live-id-logos\WL-ID_h_rgb_r.png"/>
          <p:cNvPicPr>
            <a:picLocks noChangeAspect="1" noChangeArrowheads="1"/>
          </p:cNvPicPr>
          <p:nvPr/>
        </p:nvPicPr>
        <p:blipFill>
          <a:blip r:embed="rId3"/>
          <a:srcRect/>
          <a:stretch>
            <a:fillRect/>
          </a:stretch>
        </p:blipFill>
        <p:spPr bwMode="auto">
          <a:xfrm>
            <a:off x="4967467" y="6011858"/>
            <a:ext cx="3158218" cy="368171"/>
          </a:xfrm>
          <a:prstGeom prst="rect">
            <a:avLst/>
          </a:prstGeom>
          <a:noFill/>
        </p:spPr>
      </p:pic>
      <p:sp>
        <p:nvSpPr>
          <p:cNvPr id="8" name="TextBox 7"/>
          <p:cNvSpPr txBox="1"/>
          <p:nvPr/>
        </p:nvSpPr>
        <p:spPr>
          <a:xfrm>
            <a:off x="8039725" y="228600"/>
            <a:ext cx="723275" cy="400110"/>
          </a:xfrm>
          <a:prstGeom prst="rect">
            <a:avLst/>
          </a:prstGeom>
          <a:noFill/>
        </p:spPr>
        <p:txBody>
          <a:bodyPr wrap="none" rtlCol="0">
            <a:spAutoFit/>
          </a:bodyPr>
          <a:lstStyle/>
          <a:p>
            <a:r>
              <a:rPr lang="en-US" sz="2000" dirty="0" smtClean="0"/>
              <a:t>BB22</a:t>
            </a:r>
            <a:endParaRPr lang="en-US" sz="2000" dirty="0"/>
          </a:p>
        </p:txBody>
      </p:sp>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Striped Right Arrow 41"/>
          <p:cNvSpPr/>
          <p:nvPr/>
        </p:nvSpPr>
        <p:spPr bwMode="auto">
          <a:xfrm>
            <a:off x="838200" y="2362200"/>
            <a:ext cx="6858000" cy="3124200"/>
          </a:xfrm>
          <a:prstGeom prst="stripedRightArrow">
            <a:avLst/>
          </a:prstGeom>
          <a:solidFill>
            <a:schemeClr val="bg1">
              <a:lumMod val="50000"/>
              <a:lumOff val="50000"/>
            </a:schemeClr>
          </a:solidFill>
          <a:ln>
            <a:noFill/>
            <a:headEnd type="none" w="med" len="med"/>
            <a:tailEnd type="none" w="med" len="med"/>
          </a:ln>
          <a:effectLst>
            <a:outerShdw blurRad="39000" dist="25400" dir="5400000" rotWithShape="0">
              <a:srgbClr val="000000">
                <a:alpha val="38000"/>
              </a:srgbClr>
            </a:outerShdw>
          </a:effectLst>
        </p:spPr>
        <p:style>
          <a:lnRef idx="1">
            <a:schemeClr val="accent2"/>
          </a:lnRef>
          <a:fillRef idx="1003">
            <a:schemeClr val="dk1"/>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3" name="Title 2"/>
          <p:cNvSpPr>
            <a:spLocks noGrp="1"/>
          </p:cNvSpPr>
          <p:nvPr>
            <p:ph type="title"/>
          </p:nvPr>
        </p:nvSpPr>
        <p:spPr>
          <a:xfrm>
            <a:off x="387054" y="152400"/>
            <a:ext cx="8375946" cy="886397"/>
          </a:xfrm>
        </p:spPr>
        <p:txBody>
          <a:bodyPr/>
          <a:lstStyle/>
          <a:p>
            <a:r>
              <a:rPr smtClean="0"/>
              <a:t>Microsoft Identity Software + Services</a:t>
            </a:r>
            <a:br>
              <a:rPr smtClean="0"/>
            </a:br>
            <a:r>
              <a:rPr sz="2400" smtClean="0">
                <a:solidFill>
                  <a:schemeClr val="accent1">
                    <a:lumMod val="60000"/>
                    <a:lumOff val="40000"/>
                  </a:schemeClr>
                </a:solidFill>
              </a:rPr>
              <a:t> </a:t>
            </a:r>
            <a:r>
              <a:rPr sz="2400" smtClean="0">
                <a:solidFill>
                  <a:schemeClr val="accent3"/>
                </a:solidFill>
              </a:rPr>
              <a:t>One identity model that puts users in control of their identities </a:t>
            </a:r>
            <a:endParaRPr lang="en-US" dirty="0">
              <a:solidFill>
                <a:schemeClr val="accent1">
                  <a:lumMod val="60000"/>
                  <a:lumOff val="40000"/>
                </a:schemeClr>
              </a:solidFill>
            </a:endParaRPr>
          </a:p>
        </p:txBody>
      </p:sp>
      <p:sp>
        <p:nvSpPr>
          <p:cNvPr id="105" name="Rounded Rectangle 104"/>
          <p:cNvSpPr/>
          <p:nvPr/>
        </p:nvSpPr>
        <p:spPr bwMode="auto">
          <a:xfrm>
            <a:off x="400050" y="2057400"/>
            <a:ext cx="8343900" cy="4648200"/>
          </a:xfrm>
          <a:prstGeom prst="roundRect">
            <a:avLst/>
          </a:prstGeom>
          <a:solidFill>
            <a:schemeClr val="bg1">
              <a:lumMod val="75000"/>
              <a:lumOff val="25000"/>
            </a:schemeClr>
          </a:solidFill>
          <a:ln>
            <a:solidFill>
              <a:schemeClr val="bg1">
                <a:lumMod val="50000"/>
                <a:lumOff val="50000"/>
              </a:schemeClr>
            </a:solid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p:txBody>
      </p:sp>
      <p:cxnSp>
        <p:nvCxnSpPr>
          <p:cNvPr id="115" name="Straight Connector 114"/>
          <p:cNvCxnSpPr>
            <a:stCxn id="105" idx="1"/>
            <a:endCxn id="118" idx="2"/>
          </p:cNvCxnSpPr>
          <p:nvPr/>
        </p:nvCxnSpPr>
        <p:spPr>
          <a:xfrm rot="10800000" flipH="1">
            <a:off x="400050" y="4381500"/>
            <a:ext cx="7829550" cy="1588"/>
          </a:xfrm>
          <a:prstGeom prst="line">
            <a:avLst/>
          </a:prstGeom>
          <a:ln w="38100">
            <a:solidFill>
              <a:schemeClr val="bg1">
                <a:lumMod val="85000"/>
                <a:lumOff val="15000"/>
              </a:schemeClr>
            </a:solidFill>
            <a:prstDash val="dash"/>
          </a:ln>
        </p:spPr>
        <p:style>
          <a:lnRef idx="1">
            <a:schemeClr val="accent1"/>
          </a:lnRef>
          <a:fillRef idx="0">
            <a:schemeClr val="accent1"/>
          </a:fillRef>
          <a:effectRef idx="0">
            <a:schemeClr val="accent1"/>
          </a:effectRef>
          <a:fontRef idx="minor">
            <a:schemeClr val="tx1"/>
          </a:fontRef>
        </p:style>
      </p:cxnSp>
      <p:sp>
        <p:nvSpPr>
          <p:cNvPr id="39" name="Rounded Rectangle 38"/>
          <p:cNvSpPr/>
          <p:nvPr/>
        </p:nvSpPr>
        <p:spPr bwMode="auto">
          <a:xfrm>
            <a:off x="6096000" y="1371600"/>
            <a:ext cx="2362200" cy="533399"/>
          </a:xfrm>
          <a:prstGeom prst="roundRect">
            <a:avLst/>
          </a:prstGeom>
          <a:ln>
            <a:headEnd type="none" w="med" len="med"/>
            <a:tailEnd type="none" w="med" len="med"/>
          </a:ln>
        </p:spPr>
        <p:style>
          <a:lnRef idx="0">
            <a:schemeClr val="accent5"/>
          </a:lnRef>
          <a:fillRef idx="1001">
            <a:schemeClr val="dk1"/>
          </a:fillRef>
          <a:effectRef idx="3">
            <a:schemeClr val="accent5"/>
          </a:effectRef>
          <a:fontRef idx="minor">
            <a:schemeClr val="lt1"/>
          </a:fontRef>
        </p:style>
        <p:txBody>
          <a:bodyPr vert="horz" wrap="square" lIns="91436" tIns="45718" rIns="91436" bIns="45718" numCol="1" rtlCol="0" anchor="ctr" anchorCtr="0" compatLnSpc="1">
            <a:prstTxWarp prst="textNoShape">
              <a:avLst/>
            </a:prstTxWarp>
          </a:bodyPr>
          <a:lstStyle/>
          <a:p>
            <a:pPr lvl="0" algn="ctr">
              <a:defRPr/>
            </a:pPr>
            <a:r>
              <a:rPr lang="en-US" b="0" dirty="0" smtClean="0">
                <a:solidFill>
                  <a:srgbClr val="FFFF00"/>
                </a:solidFill>
                <a:latin typeface="Calibri" pitchFamily="34" charset="0"/>
              </a:rPr>
              <a:t>Standards Based</a:t>
            </a:r>
          </a:p>
        </p:txBody>
      </p:sp>
      <p:sp>
        <p:nvSpPr>
          <p:cNvPr id="40" name="Rounded Rectangle 39"/>
          <p:cNvSpPr/>
          <p:nvPr/>
        </p:nvSpPr>
        <p:spPr bwMode="auto">
          <a:xfrm>
            <a:off x="3352800" y="1371600"/>
            <a:ext cx="2438400" cy="533400"/>
          </a:xfrm>
          <a:prstGeom prst="roundRect">
            <a:avLst/>
          </a:prstGeom>
          <a:ln>
            <a:headEnd type="none" w="med" len="med"/>
            <a:tailEnd type="none" w="med" len="med"/>
          </a:ln>
        </p:spPr>
        <p:style>
          <a:lnRef idx="0">
            <a:schemeClr val="accent4"/>
          </a:lnRef>
          <a:fillRef idx="1001">
            <a:schemeClr val="dk1"/>
          </a:fillRef>
          <a:effectRef idx="3">
            <a:schemeClr val="accent4"/>
          </a:effectRef>
          <a:fontRef idx="minor">
            <a:schemeClr val="lt1"/>
          </a:fontRef>
        </p:style>
        <p:txBody>
          <a:bodyPr vert="horz" wrap="square" lIns="91436" tIns="45718" rIns="91436" bIns="45718" numCol="1" rtlCol="0" anchor="ctr" anchorCtr="0" compatLnSpc="1">
            <a:prstTxWarp prst="textNoShape">
              <a:avLst/>
            </a:prstTxWarp>
          </a:bodyPr>
          <a:lstStyle/>
          <a:p>
            <a:pPr algn="ctr">
              <a:buFont typeface="Wingdings 2" pitchFamily="18" charset="2"/>
              <a:buNone/>
              <a:defRPr/>
            </a:pPr>
            <a:r>
              <a:rPr lang="en-US" b="0" dirty="0" smtClean="0">
                <a:solidFill>
                  <a:srgbClr val="FFFF00"/>
                </a:solidFill>
                <a:latin typeface="Calibri" pitchFamily="34" charset="0"/>
              </a:rPr>
              <a:t>Enhances Developer Productivity</a:t>
            </a:r>
          </a:p>
        </p:txBody>
      </p:sp>
      <p:pic>
        <p:nvPicPr>
          <p:cNvPr id="44" name="Picture 3" descr="C:\Program Files\Microsoft Resource DVD Artwork\DVD_ART\Artwork_Imagery\HARDWARE_IMAGERY\Illustration - Misc Hardware\XML Icons\Internet cloud web.png"/>
          <p:cNvPicPr>
            <a:picLocks noChangeAspect="1" noChangeArrowheads="1"/>
          </p:cNvPicPr>
          <p:nvPr/>
        </p:nvPicPr>
        <p:blipFill>
          <a:blip r:embed="rId3" cstate="print"/>
          <a:srcRect/>
          <a:stretch>
            <a:fillRect/>
          </a:stretch>
        </p:blipFill>
        <p:spPr bwMode="auto">
          <a:xfrm>
            <a:off x="1600200" y="2133600"/>
            <a:ext cx="5943600" cy="2185856"/>
          </a:xfrm>
          <a:prstGeom prst="rect">
            <a:avLst/>
          </a:prstGeom>
          <a:noFill/>
        </p:spPr>
      </p:pic>
      <p:sp>
        <p:nvSpPr>
          <p:cNvPr id="114" name="Rectangle 113"/>
          <p:cNvSpPr/>
          <p:nvPr/>
        </p:nvSpPr>
        <p:spPr bwMode="auto">
          <a:xfrm>
            <a:off x="5638800" y="2590800"/>
            <a:ext cx="1524000" cy="1371600"/>
          </a:xfrm>
          <a:prstGeom prst="rect">
            <a:avLst/>
          </a:prstGeom>
          <a:solidFill>
            <a:srgbClr val="00B0F0"/>
          </a:solidFill>
          <a:ln>
            <a:noFill/>
            <a:headEnd type="none" w="med" len="med"/>
            <a:tailEnd type="none" w="med" len="med"/>
          </a:ln>
        </p:spPr>
        <p:style>
          <a:lnRef idx="1">
            <a:schemeClr val="accent6"/>
          </a:lnRef>
          <a:fillRef idx="3">
            <a:schemeClr val="accent6"/>
          </a:fillRef>
          <a:effectRef idx="2">
            <a:schemeClr val="accent6"/>
          </a:effectRef>
          <a:fontRef idx="minor">
            <a:schemeClr val="lt1"/>
          </a:fontRef>
        </p:style>
        <p:txBody>
          <a:bodyPr vert="horz" wrap="none" lIns="91436" tIns="45718" rIns="91436" bIns="45718" numCol="1" rtlCol="0" anchor="ctr" anchorCtr="0" compatLnSpc="1">
            <a:prstTxWarp prst="textNoShape">
              <a:avLst/>
            </a:prstTxWarp>
          </a:bodyPr>
          <a:lstStyle/>
          <a:p>
            <a:pPr algn="ctr" defTabSz="914099" rtl="0" fontAlgn="base">
              <a:spcBef>
                <a:spcPct val="0"/>
              </a:spcBef>
              <a:spcAft>
                <a:spcPct val="0"/>
              </a:spcAft>
            </a:pPr>
            <a:r>
              <a:rPr lang="en-US" kern="1200" dirty="0" err="1" smtClean="0">
                <a:solidFill>
                  <a:srgbClr val="FFFFFF"/>
                </a:solidFill>
                <a:latin typeface="Calibri"/>
                <a:ea typeface="+mn-ea"/>
                <a:cs typeface="+mn-cs"/>
              </a:rPr>
              <a:t>.Net</a:t>
            </a:r>
            <a:r>
              <a:rPr lang="en-US" kern="1200" dirty="0" smtClean="0">
                <a:solidFill>
                  <a:srgbClr val="FFFFFF"/>
                </a:solidFill>
                <a:latin typeface="Calibri"/>
                <a:ea typeface="+mn-ea"/>
                <a:cs typeface="+mn-cs"/>
              </a:rPr>
              <a:t> Access </a:t>
            </a:r>
          </a:p>
          <a:p>
            <a:pPr algn="ctr" defTabSz="914099" rtl="0" fontAlgn="base">
              <a:spcBef>
                <a:spcPct val="0"/>
              </a:spcBef>
              <a:spcAft>
                <a:spcPct val="0"/>
              </a:spcAft>
            </a:pPr>
            <a:r>
              <a:rPr lang="en-US" kern="1200" dirty="0" smtClean="0">
                <a:solidFill>
                  <a:srgbClr val="FFFFFF"/>
                </a:solidFill>
                <a:latin typeface="Calibri"/>
                <a:ea typeface="+mn-ea"/>
                <a:cs typeface="+mn-cs"/>
              </a:rPr>
              <a:t>Control </a:t>
            </a:r>
          </a:p>
          <a:p>
            <a:pPr algn="ctr" defTabSz="914099" rtl="0" fontAlgn="base">
              <a:spcBef>
                <a:spcPct val="0"/>
              </a:spcBef>
              <a:spcAft>
                <a:spcPct val="0"/>
              </a:spcAft>
            </a:pPr>
            <a:r>
              <a:rPr lang="en-US" kern="1200" dirty="0" smtClean="0">
                <a:solidFill>
                  <a:srgbClr val="FFFFFF"/>
                </a:solidFill>
                <a:latin typeface="Calibri"/>
                <a:ea typeface="+mn-ea"/>
                <a:cs typeface="+mn-cs"/>
              </a:rPr>
              <a:t>Service</a:t>
            </a:r>
            <a:endParaRPr lang="en-US" kern="1200" dirty="0">
              <a:solidFill>
                <a:srgbClr val="FFFFFF"/>
              </a:solidFill>
              <a:latin typeface="Calibri"/>
              <a:ea typeface="+mn-ea"/>
              <a:cs typeface="+mn-cs"/>
            </a:endParaRPr>
          </a:p>
        </p:txBody>
      </p:sp>
      <p:sp>
        <p:nvSpPr>
          <p:cNvPr id="111" name="Rectangle 110"/>
          <p:cNvSpPr/>
          <p:nvPr/>
        </p:nvSpPr>
        <p:spPr bwMode="auto">
          <a:xfrm>
            <a:off x="2438400" y="4724400"/>
            <a:ext cx="1295400" cy="853440"/>
          </a:xfrm>
          <a:prstGeom prst="rect">
            <a:avLst/>
          </a:prstGeom>
          <a:gradFill flip="none" rotWithShape="1">
            <a:gsLst>
              <a:gs pos="0">
                <a:srgbClr val="FF6600">
                  <a:shade val="30000"/>
                  <a:satMod val="115000"/>
                </a:srgbClr>
              </a:gs>
              <a:gs pos="50000">
                <a:srgbClr val="FF6600">
                  <a:shade val="67500"/>
                  <a:satMod val="115000"/>
                </a:srgbClr>
              </a:gs>
              <a:gs pos="100000">
                <a:srgbClr val="FF6600">
                  <a:shade val="100000"/>
                  <a:satMod val="115000"/>
                </a:srgbClr>
              </a:gs>
            </a:gsLst>
            <a:lin ang="16200000" scaled="1"/>
            <a:tileRect/>
          </a:gradFill>
          <a:ln>
            <a:no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rtl="0" fontAlgn="base">
              <a:spcBef>
                <a:spcPct val="0"/>
              </a:spcBef>
              <a:spcAft>
                <a:spcPct val="0"/>
              </a:spcAft>
            </a:pPr>
            <a:r>
              <a:rPr lang="en-US" kern="1200" dirty="0">
                <a:solidFill>
                  <a:srgbClr val="FFFFFF"/>
                </a:solidFill>
                <a:latin typeface="Calibri"/>
                <a:ea typeface="+mn-ea"/>
                <a:cs typeface="+mn-cs"/>
              </a:rPr>
              <a:t>Microsoft Services Connector</a:t>
            </a:r>
          </a:p>
        </p:txBody>
      </p:sp>
      <p:sp>
        <p:nvSpPr>
          <p:cNvPr id="106" name="Rectangle 105"/>
          <p:cNvSpPr/>
          <p:nvPr/>
        </p:nvSpPr>
        <p:spPr bwMode="auto">
          <a:xfrm>
            <a:off x="5334000" y="4724400"/>
            <a:ext cx="1295400" cy="1371600"/>
          </a:xfrm>
          <a:prstGeom prst="rect">
            <a:avLst/>
          </a:prstGeom>
          <a:ln>
            <a:noFill/>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rtl="0" fontAlgn="base">
              <a:spcBef>
                <a:spcPct val="0"/>
              </a:spcBef>
              <a:spcAft>
                <a:spcPct val="0"/>
              </a:spcAft>
            </a:pPr>
            <a:r>
              <a:rPr lang="en-US" kern="1200" dirty="0">
                <a:solidFill>
                  <a:srgbClr val="FFFFFF"/>
                </a:solidFill>
                <a:latin typeface="Calibri"/>
                <a:ea typeface="+mn-ea"/>
                <a:cs typeface="+mn-cs"/>
              </a:rPr>
              <a:t>“Geneva” Framework</a:t>
            </a:r>
          </a:p>
        </p:txBody>
      </p:sp>
      <p:sp>
        <p:nvSpPr>
          <p:cNvPr id="108" name="Rectangle 107"/>
          <p:cNvSpPr/>
          <p:nvPr/>
        </p:nvSpPr>
        <p:spPr bwMode="auto">
          <a:xfrm>
            <a:off x="3886200" y="4724400"/>
            <a:ext cx="1295400" cy="1371600"/>
          </a:xfrm>
          <a:prstGeom prst="rect">
            <a:avLst/>
          </a:prstGeom>
          <a:ln>
            <a:noFill/>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rtl="0" fontAlgn="base">
              <a:spcBef>
                <a:spcPct val="0"/>
              </a:spcBef>
              <a:spcAft>
                <a:spcPct val="0"/>
              </a:spcAft>
            </a:pPr>
            <a:r>
              <a:rPr lang="en-US" kern="1200" dirty="0">
                <a:solidFill>
                  <a:srgbClr val="FFFFFF"/>
                </a:solidFill>
                <a:latin typeface="Calibri"/>
                <a:ea typeface="+mn-ea"/>
                <a:cs typeface="+mn-cs"/>
              </a:rPr>
              <a:t>Windows </a:t>
            </a:r>
            <a:r>
              <a:rPr lang="en-US" kern="1200" dirty="0" err="1">
                <a:solidFill>
                  <a:srgbClr val="FFFFFF"/>
                </a:solidFill>
                <a:latin typeface="Calibri"/>
                <a:ea typeface="+mn-ea"/>
                <a:cs typeface="+mn-cs"/>
              </a:rPr>
              <a:t>CardSpace</a:t>
            </a:r>
            <a:r>
              <a:rPr lang="en-US" kern="1200" dirty="0">
                <a:solidFill>
                  <a:srgbClr val="FFFFFF"/>
                </a:solidFill>
                <a:latin typeface="Calibri"/>
                <a:ea typeface="+mn-ea"/>
                <a:cs typeface="+mn-cs"/>
              </a:rPr>
              <a:t> “Geneva”</a:t>
            </a:r>
          </a:p>
        </p:txBody>
      </p:sp>
      <p:sp>
        <p:nvSpPr>
          <p:cNvPr id="109" name="Rectangle 108"/>
          <p:cNvSpPr/>
          <p:nvPr/>
        </p:nvSpPr>
        <p:spPr bwMode="auto">
          <a:xfrm>
            <a:off x="1066800" y="5715000"/>
            <a:ext cx="2667000" cy="381000"/>
          </a:xfrm>
          <a:prstGeom prst="rect">
            <a:avLst/>
          </a:prstGeom>
          <a:gradFill flip="none" rotWithShape="1">
            <a:gsLst>
              <a:gs pos="0">
                <a:srgbClr val="FF6600">
                  <a:shade val="30000"/>
                  <a:satMod val="115000"/>
                </a:srgbClr>
              </a:gs>
              <a:gs pos="50000">
                <a:srgbClr val="FF6600">
                  <a:shade val="67500"/>
                  <a:satMod val="115000"/>
                </a:srgbClr>
              </a:gs>
              <a:gs pos="100000">
                <a:srgbClr val="FF6600">
                  <a:shade val="100000"/>
                  <a:satMod val="115000"/>
                </a:srgbClr>
              </a:gs>
            </a:gsLst>
            <a:lin ang="16200000" scaled="1"/>
            <a:tileRect/>
          </a:gradFill>
          <a:ln>
            <a:no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rtl="0" fontAlgn="base">
              <a:spcBef>
                <a:spcPct val="0"/>
              </a:spcBef>
              <a:spcAft>
                <a:spcPct val="0"/>
              </a:spcAft>
            </a:pPr>
            <a:r>
              <a:rPr lang="en-US" kern="1200" dirty="0">
                <a:solidFill>
                  <a:srgbClr val="FFFFFF"/>
                </a:solidFill>
                <a:latin typeface="Calibri"/>
                <a:ea typeface="+mn-ea"/>
                <a:cs typeface="+mn-cs"/>
              </a:rPr>
              <a:t>Active Directory</a:t>
            </a:r>
          </a:p>
        </p:txBody>
      </p:sp>
      <p:sp>
        <p:nvSpPr>
          <p:cNvPr id="110" name="Rectangle 109"/>
          <p:cNvSpPr/>
          <p:nvPr/>
        </p:nvSpPr>
        <p:spPr bwMode="auto">
          <a:xfrm>
            <a:off x="1066800" y="4724400"/>
            <a:ext cx="1219200" cy="853440"/>
          </a:xfrm>
          <a:prstGeom prst="rect">
            <a:avLst/>
          </a:prstGeom>
          <a:gradFill flip="none" rotWithShape="1">
            <a:gsLst>
              <a:gs pos="0">
                <a:srgbClr val="FF6600">
                  <a:shade val="30000"/>
                  <a:satMod val="115000"/>
                </a:srgbClr>
              </a:gs>
              <a:gs pos="50000">
                <a:srgbClr val="FF6600">
                  <a:shade val="67500"/>
                  <a:satMod val="115000"/>
                </a:srgbClr>
              </a:gs>
              <a:gs pos="100000">
                <a:srgbClr val="FF6600">
                  <a:shade val="100000"/>
                  <a:satMod val="115000"/>
                </a:srgbClr>
              </a:gs>
            </a:gsLst>
            <a:lin ang="16200000" scaled="1"/>
            <a:tileRect/>
          </a:gradFill>
          <a:ln>
            <a:no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rtl="0" fontAlgn="base">
              <a:spcBef>
                <a:spcPct val="0"/>
              </a:spcBef>
              <a:spcAft>
                <a:spcPct val="0"/>
              </a:spcAft>
            </a:pPr>
            <a:r>
              <a:rPr lang="en-US" kern="1200" dirty="0">
                <a:solidFill>
                  <a:srgbClr val="FFFFFF"/>
                </a:solidFill>
                <a:latin typeface="Calibri"/>
                <a:ea typeface="+mn-ea"/>
                <a:cs typeface="+mn-cs"/>
              </a:rPr>
              <a:t>“Geneva” </a:t>
            </a:r>
            <a:r>
              <a:rPr lang="en-US" kern="1200" dirty="0" smtClean="0">
                <a:solidFill>
                  <a:srgbClr val="FFFFFF"/>
                </a:solidFill>
                <a:latin typeface="Calibri"/>
                <a:ea typeface="+mn-ea"/>
                <a:cs typeface="+mn-cs"/>
              </a:rPr>
              <a:t>Server</a:t>
            </a:r>
          </a:p>
        </p:txBody>
      </p:sp>
      <p:sp>
        <p:nvSpPr>
          <p:cNvPr id="23" name="Rounded Rectangle 22"/>
          <p:cNvSpPr/>
          <p:nvPr/>
        </p:nvSpPr>
        <p:spPr bwMode="auto">
          <a:xfrm>
            <a:off x="381000" y="2057400"/>
            <a:ext cx="8343900" cy="4648200"/>
          </a:xfrm>
          <a:prstGeom prst="roundRect">
            <a:avLst/>
          </a:prstGeom>
          <a:solidFill>
            <a:schemeClr val="bg1">
              <a:lumMod val="75000"/>
              <a:lumOff val="25000"/>
              <a:alpha val="90000"/>
            </a:schemeClr>
          </a:solidFill>
          <a:ln>
            <a:solidFill>
              <a:schemeClr val="bg1">
                <a:lumMod val="50000"/>
                <a:lumOff val="50000"/>
              </a:schemeClr>
            </a:solid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p:txBody>
      </p:sp>
      <p:sp>
        <p:nvSpPr>
          <p:cNvPr id="107" name="Rectangle 106"/>
          <p:cNvSpPr/>
          <p:nvPr/>
        </p:nvSpPr>
        <p:spPr bwMode="auto">
          <a:xfrm>
            <a:off x="6781800" y="4724400"/>
            <a:ext cx="1295400" cy="1371600"/>
          </a:xfrm>
          <a:prstGeom prst="rect">
            <a:avLst/>
          </a:prstGeom>
          <a:ln>
            <a:noFill/>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rtl="0" fontAlgn="base">
              <a:spcBef>
                <a:spcPct val="0"/>
              </a:spcBef>
              <a:spcAft>
                <a:spcPct val="0"/>
              </a:spcAft>
            </a:pPr>
            <a:r>
              <a:rPr lang="en-US" kern="1200" dirty="0">
                <a:solidFill>
                  <a:srgbClr val="FFFFFF"/>
                </a:solidFill>
                <a:latin typeface="Calibri"/>
                <a:ea typeface="+mn-ea"/>
                <a:cs typeface="+mn-cs"/>
              </a:rPr>
              <a:t>Live Framework</a:t>
            </a:r>
          </a:p>
        </p:txBody>
      </p:sp>
      <p:sp>
        <p:nvSpPr>
          <p:cNvPr id="112" name="Rectangle 111"/>
          <p:cNvSpPr/>
          <p:nvPr/>
        </p:nvSpPr>
        <p:spPr bwMode="auto">
          <a:xfrm>
            <a:off x="1981200" y="2590800"/>
            <a:ext cx="1524000" cy="1371600"/>
          </a:xfrm>
          <a:prstGeom prst="rect">
            <a:avLst/>
          </a:prstGeom>
          <a:solidFill>
            <a:srgbClr val="00B0F0"/>
          </a:solidFill>
          <a:ln>
            <a:noFill/>
            <a:headEnd type="none" w="med" len="med"/>
            <a:tailEnd type="none" w="med" len="med"/>
          </a:ln>
        </p:spPr>
        <p:style>
          <a:lnRef idx="1">
            <a:schemeClr val="accent6"/>
          </a:lnRef>
          <a:fillRef idx="3">
            <a:schemeClr val="accent6"/>
          </a:fillRef>
          <a:effectRef idx="2">
            <a:schemeClr val="accent6"/>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rtl="0" fontAlgn="base">
              <a:spcBef>
                <a:spcPct val="0"/>
              </a:spcBef>
              <a:spcAft>
                <a:spcPct val="0"/>
              </a:spcAft>
            </a:pPr>
            <a:r>
              <a:rPr lang="en-US" kern="1200" dirty="0">
                <a:solidFill>
                  <a:srgbClr val="FFFFFF"/>
                </a:solidFill>
                <a:latin typeface="Calibri"/>
                <a:ea typeface="+mn-ea"/>
                <a:cs typeface="+mn-cs"/>
              </a:rPr>
              <a:t>Live </a:t>
            </a:r>
            <a:r>
              <a:rPr lang="en-US" kern="1200" dirty="0" smtClean="0">
                <a:solidFill>
                  <a:srgbClr val="FFFFFF"/>
                </a:solidFill>
                <a:latin typeface="Calibri"/>
                <a:ea typeface="+mn-ea"/>
                <a:cs typeface="+mn-cs"/>
              </a:rPr>
              <a:t>Identity Services</a:t>
            </a:r>
          </a:p>
        </p:txBody>
      </p:sp>
      <p:sp>
        <p:nvSpPr>
          <p:cNvPr id="113" name="Rectangle 112"/>
          <p:cNvSpPr/>
          <p:nvPr/>
        </p:nvSpPr>
        <p:spPr bwMode="auto">
          <a:xfrm>
            <a:off x="3810000" y="2590800"/>
            <a:ext cx="1524000" cy="1371600"/>
          </a:xfrm>
          <a:prstGeom prst="rect">
            <a:avLst/>
          </a:prstGeom>
          <a:solidFill>
            <a:srgbClr val="00B0F0"/>
          </a:solidFill>
          <a:ln>
            <a:noFill/>
            <a:headEnd type="none" w="med" len="med"/>
            <a:tailEnd type="none" w="med" len="med"/>
          </a:ln>
        </p:spPr>
        <p:style>
          <a:lnRef idx="1">
            <a:schemeClr val="accent6"/>
          </a:lnRef>
          <a:fillRef idx="3">
            <a:schemeClr val="accent6"/>
          </a:fillRef>
          <a:effectRef idx="2">
            <a:schemeClr val="accent6"/>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rtl="0" fontAlgn="base">
              <a:spcBef>
                <a:spcPct val="0"/>
              </a:spcBef>
              <a:spcAft>
                <a:spcPct val="0"/>
              </a:spcAft>
            </a:pPr>
            <a:r>
              <a:rPr lang="en-US" kern="1200" dirty="0">
                <a:solidFill>
                  <a:srgbClr val="FFFFFF"/>
                </a:solidFill>
                <a:latin typeface="Calibri"/>
                <a:ea typeface="+mn-ea"/>
                <a:cs typeface="+mn-cs"/>
              </a:rPr>
              <a:t>Microsoft Federation Gateway</a:t>
            </a:r>
          </a:p>
        </p:txBody>
      </p:sp>
      <p:sp>
        <p:nvSpPr>
          <p:cNvPr id="116" name="TextBox 115"/>
          <p:cNvSpPr txBox="1"/>
          <p:nvPr/>
        </p:nvSpPr>
        <p:spPr>
          <a:xfrm rot="16200000">
            <a:off x="-375910" y="5186691"/>
            <a:ext cx="2057400" cy="523220"/>
          </a:xfrm>
          <a:prstGeom prst="rect">
            <a:avLst/>
          </a:prstGeom>
          <a:noFill/>
        </p:spPr>
        <p:txBody>
          <a:bodyPr wrap="square" rtlCol="0">
            <a:spAutoFit/>
          </a:bodyPr>
          <a:lstStyle/>
          <a:p>
            <a:pPr algn="ctr"/>
            <a:r>
              <a:rPr lang="en-US" sz="2800" dirty="0" smtClean="0"/>
              <a:t>Software</a:t>
            </a:r>
            <a:endParaRPr lang="en-US" sz="2800" dirty="0"/>
          </a:p>
        </p:txBody>
      </p:sp>
      <p:sp>
        <p:nvSpPr>
          <p:cNvPr id="117" name="TextBox 116"/>
          <p:cNvSpPr txBox="1"/>
          <p:nvPr/>
        </p:nvSpPr>
        <p:spPr>
          <a:xfrm rot="16200000">
            <a:off x="-375910" y="3053091"/>
            <a:ext cx="2057400" cy="523220"/>
          </a:xfrm>
          <a:prstGeom prst="rect">
            <a:avLst/>
          </a:prstGeom>
          <a:noFill/>
        </p:spPr>
        <p:txBody>
          <a:bodyPr wrap="square" rtlCol="0">
            <a:spAutoFit/>
          </a:bodyPr>
          <a:lstStyle/>
          <a:p>
            <a:pPr algn="ctr"/>
            <a:r>
              <a:rPr lang="en-US" sz="2800" dirty="0" smtClean="0"/>
              <a:t>Services</a:t>
            </a:r>
            <a:endParaRPr lang="en-US" sz="2800" dirty="0"/>
          </a:p>
        </p:txBody>
      </p:sp>
      <p:sp>
        <p:nvSpPr>
          <p:cNvPr id="118" name="TextBox 117"/>
          <p:cNvSpPr txBox="1"/>
          <p:nvPr/>
        </p:nvSpPr>
        <p:spPr>
          <a:xfrm rot="5400000">
            <a:off x="6433810" y="4119890"/>
            <a:ext cx="4114800" cy="523220"/>
          </a:xfrm>
          <a:prstGeom prst="rect">
            <a:avLst/>
          </a:prstGeom>
          <a:noFill/>
        </p:spPr>
        <p:txBody>
          <a:bodyPr wrap="square" rtlCol="0">
            <a:spAutoFit/>
          </a:bodyPr>
          <a:lstStyle/>
          <a:p>
            <a:pPr algn="ctr"/>
            <a:r>
              <a:rPr lang="en-US" sz="2800" dirty="0" smtClean="0"/>
              <a:t>Claims-Based Access</a:t>
            </a:r>
            <a:endParaRPr lang="en-US" sz="2800" dirty="0"/>
          </a:p>
        </p:txBody>
      </p:sp>
      <p:sp>
        <p:nvSpPr>
          <p:cNvPr id="26" name="Rounded Rectangle 25"/>
          <p:cNvSpPr/>
          <p:nvPr/>
        </p:nvSpPr>
        <p:spPr bwMode="auto">
          <a:xfrm>
            <a:off x="685800" y="1371600"/>
            <a:ext cx="2362200" cy="533400"/>
          </a:xfrm>
          <a:prstGeom prst="roundRect">
            <a:avLst/>
          </a:prstGeom>
          <a:ln>
            <a:headEnd type="none" w="med" len="med"/>
            <a:tailEnd type="none" w="med" len="med"/>
          </a:ln>
        </p:spPr>
        <p:style>
          <a:lnRef idx="0">
            <a:schemeClr val="accent1"/>
          </a:lnRef>
          <a:fillRef idx="1001">
            <a:schemeClr val="dk1"/>
          </a:fillRef>
          <a:effectRef idx="3">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a:defRPr/>
            </a:pPr>
            <a:r>
              <a:rPr lang="en-US" b="0" dirty="0" smtClean="0">
                <a:solidFill>
                  <a:srgbClr val="FFFF00"/>
                </a:solidFill>
                <a:latin typeface="Calibri" pitchFamily="34" charset="0"/>
              </a:rPr>
              <a:t>Flexibility via Choice</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1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7350" y="152400"/>
            <a:ext cx="8369300" cy="997196"/>
          </a:xfrm>
        </p:spPr>
        <p:txBody>
          <a:bodyPr/>
          <a:lstStyle/>
          <a:p>
            <a:r>
              <a:rPr lang="en-US" dirty="0" smtClean="0"/>
              <a:t>Agenda and Themes</a:t>
            </a:r>
            <a:br>
              <a:rPr lang="en-US" dirty="0" smtClean="0"/>
            </a:br>
            <a:r>
              <a:rPr lang="en-US" sz="3200" dirty="0" smtClean="0">
                <a:solidFill>
                  <a:schemeClr val="accent3"/>
                </a:solidFill>
              </a:rPr>
              <a:t>Live Identity services</a:t>
            </a:r>
            <a:endParaRPr lang="en-US" dirty="0">
              <a:solidFill>
                <a:schemeClr val="accent3"/>
              </a:solidFill>
            </a:endParaRPr>
          </a:p>
        </p:txBody>
      </p:sp>
      <p:graphicFrame>
        <p:nvGraphicFramePr>
          <p:cNvPr id="10" name="Diagram 9"/>
          <p:cNvGraphicFramePr/>
          <p:nvPr/>
        </p:nvGraphicFramePr>
        <p:xfrm>
          <a:off x="452365" y="1420813"/>
          <a:ext cx="8239271" cy="52800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87350" y="152400"/>
            <a:ext cx="8369300" cy="997196"/>
          </a:xfrm>
        </p:spPr>
        <p:txBody>
          <a:bodyPr/>
          <a:lstStyle/>
          <a:p>
            <a:r>
              <a:rPr lang="en-US" dirty="0" smtClean="0"/>
              <a:t>Live Identity Services</a:t>
            </a:r>
            <a:br>
              <a:rPr lang="en-US" dirty="0" smtClean="0"/>
            </a:br>
            <a:r>
              <a:rPr lang="en-US" sz="3200" dirty="0" smtClean="0">
                <a:solidFill>
                  <a:schemeClr val="accent3"/>
                </a:solidFill>
              </a:rPr>
              <a:t>Core principles </a:t>
            </a:r>
            <a:endParaRPr lang="en-US" dirty="0">
              <a:solidFill>
                <a:schemeClr val="accent3"/>
              </a:solidFill>
            </a:endParaRPr>
          </a:p>
        </p:txBody>
      </p:sp>
      <p:graphicFrame>
        <p:nvGraphicFramePr>
          <p:cNvPr id="5" name="Diagram 4"/>
          <p:cNvGraphicFramePr/>
          <p:nvPr/>
        </p:nvGraphicFramePr>
        <p:xfrm>
          <a:off x="1405865" y="1401223"/>
          <a:ext cx="6332271" cy="52998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7350" y="152400"/>
            <a:ext cx="8369300" cy="997196"/>
          </a:xfrm>
        </p:spPr>
        <p:txBody>
          <a:bodyPr/>
          <a:lstStyle/>
          <a:p>
            <a:r>
              <a:rPr smtClean="0"/>
              <a:t>Steps to Identity Integration - APPZ</a:t>
            </a:r>
            <a:r>
              <a:rPr lang="en-US" dirty="0" smtClean="0"/>
              <a:t/>
            </a:r>
            <a:br>
              <a:rPr lang="en-US" dirty="0" smtClean="0"/>
            </a:br>
            <a:endParaRPr lang="en-US" sz="3200" dirty="0">
              <a:solidFill>
                <a:schemeClr val="accent3"/>
              </a:solidFill>
            </a:endParaRPr>
          </a:p>
        </p:txBody>
      </p:sp>
      <p:sp>
        <p:nvSpPr>
          <p:cNvPr id="10" name="Text Placeholder 3"/>
          <p:cNvSpPr txBox="1">
            <a:spLocks/>
          </p:cNvSpPr>
          <p:nvPr/>
        </p:nvSpPr>
        <p:spPr>
          <a:xfrm>
            <a:off x="436015" y="1595719"/>
            <a:ext cx="664771" cy="830997"/>
          </a:xfrm>
          <a:prstGeom prst="rect">
            <a:avLst/>
          </a:prstGeom>
        </p:spPr>
        <p:txBody>
          <a:bodyPr vert="horz" wrap="square" lIns="0" tIns="0" rIns="0" bIns="0" rtlCol="0">
            <a:spAutoFit/>
          </a:bodyPr>
          <a:lstStyle/>
          <a:p>
            <a:pPr marL="396875" marR="0" lvl="0" indent="-396875" algn="l" defTabSz="914363" rtl="0" eaLnBrk="1" fontAlgn="auto" latinLnBrk="0" hangingPunct="1">
              <a:lnSpc>
                <a:spcPct val="90000"/>
              </a:lnSpc>
              <a:spcBef>
                <a:spcPct val="20000"/>
              </a:spcBef>
              <a:spcAft>
                <a:spcPts val="0"/>
              </a:spcAft>
              <a:buClrTx/>
              <a:buSzPct val="140000"/>
              <a:tabLst/>
              <a:defRPr/>
            </a:pPr>
            <a:r>
              <a:rPr kumimoji="0" lang="en-US" sz="6000" b="0" i="0" u="none" strike="noStrike" kern="1200" cap="none" spc="0" normalizeH="0" baseline="0" noProof="0" dirty="0" smtClean="0">
                <a:ln>
                  <a:noFill/>
                </a:ln>
                <a:solidFill>
                  <a:schemeClr val="accent4"/>
                </a:solidFill>
                <a:effectLst/>
                <a:uLnTx/>
                <a:uFillTx/>
                <a:latin typeface="+mn-lt"/>
                <a:ea typeface="+mn-ea"/>
                <a:cs typeface="+mn-cs"/>
              </a:rPr>
              <a:t>A</a:t>
            </a:r>
            <a:endParaRPr kumimoji="0" lang="en-US" sz="2800" b="0" i="0" u="none" strike="noStrike" kern="1200" cap="none" spc="0" normalizeH="0" baseline="0" noProof="0" dirty="0" smtClean="0">
              <a:ln>
                <a:noFill/>
              </a:ln>
              <a:solidFill>
                <a:schemeClr val="accent4"/>
              </a:solidFill>
              <a:effectLst/>
              <a:uLnTx/>
              <a:uFillTx/>
              <a:latin typeface="+mn-lt"/>
              <a:ea typeface="+mn-ea"/>
              <a:cs typeface="+mn-cs"/>
            </a:endParaRPr>
          </a:p>
        </p:txBody>
      </p:sp>
      <p:sp>
        <p:nvSpPr>
          <p:cNvPr id="11" name="Text Placeholder 3"/>
          <p:cNvSpPr txBox="1">
            <a:spLocks/>
          </p:cNvSpPr>
          <p:nvPr/>
        </p:nvSpPr>
        <p:spPr>
          <a:xfrm>
            <a:off x="451513" y="4171129"/>
            <a:ext cx="605395" cy="830997"/>
          </a:xfrm>
          <a:prstGeom prst="rect">
            <a:avLst/>
          </a:prstGeom>
        </p:spPr>
        <p:txBody>
          <a:bodyPr vert="horz" wrap="square" lIns="0" tIns="0" rIns="0" bIns="0" rtlCol="0">
            <a:spAutoFit/>
          </a:bodyPr>
          <a:lstStyle/>
          <a:p>
            <a:pPr marL="396875" marR="0" lvl="0" indent="-396875" algn="l" defTabSz="914363" rtl="0" eaLnBrk="1" fontAlgn="auto" latinLnBrk="0" hangingPunct="1">
              <a:lnSpc>
                <a:spcPct val="90000"/>
              </a:lnSpc>
              <a:spcBef>
                <a:spcPct val="20000"/>
              </a:spcBef>
              <a:spcAft>
                <a:spcPts val="0"/>
              </a:spcAft>
              <a:buClrTx/>
              <a:buSzPct val="140000"/>
              <a:tabLst/>
              <a:defRPr/>
            </a:pPr>
            <a:r>
              <a:rPr kumimoji="0" lang="en-US" sz="6000" b="0" i="0" u="none" strike="noStrike" kern="1200" cap="none" spc="0" normalizeH="0" baseline="0" noProof="0" dirty="0" smtClean="0">
                <a:ln>
                  <a:noFill/>
                </a:ln>
                <a:solidFill>
                  <a:schemeClr val="accent4"/>
                </a:solidFill>
                <a:effectLst/>
                <a:uLnTx/>
                <a:uFillTx/>
                <a:latin typeface="+mn-lt"/>
                <a:ea typeface="+mn-ea"/>
                <a:cs typeface="+mn-cs"/>
              </a:rPr>
              <a:t>P</a:t>
            </a:r>
            <a:endParaRPr kumimoji="0" lang="en-US" sz="2800" b="0" i="0" u="none" strike="noStrike" kern="1200" cap="none" spc="0" normalizeH="0" baseline="0" noProof="0" dirty="0" smtClean="0">
              <a:ln>
                <a:noFill/>
              </a:ln>
              <a:solidFill>
                <a:schemeClr val="accent4"/>
              </a:solidFill>
              <a:effectLst/>
              <a:uLnTx/>
              <a:uFillTx/>
              <a:latin typeface="+mn-lt"/>
              <a:ea typeface="+mn-ea"/>
              <a:cs typeface="+mn-cs"/>
            </a:endParaRPr>
          </a:p>
        </p:txBody>
      </p:sp>
      <p:sp>
        <p:nvSpPr>
          <p:cNvPr id="12" name="Text Placeholder 3"/>
          <p:cNvSpPr txBox="1">
            <a:spLocks/>
          </p:cNvSpPr>
          <p:nvPr/>
        </p:nvSpPr>
        <p:spPr>
          <a:xfrm>
            <a:off x="436015" y="2883424"/>
            <a:ext cx="605395" cy="830997"/>
          </a:xfrm>
          <a:prstGeom prst="rect">
            <a:avLst/>
          </a:prstGeom>
        </p:spPr>
        <p:txBody>
          <a:bodyPr vert="horz" wrap="square" lIns="0" tIns="0" rIns="0" bIns="0" rtlCol="0">
            <a:spAutoFit/>
          </a:bodyPr>
          <a:lstStyle/>
          <a:p>
            <a:pPr marL="396875" marR="0" lvl="0" indent="-396875" algn="l" defTabSz="914363" rtl="0" eaLnBrk="1" fontAlgn="auto" latinLnBrk="0" hangingPunct="1">
              <a:lnSpc>
                <a:spcPct val="90000"/>
              </a:lnSpc>
              <a:spcBef>
                <a:spcPct val="20000"/>
              </a:spcBef>
              <a:spcAft>
                <a:spcPts val="0"/>
              </a:spcAft>
              <a:buClrTx/>
              <a:buSzPct val="140000"/>
              <a:tabLst/>
              <a:defRPr/>
            </a:pPr>
            <a:r>
              <a:rPr kumimoji="0" lang="en-US" sz="6000" b="0" i="0" u="none" strike="noStrike" kern="1200" cap="none" spc="0" normalizeH="0" baseline="0" noProof="0" dirty="0" smtClean="0">
                <a:ln>
                  <a:noFill/>
                </a:ln>
                <a:solidFill>
                  <a:schemeClr val="accent4"/>
                </a:solidFill>
                <a:effectLst/>
                <a:uLnTx/>
                <a:uFillTx/>
                <a:latin typeface="+mn-lt"/>
                <a:ea typeface="+mn-ea"/>
                <a:cs typeface="+mn-cs"/>
              </a:rPr>
              <a:t>P</a:t>
            </a:r>
            <a:endParaRPr kumimoji="0" lang="en-US" sz="2800" b="0" i="0" u="none" strike="noStrike" kern="1200" cap="none" spc="0" normalizeH="0" baseline="0" noProof="0" dirty="0" smtClean="0">
              <a:ln>
                <a:noFill/>
              </a:ln>
              <a:solidFill>
                <a:schemeClr val="accent4"/>
              </a:solidFill>
              <a:effectLst/>
              <a:uLnTx/>
              <a:uFillTx/>
              <a:latin typeface="+mn-lt"/>
              <a:ea typeface="+mn-ea"/>
              <a:cs typeface="+mn-cs"/>
            </a:endParaRPr>
          </a:p>
        </p:txBody>
      </p:sp>
      <p:sp>
        <p:nvSpPr>
          <p:cNvPr id="13" name="Text Placeholder 3"/>
          <p:cNvSpPr txBox="1">
            <a:spLocks/>
          </p:cNvSpPr>
          <p:nvPr/>
        </p:nvSpPr>
        <p:spPr>
          <a:xfrm>
            <a:off x="436015" y="5458834"/>
            <a:ext cx="617270" cy="830997"/>
          </a:xfrm>
          <a:prstGeom prst="rect">
            <a:avLst/>
          </a:prstGeom>
        </p:spPr>
        <p:txBody>
          <a:bodyPr vert="horz" wrap="square" lIns="0" tIns="0" rIns="0" bIns="0" rtlCol="0">
            <a:spAutoFit/>
          </a:bodyPr>
          <a:lstStyle/>
          <a:p>
            <a:pPr marL="396875" marR="0" lvl="0" indent="-396875" algn="l" defTabSz="914363" rtl="0" eaLnBrk="1" fontAlgn="auto" latinLnBrk="0" hangingPunct="1">
              <a:lnSpc>
                <a:spcPct val="90000"/>
              </a:lnSpc>
              <a:spcBef>
                <a:spcPct val="20000"/>
              </a:spcBef>
              <a:spcAft>
                <a:spcPts val="0"/>
              </a:spcAft>
              <a:buClrTx/>
              <a:buSzPct val="140000"/>
              <a:tabLst/>
              <a:defRPr/>
            </a:pPr>
            <a:r>
              <a:rPr kumimoji="0" lang="en-US" sz="6000" b="0" i="0" u="none" strike="noStrike" kern="1200" cap="none" spc="0" normalizeH="0" baseline="0" noProof="0" dirty="0" smtClean="0">
                <a:ln>
                  <a:noFill/>
                </a:ln>
                <a:solidFill>
                  <a:schemeClr val="accent4"/>
                </a:solidFill>
                <a:effectLst/>
                <a:uLnTx/>
                <a:uFillTx/>
                <a:latin typeface="+mn-lt"/>
                <a:ea typeface="+mn-ea"/>
                <a:cs typeface="+mn-cs"/>
              </a:rPr>
              <a:t>Z</a:t>
            </a:r>
            <a:endParaRPr kumimoji="0" lang="en-US" sz="2800" b="0" i="0" u="none" strike="noStrike" kern="1200" cap="none" spc="0" normalizeH="0" baseline="0" noProof="0" dirty="0" smtClean="0">
              <a:ln>
                <a:noFill/>
              </a:ln>
              <a:solidFill>
                <a:schemeClr val="accent4"/>
              </a:solidFill>
              <a:effectLst/>
              <a:uLnTx/>
              <a:uFillTx/>
              <a:latin typeface="+mn-lt"/>
              <a:ea typeface="+mn-ea"/>
              <a:cs typeface="+mn-cs"/>
            </a:endParaRPr>
          </a:p>
        </p:txBody>
      </p:sp>
      <p:grpSp>
        <p:nvGrpSpPr>
          <p:cNvPr id="56" name="Group 55"/>
          <p:cNvGrpSpPr/>
          <p:nvPr/>
        </p:nvGrpSpPr>
        <p:grpSpPr>
          <a:xfrm>
            <a:off x="1361689" y="5457699"/>
            <a:ext cx="7284897" cy="933858"/>
            <a:chOff x="1623447" y="5612258"/>
            <a:chExt cx="7139553" cy="917366"/>
          </a:xfrm>
        </p:grpSpPr>
        <p:grpSp>
          <p:nvGrpSpPr>
            <p:cNvPr id="9" name="Group 8"/>
            <p:cNvGrpSpPr/>
            <p:nvPr/>
          </p:nvGrpSpPr>
          <p:grpSpPr>
            <a:xfrm>
              <a:off x="1623447" y="5612258"/>
              <a:ext cx="7139553" cy="917366"/>
              <a:chOff x="0" y="4193183"/>
              <a:chExt cx="7139553" cy="917366"/>
            </a:xfrm>
          </p:grpSpPr>
          <p:sp>
            <p:nvSpPr>
              <p:cNvPr id="51" name="Rectangle 50"/>
              <p:cNvSpPr/>
              <p:nvPr/>
            </p:nvSpPr>
            <p:spPr>
              <a:xfrm>
                <a:off x="0" y="4193183"/>
                <a:ext cx="7139553" cy="917366"/>
              </a:xfrm>
              <a:prstGeom prst="rect">
                <a:avLst/>
              </a:prstGeom>
            </p:spPr>
            <p:style>
              <a:lnRef idx="0">
                <a:schemeClr val="accent4"/>
              </a:lnRef>
              <a:fillRef idx="3">
                <a:schemeClr val="accent4"/>
              </a:fillRef>
              <a:effectRef idx="3">
                <a:schemeClr val="accent4"/>
              </a:effectRef>
              <a:fontRef idx="minor">
                <a:schemeClr val="lt1"/>
              </a:fontRef>
            </p:style>
          </p:sp>
          <p:sp>
            <p:nvSpPr>
              <p:cNvPr id="52" name="Rectangle 51"/>
              <p:cNvSpPr/>
              <p:nvPr/>
            </p:nvSpPr>
            <p:spPr>
              <a:xfrm>
                <a:off x="0" y="4193183"/>
                <a:ext cx="7139553" cy="49537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56032" tIns="256032" rIns="256032" bIns="256032" numCol="1" spcCol="1270" anchor="ctr" anchorCtr="0">
                <a:noAutofit/>
              </a:bodyPr>
              <a:lstStyle/>
              <a:p>
                <a:pPr lvl="0" algn="ctr" defTabSz="1600200">
                  <a:lnSpc>
                    <a:spcPct val="90000"/>
                  </a:lnSpc>
                  <a:spcBef>
                    <a:spcPct val="0"/>
                  </a:spcBef>
                  <a:spcAft>
                    <a:spcPct val="35000"/>
                  </a:spcAft>
                </a:pPr>
                <a:r>
                  <a:rPr lang="en-US" sz="3600" b="1" kern="1200" dirty="0" err="1" smtClean="0"/>
                  <a:t>Authori</a:t>
                </a:r>
                <a:r>
                  <a:rPr lang="en-US" sz="3600" b="1" kern="1200" dirty="0" err="1" smtClean="0">
                    <a:solidFill>
                      <a:schemeClr val="accent3"/>
                    </a:solidFill>
                  </a:rPr>
                  <a:t>Z</a:t>
                </a:r>
                <a:r>
                  <a:rPr lang="en-US" sz="3600" b="1" kern="1200" dirty="0" err="1" smtClean="0"/>
                  <a:t>ation</a:t>
                </a:r>
                <a:endParaRPr lang="en-US" sz="3600" b="1" kern="1200" dirty="0"/>
              </a:p>
            </p:txBody>
          </p:sp>
        </p:grpSp>
        <p:grpSp>
          <p:nvGrpSpPr>
            <p:cNvPr id="15" name="Group 14"/>
            <p:cNvGrpSpPr/>
            <p:nvPr/>
          </p:nvGrpSpPr>
          <p:grpSpPr>
            <a:xfrm>
              <a:off x="1626933" y="6089289"/>
              <a:ext cx="2377526" cy="421988"/>
              <a:chOff x="3486" y="4670214"/>
              <a:chExt cx="2377526" cy="421988"/>
            </a:xfrm>
          </p:grpSpPr>
          <p:sp>
            <p:nvSpPr>
              <p:cNvPr id="49" name="Rectangle 48"/>
              <p:cNvSpPr/>
              <p:nvPr/>
            </p:nvSpPr>
            <p:spPr>
              <a:xfrm>
                <a:off x="3486" y="4670214"/>
                <a:ext cx="2377526" cy="421988"/>
              </a:xfrm>
              <a:prstGeom prst="rect">
                <a:avLst/>
              </a:prstGeom>
            </p:spPr>
            <p:style>
              <a:lnRef idx="1">
                <a:schemeClr val="accent5"/>
              </a:lnRef>
              <a:fillRef idx="2">
                <a:schemeClr val="accent5"/>
              </a:fillRef>
              <a:effectRef idx="1">
                <a:schemeClr val="accent5"/>
              </a:effectRef>
              <a:fontRef idx="minor">
                <a:schemeClr val="dk1">
                  <a:hueOff val="0"/>
                  <a:satOff val="0"/>
                  <a:lumOff val="0"/>
                  <a:alphaOff val="0"/>
                </a:schemeClr>
              </a:fontRef>
            </p:style>
          </p:sp>
          <p:sp>
            <p:nvSpPr>
              <p:cNvPr id="50" name="Rectangle 49"/>
              <p:cNvSpPr/>
              <p:nvPr/>
            </p:nvSpPr>
            <p:spPr>
              <a:xfrm>
                <a:off x="3486" y="4670214"/>
                <a:ext cx="2377526" cy="42198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77800" tIns="31750" rIns="177800" bIns="31750" numCol="1" spcCol="1270" anchor="ctr" anchorCtr="0">
                <a:noAutofit/>
              </a:bodyPr>
              <a:lstStyle/>
              <a:p>
                <a:pPr lvl="0" algn="ctr" defTabSz="1111250">
                  <a:lnSpc>
                    <a:spcPct val="90000"/>
                  </a:lnSpc>
                  <a:spcBef>
                    <a:spcPct val="0"/>
                  </a:spcBef>
                  <a:spcAft>
                    <a:spcPct val="35000"/>
                  </a:spcAft>
                </a:pPr>
                <a:r>
                  <a:rPr lang="en-US" sz="2500" kern="1200" dirty="0" smtClean="0"/>
                  <a:t>Claims</a:t>
                </a:r>
                <a:endParaRPr lang="en-US" sz="2500" kern="1200" dirty="0"/>
              </a:p>
            </p:txBody>
          </p:sp>
        </p:grpSp>
        <p:grpSp>
          <p:nvGrpSpPr>
            <p:cNvPr id="16" name="Group 15"/>
            <p:cNvGrpSpPr/>
            <p:nvPr/>
          </p:nvGrpSpPr>
          <p:grpSpPr>
            <a:xfrm>
              <a:off x="4004460" y="6089289"/>
              <a:ext cx="2377526" cy="421988"/>
              <a:chOff x="2381013" y="4670214"/>
              <a:chExt cx="2377526" cy="421988"/>
            </a:xfrm>
          </p:grpSpPr>
          <p:sp>
            <p:nvSpPr>
              <p:cNvPr id="47" name="Rectangle 46"/>
              <p:cNvSpPr/>
              <p:nvPr/>
            </p:nvSpPr>
            <p:spPr>
              <a:xfrm>
                <a:off x="2381013" y="4670214"/>
                <a:ext cx="2377526" cy="421988"/>
              </a:xfrm>
              <a:prstGeom prst="rect">
                <a:avLst/>
              </a:prstGeom>
            </p:spPr>
            <p:style>
              <a:lnRef idx="1">
                <a:schemeClr val="accent5"/>
              </a:lnRef>
              <a:fillRef idx="2">
                <a:schemeClr val="accent5"/>
              </a:fillRef>
              <a:effectRef idx="1">
                <a:schemeClr val="accent5"/>
              </a:effectRef>
              <a:fontRef idx="minor">
                <a:schemeClr val="dk1">
                  <a:hueOff val="0"/>
                  <a:satOff val="0"/>
                  <a:lumOff val="0"/>
                  <a:alphaOff val="0"/>
                </a:schemeClr>
              </a:fontRef>
            </p:style>
          </p:sp>
          <p:sp>
            <p:nvSpPr>
              <p:cNvPr id="48" name="Rectangle 47"/>
              <p:cNvSpPr/>
              <p:nvPr/>
            </p:nvSpPr>
            <p:spPr>
              <a:xfrm>
                <a:off x="2381013" y="4670214"/>
                <a:ext cx="2377526" cy="42198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77800" tIns="31750" rIns="177800" bIns="31750" numCol="1" spcCol="1270" anchor="ctr" anchorCtr="0">
                <a:noAutofit/>
              </a:bodyPr>
              <a:lstStyle/>
              <a:p>
                <a:pPr lvl="0" algn="ctr" defTabSz="1111250">
                  <a:lnSpc>
                    <a:spcPct val="90000"/>
                  </a:lnSpc>
                  <a:spcBef>
                    <a:spcPct val="0"/>
                  </a:spcBef>
                  <a:spcAft>
                    <a:spcPct val="35000"/>
                  </a:spcAft>
                </a:pPr>
                <a:r>
                  <a:rPr lang="en-US" sz="2500" kern="1200" dirty="0" smtClean="0"/>
                  <a:t>Roles</a:t>
                </a:r>
                <a:endParaRPr lang="en-US" sz="2500" kern="1200" dirty="0"/>
              </a:p>
            </p:txBody>
          </p:sp>
        </p:grpSp>
        <p:grpSp>
          <p:nvGrpSpPr>
            <p:cNvPr id="17" name="Group 16"/>
            <p:cNvGrpSpPr/>
            <p:nvPr/>
          </p:nvGrpSpPr>
          <p:grpSpPr>
            <a:xfrm>
              <a:off x="6381986" y="6089289"/>
              <a:ext cx="2377526" cy="421988"/>
              <a:chOff x="4758539" y="4670214"/>
              <a:chExt cx="2377526" cy="421988"/>
            </a:xfrm>
          </p:grpSpPr>
          <p:sp>
            <p:nvSpPr>
              <p:cNvPr id="45" name="Rectangle 44"/>
              <p:cNvSpPr/>
              <p:nvPr/>
            </p:nvSpPr>
            <p:spPr>
              <a:xfrm>
                <a:off x="4758539" y="4670214"/>
                <a:ext cx="2363017" cy="421988"/>
              </a:xfrm>
              <a:prstGeom prst="rect">
                <a:avLst/>
              </a:prstGeom>
            </p:spPr>
            <p:style>
              <a:lnRef idx="1">
                <a:schemeClr val="accent5"/>
              </a:lnRef>
              <a:fillRef idx="2">
                <a:schemeClr val="accent5"/>
              </a:fillRef>
              <a:effectRef idx="1">
                <a:schemeClr val="accent5"/>
              </a:effectRef>
              <a:fontRef idx="minor">
                <a:schemeClr val="dk1">
                  <a:hueOff val="0"/>
                  <a:satOff val="0"/>
                  <a:lumOff val="0"/>
                  <a:alphaOff val="0"/>
                </a:schemeClr>
              </a:fontRef>
            </p:style>
          </p:sp>
          <p:sp>
            <p:nvSpPr>
              <p:cNvPr id="46" name="Rectangle 45"/>
              <p:cNvSpPr/>
              <p:nvPr/>
            </p:nvSpPr>
            <p:spPr>
              <a:xfrm>
                <a:off x="4758539" y="4670214"/>
                <a:ext cx="2377526" cy="42198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77800" tIns="31750" rIns="177800" bIns="31750" numCol="1" spcCol="1270" anchor="ctr" anchorCtr="0">
                <a:noAutofit/>
              </a:bodyPr>
              <a:lstStyle/>
              <a:p>
                <a:pPr lvl="0" algn="ctr" defTabSz="1111250">
                  <a:lnSpc>
                    <a:spcPct val="90000"/>
                  </a:lnSpc>
                  <a:spcBef>
                    <a:spcPct val="0"/>
                  </a:spcBef>
                  <a:spcAft>
                    <a:spcPct val="35000"/>
                  </a:spcAft>
                </a:pPr>
                <a:r>
                  <a:rPr lang="en-US" sz="2500" kern="1200" dirty="0" smtClean="0"/>
                  <a:t>Access control</a:t>
                </a:r>
                <a:endParaRPr lang="en-US" sz="2500" kern="1200" dirty="0"/>
              </a:p>
            </p:txBody>
          </p:sp>
        </p:grpSp>
      </p:grpSp>
      <p:grpSp>
        <p:nvGrpSpPr>
          <p:cNvPr id="55" name="Group 54"/>
          <p:cNvGrpSpPr/>
          <p:nvPr/>
        </p:nvGrpSpPr>
        <p:grpSpPr>
          <a:xfrm>
            <a:off x="1361692" y="4175944"/>
            <a:ext cx="7284900" cy="1317265"/>
            <a:chOff x="1623447" y="4348442"/>
            <a:chExt cx="7139553" cy="1296509"/>
          </a:xfrm>
        </p:grpSpPr>
        <p:grpSp>
          <p:nvGrpSpPr>
            <p:cNvPr id="18" name="Group 17"/>
            <p:cNvGrpSpPr/>
            <p:nvPr/>
          </p:nvGrpSpPr>
          <p:grpSpPr>
            <a:xfrm>
              <a:off x="1623447" y="4348442"/>
              <a:ext cx="7139553" cy="1296509"/>
              <a:chOff x="0" y="2929367"/>
              <a:chExt cx="7139553" cy="1296509"/>
            </a:xfrm>
          </p:grpSpPr>
          <p:sp>
            <p:nvSpPr>
              <p:cNvPr id="43" name="Up Arrow Callout 42"/>
              <p:cNvSpPr/>
              <p:nvPr/>
            </p:nvSpPr>
            <p:spPr>
              <a:xfrm rot="10800000">
                <a:off x="0" y="2929367"/>
                <a:ext cx="7139553" cy="1296509"/>
              </a:xfrm>
              <a:prstGeom prst="upArrowCallout">
                <a:avLst/>
              </a:prstGeom>
            </p:spPr>
            <p:style>
              <a:lnRef idx="0">
                <a:schemeClr val="accent4"/>
              </a:lnRef>
              <a:fillRef idx="3">
                <a:schemeClr val="accent4"/>
              </a:fillRef>
              <a:effectRef idx="3">
                <a:schemeClr val="accent4"/>
              </a:effectRef>
              <a:fontRef idx="minor">
                <a:schemeClr val="lt1"/>
              </a:fontRef>
            </p:style>
          </p:sp>
          <p:sp>
            <p:nvSpPr>
              <p:cNvPr id="44" name="Up Arrow Callout 12"/>
              <p:cNvSpPr/>
              <p:nvPr/>
            </p:nvSpPr>
            <p:spPr>
              <a:xfrm>
                <a:off x="0" y="2929368"/>
                <a:ext cx="7139553" cy="49523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56032" tIns="256032" rIns="256032" bIns="256032" numCol="1" spcCol="1270" anchor="ctr" anchorCtr="0">
                <a:noAutofit/>
              </a:bodyPr>
              <a:lstStyle/>
              <a:p>
                <a:pPr lvl="0" algn="ctr" defTabSz="1600200">
                  <a:lnSpc>
                    <a:spcPct val="90000"/>
                  </a:lnSpc>
                  <a:spcBef>
                    <a:spcPct val="0"/>
                  </a:spcBef>
                  <a:spcAft>
                    <a:spcPct val="35000"/>
                  </a:spcAft>
                </a:pPr>
                <a:r>
                  <a:rPr lang="en-US" sz="3600" b="1" kern="1200" dirty="0" smtClean="0">
                    <a:solidFill>
                      <a:schemeClr val="accent3"/>
                    </a:solidFill>
                  </a:rPr>
                  <a:t>P</a:t>
                </a:r>
                <a:r>
                  <a:rPr lang="en-US" sz="3600" b="1" kern="1200" dirty="0" smtClean="0"/>
                  <a:t>rofile</a:t>
                </a:r>
                <a:endParaRPr lang="en-US" sz="3600" b="1" kern="1200" dirty="0"/>
              </a:p>
            </p:txBody>
          </p:sp>
        </p:grpSp>
        <p:grpSp>
          <p:nvGrpSpPr>
            <p:cNvPr id="19" name="Group 18"/>
            <p:cNvGrpSpPr/>
            <p:nvPr/>
          </p:nvGrpSpPr>
          <p:grpSpPr>
            <a:xfrm>
              <a:off x="1623447" y="4821450"/>
              <a:ext cx="3569776" cy="432971"/>
              <a:chOff x="0" y="3402375"/>
              <a:chExt cx="3569776" cy="432971"/>
            </a:xfrm>
          </p:grpSpPr>
          <p:sp>
            <p:nvSpPr>
              <p:cNvPr id="41" name="Rectangle 40"/>
              <p:cNvSpPr/>
              <p:nvPr/>
            </p:nvSpPr>
            <p:spPr>
              <a:xfrm>
                <a:off x="0" y="3413485"/>
                <a:ext cx="3569776" cy="421861"/>
              </a:xfrm>
              <a:prstGeom prst="rect">
                <a:avLst/>
              </a:prstGeom>
            </p:spPr>
            <p:style>
              <a:lnRef idx="1">
                <a:schemeClr val="accent5"/>
              </a:lnRef>
              <a:fillRef idx="2">
                <a:schemeClr val="accent5"/>
              </a:fillRef>
              <a:effectRef idx="1">
                <a:schemeClr val="accent5"/>
              </a:effectRef>
              <a:fontRef idx="minor">
                <a:schemeClr val="dk1">
                  <a:hueOff val="0"/>
                  <a:satOff val="0"/>
                  <a:lumOff val="0"/>
                  <a:alphaOff val="0"/>
                </a:schemeClr>
              </a:fontRef>
            </p:style>
          </p:sp>
          <p:sp>
            <p:nvSpPr>
              <p:cNvPr id="42" name="Rectangle 41"/>
              <p:cNvSpPr/>
              <p:nvPr/>
            </p:nvSpPr>
            <p:spPr>
              <a:xfrm>
                <a:off x="0" y="3402375"/>
                <a:ext cx="3569776" cy="421861"/>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77800" tIns="31750" rIns="177800" bIns="31750" numCol="1" spcCol="1270" anchor="ctr" anchorCtr="0">
                <a:noAutofit/>
              </a:bodyPr>
              <a:lstStyle/>
              <a:p>
                <a:pPr lvl="0" algn="ctr" defTabSz="1111250">
                  <a:lnSpc>
                    <a:spcPct val="90000"/>
                  </a:lnSpc>
                  <a:spcBef>
                    <a:spcPct val="0"/>
                  </a:spcBef>
                  <a:spcAft>
                    <a:spcPct val="35000"/>
                  </a:spcAft>
                </a:pPr>
                <a:r>
                  <a:rPr lang="en-US" sz="2500" kern="1200" dirty="0" smtClean="0"/>
                  <a:t>Account registration</a:t>
                </a:r>
                <a:endParaRPr lang="en-US" sz="2500" kern="1200" dirty="0"/>
              </a:p>
            </p:txBody>
          </p:sp>
        </p:grpSp>
        <p:grpSp>
          <p:nvGrpSpPr>
            <p:cNvPr id="20" name="Group 19"/>
            <p:cNvGrpSpPr/>
            <p:nvPr/>
          </p:nvGrpSpPr>
          <p:grpSpPr>
            <a:xfrm>
              <a:off x="5193223" y="4821450"/>
              <a:ext cx="3569776" cy="432971"/>
              <a:chOff x="3569776" y="3402375"/>
              <a:chExt cx="3569776" cy="432971"/>
            </a:xfrm>
          </p:grpSpPr>
          <p:sp>
            <p:nvSpPr>
              <p:cNvPr id="39" name="Rectangle 38"/>
              <p:cNvSpPr/>
              <p:nvPr/>
            </p:nvSpPr>
            <p:spPr>
              <a:xfrm>
                <a:off x="3569776" y="3413485"/>
                <a:ext cx="3551779" cy="421861"/>
              </a:xfrm>
              <a:prstGeom prst="rect">
                <a:avLst/>
              </a:prstGeom>
            </p:spPr>
            <p:style>
              <a:lnRef idx="1">
                <a:schemeClr val="accent5"/>
              </a:lnRef>
              <a:fillRef idx="2">
                <a:schemeClr val="accent5"/>
              </a:fillRef>
              <a:effectRef idx="1">
                <a:schemeClr val="accent5"/>
              </a:effectRef>
              <a:fontRef idx="minor">
                <a:schemeClr val="dk1">
                  <a:hueOff val="0"/>
                  <a:satOff val="0"/>
                  <a:lumOff val="0"/>
                  <a:alphaOff val="0"/>
                </a:schemeClr>
              </a:fontRef>
            </p:style>
          </p:sp>
          <p:sp>
            <p:nvSpPr>
              <p:cNvPr id="40" name="Rectangle 39"/>
              <p:cNvSpPr/>
              <p:nvPr/>
            </p:nvSpPr>
            <p:spPr>
              <a:xfrm>
                <a:off x="3569776" y="3402375"/>
                <a:ext cx="3569776" cy="421861"/>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77800" tIns="31750" rIns="177800" bIns="31750" numCol="1" spcCol="1270" anchor="ctr" anchorCtr="0">
                <a:noAutofit/>
              </a:bodyPr>
              <a:lstStyle/>
              <a:p>
                <a:pPr lvl="0" algn="ctr" defTabSz="1111250">
                  <a:lnSpc>
                    <a:spcPct val="90000"/>
                  </a:lnSpc>
                  <a:spcBef>
                    <a:spcPct val="0"/>
                  </a:spcBef>
                  <a:spcAft>
                    <a:spcPct val="35000"/>
                  </a:spcAft>
                </a:pPr>
                <a:r>
                  <a:rPr lang="en-US" sz="2500" kern="1200" dirty="0" smtClean="0"/>
                  <a:t>Membership DB</a:t>
                </a:r>
                <a:endParaRPr lang="en-US" sz="2500" kern="1200" dirty="0"/>
              </a:p>
            </p:txBody>
          </p:sp>
        </p:grpSp>
      </p:grpSp>
      <p:grpSp>
        <p:nvGrpSpPr>
          <p:cNvPr id="54" name="Group 53"/>
          <p:cNvGrpSpPr/>
          <p:nvPr/>
        </p:nvGrpSpPr>
        <p:grpSpPr>
          <a:xfrm>
            <a:off x="1361693" y="2885854"/>
            <a:ext cx="7284900" cy="1320422"/>
            <a:chOff x="1623447" y="2817960"/>
            <a:chExt cx="7139553" cy="1292106"/>
          </a:xfrm>
        </p:grpSpPr>
        <p:grpSp>
          <p:nvGrpSpPr>
            <p:cNvPr id="21" name="Group 20"/>
            <p:cNvGrpSpPr/>
            <p:nvPr/>
          </p:nvGrpSpPr>
          <p:grpSpPr>
            <a:xfrm>
              <a:off x="1623447" y="2817960"/>
              <a:ext cx="7139553" cy="1292106"/>
              <a:chOff x="0" y="1398885"/>
              <a:chExt cx="7139553" cy="1292106"/>
            </a:xfrm>
          </p:grpSpPr>
          <p:sp>
            <p:nvSpPr>
              <p:cNvPr id="37" name="Up Arrow Callout 36"/>
              <p:cNvSpPr/>
              <p:nvPr/>
            </p:nvSpPr>
            <p:spPr>
              <a:xfrm rot="10800000">
                <a:off x="0" y="1398885"/>
                <a:ext cx="7139553" cy="1292106"/>
              </a:xfrm>
              <a:prstGeom prst="upArrowCallout">
                <a:avLst/>
              </a:prstGeom>
            </p:spPr>
            <p:style>
              <a:lnRef idx="0">
                <a:schemeClr val="accent4"/>
              </a:lnRef>
              <a:fillRef idx="3">
                <a:schemeClr val="accent4"/>
              </a:fillRef>
              <a:effectRef idx="3">
                <a:schemeClr val="accent4"/>
              </a:effectRef>
              <a:fontRef idx="minor">
                <a:schemeClr val="lt1"/>
              </a:fontRef>
            </p:style>
          </p:sp>
          <p:sp>
            <p:nvSpPr>
              <p:cNvPr id="38" name="Up Arrow Callout 18"/>
              <p:cNvSpPr/>
              <p:nvPr/>
            </p:nvSpPr>
            <p:spPr>
              <a:xfrm>
                <a:off x="0" y="1398886"/>
                <a:ext cx="7139553" cy="49522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56032" tIns="256032" rIns="256032" bIns="256032" numCol="1" spcCol="1270" anchor="ctr" anchorCtr="0">
                <a:noAutofit/>
              </a:bodyPr>
              <a:lstStyle/>
              <a:p>
                <a:pPr lvl="0" algn="ctr" defTabSz="1600200">
                  <a:lnSpc>
                    <a:spcPct val="90000"/>
                  </a:lnSpc>
                  <a:spcBef>
                    <a:spcPct val="0"/>
                  </a:spcBef>
                  <a:spcAft>
                    <a:spcPct val="35000"/>
                  </a:spcAft>
                </a:pPr>
                <a:r>
                  <a:rPr lang="en-US" sz="3600" b="1" kern="1200" dirty="0" smtClean="0">
                    <a:solidFill>
                      <a:schemeClr val="accent3"/>
                    </a:solidFill>
                  </a:rPr>
                  <a:t>P</a:t>
                </a:r>
                <a:r>
                  <a:rPr lang="en-US" sz="3600" b="1" kern="1200" dirty="0" smtClean="0"/>
                  <a:t>olicy</a:t>
                </a:r>
                <a:endParaRPr lang="en-US" sz="3600" b="1" kern="1200" dirty="0"/>
              </a:p>
            </p:txBody>
          </p:sp>
        </p:grpSp>
        <p:grpSp>
          <p:nvGrpSpPr>
            <p:cNvPr id="22" name="Group 21"/>
            <p:cNvGrpSpPr/>
            <p:nvPr/>
          </p:nvGrpSpPr>
          <p:grpSpPr>
            <a:xfrm>
              <a:off x="1623447" y="3313190"/>
              <a:ext cx="3569776" cy="421861"/>
              <a:chOff x="0" y="1894115"/>
              <a:chExt cx="3569776" cy="421861"/>
            </a:xfrm>
          </p:grpSpPr>
          <p:sp>
            <p:nvSpPr>
              <p:cNvPr id="35" name="Rectangle 34"/>
              <p:cNvSpPr/>
              <p:nvPr/>
            </p:nvSpPr>
            <p:spPr>
              <a:xfrm>
                <a:off x="0" y="1894115"/>
                <a:ext cx="3569776" cy="421861"/>
              </a:xfrm>
              <a:prstGeom prst="rect">
                <a:avLst/>
              </a:prstGeom>
            </p:spPr>
            <p:style>
              <a:lnRef idx="1">
                <a:schemeClr val="accent5"/>
              </a:lnRef>
              <a:fillRef idx="2">
                <a:schemeClr val="accent5"/>
              </a:fillRef>
              <a:effectRef idx="1">
                <a:schemeClr val="accent5"/>
              </a:effectRef>
              <a:fontRef idx="minor">
                <a:schemeClr val="dk1">
                  <a:hueOff val="0"/>
                  <a:satOff val="0"/>
                  <a:lumOff val="0"/>
                  <a:alphaOff val="0"/>
                </a:schemeClr>
              </a:fontRef>
            </p:style>
          </p:sp>
          <p:sp>
            <p:nvSpPr>
              <p:cNvPr id="36" name="Rectangle 35"/>
              <p:cNvSpPr/>
              <p:nvPr/>
            </p:nvSpPr>
            <p:spPr>
              <a:xfrm>
                <a:off x="0" y="1894115"/>
                <a:ext cx="3569776" cy="421861"/>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77800" tIns="31750" rIns="177800" bIns="31750" numCol="1" spcCol="1270" anchor="ctr" anchorCtr="0">
                <a:noAutofit/>
              </a:bodyPr>
              <a:lstStyle/>
              <a:p>
                <a:pPr lvl="0" algn="ctr" defTabSz="1111250">
                  <a:lnSpc>
                    <a:spcPct val="90000"/>
                  </a:lnSpc>
                  <a:spcBef>
                    <a:spcPct val="0"/>
                  </a:spcBef>
                  <a:spcAft>
                    <a:spcPct val="35000"/>
                  </a:spcAft>
                </a:pPr>
                <a:r>
                  <a:rPr lang="en-US" sz="2500" kern="1200" dirty="0" smtClean="0"/>
                  <a:t>Trust relationships</a:t>
                </a:r>
                <a:endParaRPr lang="en-US" sz="2500" kern="1200" dirty="0"/>
              </a:p>
            </p:txBody>
          </p:sp>
        </p:grpSp>
        <p:grpSp>
          <p:nvGrpSpPr>
            <p:cNvPr id="23" name="Group 22"/>
            <p:cNvGrpSpPr/>
            <p:nvPr/>
          </p:nvGrpSpPr>
          <p:grpSpPr>
            <a:xfrm>
              <a:off x="5193223" y="3313190"/>
              <a:ext cx="3569776" cy="421861"/>
              <a:chOff x="3569776" y="1894115"/>
              <a:chExt cx="3569776" cy="421861"/>
            </a:xfrm>
          </p:grpSpPr>
          <p:sp>
            <p:nvSpPr>
              <p:cNvPr id="33" name="Rectangle 32"/>
              <p:cNvSpPr/>
              <p:nvPr/>
            </p:nvSpPr>
            <p:spPr>
              <a:xfrm>
                <a:off x="3569776" y="1894115"/>
                <a:ext cx="3536309" cy="421861"/>
              </a:xfrm>
              <a:prstGeom prst="rect">
                <a:avLst/>
              </a:prstGeom>
            </p:spPr>
            <p:style>
              <a:lnRef idx="1">
                <a:schemeClr val="accent5"/>
              </a:lnRef>
              <a:fillRef idx="2">
                <a:schemeClr val="accent5"/>
              </a:fillRef>
              <a:effectRef idx="1">
                <a:schemeClr val="accent5"/>
              </a:effectRef>
              <a:fontRef idx="minor">
                <a:schemeClr val="dk1">
                  <a:hueOff val="0"/>
                  <a:satOff val="0"/>
                  <a:lumOff val="0"/>
                  <a:alphaOff val="0"/>
                </a:schemeClr>
              </a:fontRef>
            </p:style>
          </p:sp>
          <p:sp>
            <p:nvSpPr>
              <p:cNvPr id="34" name="Rectangle 33"/>
              <p:cNvSpPr/>
              <p:nvPr/>
            </p:nvSpPr>
            <p:spPr>
              <a:xfrm>
                <a:off x="3569776" y="1894115"/>
                <a:ext cx="3569776" cy="421861"/>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77800" tIns="31750" rIns="177800" bIns="31750" numCol="1" spcCol="1270" anchor="ctr" anchorCtr="0">
                <a:noAutofit/>
              </a:bodyPr>
              <a:lstStyle/>
              <a:p>
                <a:pPr lvl="0" algn="ctr" defTabSz="1111250">
                  <a:lnSpc>
                    <a:spcPct val="90000"/>
                  </a:lnSpc>
                  <a:spcBef>
                    <a:spcPct val="0"/>
                  </a:spcBef>
                  <a:spcAft>
                    <a:spcPct val="35000"/>
                  </a:spcAft>
                </a:pPr>
                <a:r>
                  <a:rPr lang="en-US" sz="2500" kern="1200" dirty="0" smtClean="0"/>
                  <a:t>Auth token policies</a:t>
                </a:r>
                <a:endParaRPr lang="en-US" sz="2500" kern="1200" dirty="0"/>
              </a:p>
            </p:txBody>
          </p:sp>
        </p:grpSp>
      </p:grpSp>
      <p:grpSp>
        <p:nvGrpSpPr>
          <p:cNvPr id="53" name="Group 52"/>
          <p:cNvGrpSpPr/>
          <p:nvPr/>
        </p:nvGrpSpPr>
        <p:grpSpPr>
          <a:xfrm>
            <a:off x="1361760" y="1598539"/>
            <a:ext cx="7281956" cy="1309511"/>
            <a:chOff x="1623447" y="1420812"/>
            <a:chExt cx="7139553" cy="1283904"/>
          </a:xfrm>
        </p:grpSpPr>
        <p:grpSp>
          <p:nvGrpSpPr>
            <p:cNvPr id="24" name="Group 23"/>
            <p:cNvGrpSpPr/>
            <p:nvPr/>
          </p:nvGrpSpPr>
          <p:grpSpPr>
            <a:xfrm>
              <a:off x="1623447" y="1420812"/>
              <a:ext cx="7139553" cy="1283904"/>
              <a:chOff x="0" y="1737"/>
              <a:chExt cx="7139553" cy="1283904"/>
            </a:xfrm>
          </p:grpSpPr>
          <p:sp>
            <p:nvSpPr>
              <p:cNvPr id="31" name="Up Arrow Callout 30"/>
              <p:cNvSpPr/>
              <p:nvPr/>
            </p:nvSpPr>
            <p:spPr>
              <a:xfrm rot="10800000">
                <a:off x="0" y="1737"/>
                <a:ext cx="7139553" cy="1283904"/>
              </a:xfrm>
              <a:prstGeom prst="upArrowCallout">
                <a:avLst/>
              </a:prstGeom>
            </p:spPr>
            <p:style>
              <a:lnRef idx="0">
                <a:schemeClr val="accent4"/>
              </a:lnRef>
              <a:fillRef idx="3">
                <a:schemeClr val="accent4"/>
              </a:fillRef>
              <a:effectRef idx="3">
                <a:schemeClr val="accent4"/>
              </a:effectRef>
              <a:fontRef idx="minor">
                <a:schemeClr val="lt1"/>
              </a:fontRef>
            </p:style>
          </p:sp>
          <p:sp>
            <p:nvSpPr>
              <p:cNvPr id="32" name="Up Arrow Callout 24"/>
              <p:cNvSpPr/>
              <p:nvPr/>
            </p:nvSpPr>
            <p:spPr>
              <a:xfrm>
                <a:off x="0" y="1738"/>
                <a:ext cx="7139553" cy="49522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56032" tIns="256032" rIns="256032" bIns="256032" numCol="1" spcCol="1270" anchor="ctr" anchorCtr="0">
                <a:noAutofit/>
              </a:bodyPr>
              <a:lstStyle/>
              <a:p>
                <a:pPr lvl="0" algn="ctr" defTabSz="1600200">
                  <a:lnSpc>
                    <a:spcPct val="90000"/>
                  </a:lnSpc>
                  <a:spcBef>
                    <a:spcPct val="0"/>
                  </a:spcBef>
                  <a:spcAft>
                    <a:spcPct val="35000"/>
                  </a:spcAft>
                </a:pPr>
                <a:r>
                  <a:rPr lang="en-US" sz="3600" b="1" kern="1200" dirty="0" smtClean="0">
                    <a:solidFill>
                      <a:srgbClr val="FFD72F"/>
                    </a:solidFill>
                  </a:rPr>
                  <a:t>A</a:t>
                </a:r>
                <a:r>
                  <a:rPr lang="en-US" sz="3600" b="1" kern="1200" dirty="0" smtClean="0"/>
                  <a:t>uthentication</a:t>
                </a:r>
                <a:endParaRPr lang="en-US" sz="3600" b="1" kern="1200" dirty="0"/>
              </a:p>
            </p:txBody>
          </p:sp>
        </p:grpSp>
        <p:grpSp>
          <p:nvGrpSpPr>
            <p:cNvPr id="25" name="Group 24"/>
            <p:cNvGrpSpPr/>
            <p:nvPr/>
          </p:nvGrpSpPr>
          <p:grpSpPr>
            <a:xfrm>
              <a:off x="1623447" y="1916042"/>
              <a:ext cx="3569776" cy="421861"/>
              <a:chOff x="0" y="496967"/>
              <a:chExt cx="3569776" cy="421861"/>
            </a:xfrm>
          </p:grpSpPr>
          <p:sp>
            <p:nvSpPr>
              <p:cNvPr id="29" name="Rectangle 28"/>
              <p:cNvSpPr/>
              <p:nvPr/>
            </p:nvSpPr>
            <p:spPr>
              <a:xfrm>
                <a:off x="0" y="496967"/>
                <a:ext cx="3569776" cy="421861"/>
              </a:xfrm>
              <a:prstGeom prst="rect">
                <a:avLst/>
              </a:prstGeom>
            </p:spPr>
            <p:style>
              <a:lnRef idx="1">
                <a:schemeClr val="accent5"/>
              </a:lnRef>
              <a:fillRef idx="2">
                <a:schemeClr val="accent5"/>
              </a:fillRef>
              <a:effectRef idx="1">
                <a:schemeClr val="accent5"/>
              </a:effectRef>
              <a:fontRef idx="minor">
                <a:schemeClr val="dk1">
                  <a:hueOff val="0"/>
                  <a:satOff val="0"/>
                  <a:lumOff val="0"/>
                  <a:alphaOff val="0"/>
                </a:schemeClr>
              </a:fontRef>
            </p:style>
          </p:sp>
          <p:sp>
            <p:nvSpPr>
              <p:cNvPr id="30" name="Rectangle 29"/>
              <p:cNvSpPr/>
              <p:nvPr/>
            </p:nvSpPr>
            <p:spPr>
              <a:xfrm>
                <a:off x="0" y="496967"/>
                <a:ext cx="3569776" cy="421861"/>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77800" tIns="31750" rIns="177800" bIns="31750" numCol="1" spcCol="1270" anchor="ctr" anchorCtr="0">
                <a:noAutofit/>
              </a:bodyPr>
              <a:lstStyle/>
              <a:p>
                <a:pPr lvl="0" algn="ctr" defTabSz="1111250">
                  <a:lnSpc>
                    <a:spcPct val="90000"/>
                  </a:lnSpc>
                  <a:spcBef>
                    <a:spcPct val="0"/>
                  </a:spcBef>
                  <a:spcAft>
                    <a:spcPct val="35000"/>
                  </a:spcAft>
                </a:pPr>
                <a:r>
                  <a:rPr lang="en-US" sz="2500" kern="1200" dirty="0" smtClean="0"/>
                  <a:t>Auth Protocols</a:t>
                </a:r>
                <a:endParaRPr lang="en-US" sz="2500" kern="1200" dirty="0"/>
              </a:p>
            </p:txBody>
          </p:sp>
        </p:grpSp>
        <p:grpSp>
          <p:nvGrpSpPr>
            <p:cNvPr id="26" name="Group 25"/>
            <p:cNvGrpSpPr/>
            <p:nvPr/>
          </p:nvGrpSpPr>
          <p:grpSpPr>
            <a:xfrm>
              <a:off x="5193223" y="1916042"/>
              <a:ext cx="3569776" cy="421861"/>
              <a:chOff x="3569776" y="496967"/>
              <a:chExt cx="3569776" cy="421861"/>
            </a:xfrm>
          </p:grpSpPr>
          <p:sp>
            <p:nvSpPr>
              <p:cNvPr id="27" name="Rectangle 26"/>
              <p:cNvSpPr/>
              <p:nvPr/>
            </p:nvSpPr>
            <p:spPr>
              <a:xfrm>
                <a:off x="3569776" y="496967"/>
                <a:ext cx="3542221" cy="421861"/>
              </a:xfrm>
              <a:prstGeom prst="rect">
                <a:avLst/>
              </a:prstGeom>
            </p:spPr>
            <p:style>
              <a:lnRef idx="1">
                <a:schemeClr val="accent5"/>
              </a:lnRef>
              <a:fillRef idx="2">
                <a:schemeClr val="accent5"/>
              </a:fillRef>
              <a:effectRef idx="1">
                <a:schemeClr val="accent5"/>
              </a:effectRef>
              <a:fontRef idx="minor">
                <a:schemeClr val="dk1">
                  <a:hueOff val="0"/>
                  <a:satOff val="0"/>
                  <a:lumOff val="0"/>
                  <a:alphaOff val="0"/>
                </a:schemeClr>
              </a:fontRef>
            </p:style>
          </p:sp>
          <p:sp>
            <p:nvSpPr>
              <p:cNvPr id="28" name="Rectangle 27"/>
              <p:cNvSpPr/>
              <p:nvPr/>
            </p:nvSpPr>
            <p:spPr>
              <a:xfrm>
                <a:off x="3569776" y="496967"/>
                <a:ext cx="3569776" cy="421861"/>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77800" tIns="31750" rIns="177800" bIns="31750" numCol="1" spcCol="1270" anchor="ctr" anchorCtr="0">
                <a:noAutofit/>
              </a:bodyPr>
              <a:lstStyle/>
              <a:p>
                <a:pPr lvl="0" algn="ctr" defTabSz="1111250">
                  <a:lnSpc>
                    <a:spcPct val="90000"/>
                  </a:lnSpc>
                  <a:spcBef>
                    <a:spcPct val="0"/>
                  </a:spcBef>
                  <a:spcAft>
                    <a:spcPct val="35000"/>
                  </a:spcAft>
                </a:pPr>
                <a:r>
                  <a:rPr lang="en-US" sz="2500" kern="1200" dirty="0" smtClean="0"/>
                  <a:t>Principal Types</a:t>
                </a:r>
                <a:endParaRPr lang="en-US" sz="2500" kern="1200" dirty="0"/>
              </a:p>
            </p:txBody>
          </p:sp>
        </p:gr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lt">
                                    <p:tmPct val="0"/>
                                  </p:iterate>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2" presetID="6" presetClass="emph" presetSubtype="0" autoRev="1" fill="hold" grpId="1" nodeType="clickEffect">
                                  <p:stCondLst>
                                    <p:cond delay="0"/>
                                  </p:stCondLst>
                                  <p:iterate type="lt">
                                    <p:tmPct val="0"/>
                                  </p:iterate>
                                  <p:childTnLst>
                                    <p:animScale>
                                      <p:cBhvr>
                                        <p:cTn id="23" dur="1000" fill="hold"/>
                                        <p:tgtEl>
                                          <p:spTgt spid="10"/>
                                        </p:tgtEl>
                                      </p:cBhvr>
                                      <p:by x="150000" y="150000"/>
                                    </p:animScale>
                                  </p:childTnLst>
                                </p:cTn>
                              </p:par>
                              <p:par>
                                <p:cTn id="24" presetID="3" presetClass="emph" presetSubtype="2" fill="hold" grpId="2" nodeType="withEffect">
                                  <p:stCondLst>
                                    <p:cond delay="0"/>
                                  </p:stCondLst>
                                  <p:iterate type="lt">
                                    <p:tmPct val="0"/>
                                  </p:iterate>
                                  <p:childTnLst>
                                    <p:animClr clrSpc="rgb">
                                      <p:cBhvr override="childStyle">
                                        <p:cTn id="25" dur="1000" fill="hold"/>
                                        <p:tgtEl>
                                          <p:spTgt spid="10"/>
                                        </p:tgtEl>
                                        <p:attrNameLst>
                                          <p:attrName>style.color</p:attrName>
                                        </p:attrNameLst>
                                      </p:cBhvr>
                                      <p:to>
                                        <a:srgbClr val="FFD72F"/>
                                      </p:to>
                                    </p:animClr>
                                  </p:childTnLst>
                                </p:cTn>
                              </p:par>
                              <p:par>
                                <p:cTn id="26" presetID="10" presetClass="entr" presetSubtype="0" fill="hold" nodeType="withEffect">
                                  <p:stCondLst>
                                    <p:cond delay="0"/>
                                  </p:stCondLst>
                                  <p:childTnLst>
                                    <p:set>
                                      <p:cBhvr>
                                        <p:cTn id="27" dur="1" fill="hold">
                                          <p:stCondLst>
                                            <p:cond delay="0"/>
                                          </p:stCondLst>
                                        </p:cTn>
                                        <p:tgtEl>
                                          <p:spTgt spid="53"/>
                                        </p:tgtEl>
                                        <p:attrNameLst>
                                          <p:attrName>style.visibility</p:attrName>
                                        </p:attrNameLst>
                                      </p:cBhvr>
                                      <p:to>
                                        <p:strVal val="visible"/>
                                      </p:to>
                                    </p:set>
                                    <p:animEffect transition="in" filter="fade">
                                      <p:cBhvr>
                                        <p:cTn id="28" dur="2000"/>
                                        <p:tgtEl>
                                          <p:spTgt spid="53"/>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mph" presetSubtype="0" autoRev="1" fill="hold" grpId="1" nodeType="clickEffect">
                                  <p:stCondLst>
                                    <p:cond delay="0"/>
                                  </p:stCondLst>
                                  <p:childTnLst>
                                    <p:animScale>
                                      <p:cBhvr>
                                        <p:cTn id="32" dur="1000" fill="hold"/>
                                        <p:tgtEl>
                                          <p:spTgt spid="12"/>
                                        </p:tgtEl>
                                      </p:cBhvr>
                                      <p:by x="150000" y="150000"/>
                                    </p:animScale>
                                  </p:childTnLst>
                                </p:cTn>
                              </p:par>
                              <p:par>
                                <p:cTn id="33" presetID="3" presetClass="emph" presetSubtype="2" fill="hold" grpId="2" nodeType="withEffect">
                                  <p:stCondLst>
                                    <p:cond delay="0"/>
                                  </p:stCondLst>
                                  <p:childTnLst>
                                    <p:animClr clrSpc="rgb">
                                      <p:cBhvr override="childStyle">
                                        <p:cTn id="34" dur="1000" fill="hold"/>
                                        <p:tgtEl>
                                          <p:spTgt spid="12"/>
                                        </p:tgtEl>
                                        <p:attrNameLst>
                                          <p:attrName>style.color</p:attrName>
                                        </p:attrNameLst>
                                      </p:cBhvr>
                                      <p:to>
                                        <a:srgbClr val="FFD72F"/>
                                      </p:to>
                                    </p:animClr>
                                  </p:childTnLst>
                                </p:cTn>
                              </p:par>
                              <p:par>
                                <p:cTn id="35" presetID="10" presetClass="entr" presetSubtype="0" fill="hold" nodeType="withEffect">
                                  <p:stCondLst>
                                    <p:cond delay="0"/>
                                  </p:stCondLst>
                                  <p:childTnLst>
                                    <p:set>
                                      <p:cBhvr>
                                        <p:cTn id="36" dur="1" fill="hold">
                                          <p:stCondLst>
                                            <p:cond delay="0"/>
                                          </p:stCondLst>
                                        </p:cTn>
                                        <p:tgtEl>
                                          <p:spTgt spid="54"/>
                                        </p:tgtEl>
                                        <p:attrNameLst>
                                          <p:attrName>style.visibility</p:attrName>
                                        </p:attrNameLst>
                                      </p:cBhvr>
                                      <p:to>
                                        <p:strVal val="visible"/>
                                      </p:to>
                                    </p:set>
                                    <p:animEffect transition="in" filter="fade">
                                      <p:cBhvr>
                                        <p:cTn id="37" dur="2000"/>
                                        <p:tgtEl>
                                          <p:spTgt spid="54"/>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mph" presetSubtype="0" autoRev="1" fill="hold" grpId="1" nodeType="clickEffect">
                                  <p:stCondLst>
                                    <p:cond delay="0"/>
                                  </p:stCondLst>
                                  <p:childTnLst>
                                    <p:animScale>
                                      <p:cBhvr>
                                        <p:cTn id="41" dur="1000" fill="hold"/>
                                        <p:tgtEl>
                                          <p:spTgt spid="11"/>
                                        </p:tgtEl>
                                      </p:cBhvr>
                                      <p:by x="150000" y="150000"/>
                                    </p:animScale>
                                  </p:childTnLst>
                                </p:cTn>
                              </p:par>
                              <p:par>
                                <p:cTn id="42" presetID="3" presetClass="emph" presetSubtype="2" fill="hold" grpId="2" nodeType="withEffect">
                                  <p:stCondLst>
                                    <p:cond delay="0"/>
                                  </p:stCondLst>
                                  <p:childTnLst>
                                    <p:animClr clrSpc="rgb">
                                      <p:cBhvr override="childStyle">
                                        <p:cTn id="43" dur="1000" fill="hold"/>
                                        <p:tgtEl>
                                          <p:spTgt spid="11"/>
                                        </p:tgtEl>
                                        <p:attrNameLst>
                                          <p:attrName>style.color</p:attrName>
                                        </p:attrNameLst>
                                      </p:cBhvr>
                                      <p:to>
                                        <a:srgbClr val="FFD72F"/>
                                      </p:to>
                                    </p:animClr>
                                  </p:childTnLst>
                                </p:cTn>
                              </p:par>
                              <p:par>
                                <p:cTn id="44" presetID="10" presetClass="entr" presetSubtype="0" fill="hold" nodeType="withEffect">
                                  <p:stCondLst>
                                    <p:cond delay="0"/>
                                  </p:stCondLst>
                                  <p:childTnLst>
                                    <p:set>
                                      <p:cBhvr>
                                        <p:cTn id="45" dur="1" fill="hold">
                                          <p:stCondLst>
                                            <p:cond delay="0"/>
                                          </p:stCondLst>
                                        </p:cTn>
                                        <p:tgtEl>
                                          <p:spTgt spid="55"/>
                                        </p:tgtEl>
                                        <p:attrNameLst>
                                          <p:attrName>style.visibility</p:attrName>
                                        </p:attrNameLst>
                                      </p:cBhvr>
                                      <p:to>
                                        <p:strVal val="visible"/>
                                      </p:to>
                                    </p:set>
                                    <p:animEffect transition="in" filter="fade">
                                      <p:cBhvr>
                                        <p:cTn id="46" dur="2000"/>
                                        <p:tgtEl>
                                          <p:spTgt spid="55"/>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mph" presetSubtype="0" autoRev="1" fill="hold" grpId="1" nodeType="clickEffect">
                                  <p:stCondLst>
                                    <p:cond delay="0"/>
                                  </p:stCondLst>
                                  <p:childTnLst>
                                    <p:animScale>
                                      <p:cBhvr>
                                        <p:cTn id="50" dur="1000" fill="hold"/>
                                        <p:tgtEl>
                                          <p:spTgt spid="13"/>
                                        </p:tgtEl>
                                      </p:cBhvr>
                                      <p:by x="150000" y="150000"/>
                                    </p:animScale>
                                  </p:childTnLst>
                                </p:cTn>
                              </p:par>
                              <p:par>
                                <p:cTn id="51" presetID="3" presetClass="emph" presetSubtype="2" fill="hold" grpId="2" nodeType="withEffect">
                                  <p:stCondLst>
                                    <p:cond delay="0"/>
                                  </p:stCondLst>
                                  <p:childTnLst>
                                    <p:animClr clrSpc="rgb">
                                      <p:cBhvr override="childStyle">
                                        <p:cTn id="52" dur="1000" fill="hold"/>
                                        <p:tgtEl>
                                          <p:spTgt spid="13"/>
                                        </p:tgtEl>
                                        <p:attrNameLst>
                                          <p:attrName>style.color</p:attrName>
                                        </p:attrNameLst>
                                      </p:cBhvr>
                                      <p:to>
                                        <a:srgbClr val="FFD72F"/>
                                      </p:to>
                                    </p:animClr>
                                  </p:childTnLst>
                                </p:cTn>
                              </p:par>
                              <p:par>
                                <p:cTn id="53" presetID="10" presetClass="entr" presetSubtype="0" fill="hold" nodeType="withEffect">
                                  <p:stCondLst>
                                    <p:cond delay="0"/>
                                  </p:stCondLst>
                                  <p:childTnLst>
                                    <p:set>
                                      <p:cBhvr>
                                        <p:cTn id="54" dur="1" fill="hold">
                                          <p:stCondLst>
                                            <p:cond delay="0"/>
                                          </p:stCondLst>
                                        </p:cTn>
                                        <p:tgtEl>
                                          <p:spTgt spid="56"/>
                                        </p:tgtEl>
                                        <p:attrNameLst>
                                          <p:attrName>style.visibility</p:attrName>
                                        </p:attrNameLst>
                                      </p:cBhvr>
                                      <p:to>
                                        <p:strVal val="visible"/>
                                      </p:to>
                                    </p:set>
                                    <p:animEffect transition="in" filter="fade">
                                      <p:cBhvr>
                                        <p:cTn id="55" dur="20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 grpId="1"/>
      <p:bldP spid="10" grpId="2"/>
      <p:bldP spid="11" grpId="0"/>
      <p:bldP spid="11" grpId="1"/>
      <p:bldP spid="11" grpId="2"/>
      <p:bldP spid="12" grpId="0"/>
      <p:bldP spid="12" grpId="1"/>
      <p:bldP spid="12" grpId="2"/>
      <p:bldP spid="13" grpId="0"/>
      <p:bldP spid="13" grpId="1"/>
      <p:bldP spid="13" grpId="2"/>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bwMode="auto">
          <a:xfrm>
            <a:off x="5359400" y="-177800"/>
            <a:ext cx="3962400" cy="1598613"/>
          </a:xfrm>
          <a:prstGeom prst="rect">
            <a:avLst/>
          </a:prstGeom>
          <a:ln>
            <a:noFill/>
            <a:headEnd type="none" w="med" len="med"/>
            <a:tailEnd type="none" w="med" len="med"/>
          </a:ln>
        </p:spPr>
        <p:style>
          <a:lnRef idx="1">
            <a:schemeClr val="accent2"/>
          </a:lnRef>
          <a:fillRef idx="1001">
            <a:schemeClr val="dk1"/>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6" name="Title 5"/>
          <p:cNvSpPr>
            <a:spLocks noGrp="1"/>
          </p:cNvSpPr>
          <p:nvPr>
            <p:ph type="ctrTitle"/>
          </p:nvPr>
        </p:nvSpPr>
        <p:spPr>
          <a:xfrm>
            <a:off x="4945952" y="4038600"/>
            <a:ext cx="3920256" cy="914400"/>
          </a:xfrm>
        </p:spPr>
        <p:txBody>
          <a:bodyPr/>
          <a:lstStyle/>
          <a:p>
            <a:r>
              <a:rPr smtClean="0"/>
              <a:t>Windows Live ID </a:t>
            </a:r>
            <a:r>
              <a:rPr sz="4000" smtClean="0">
                <a:solidFill>
                  <a:schemeClr val="accent3"/>
                </a:solidFill>
              </a:rPr>
              <a:t>OpenID Provider </a:t>
            </a:r>
            <a:r>
              <a:rPr smtClean="0">
                <a:solidFill>
                  <a:schemeClr val="tx1"/>
                </a:solidFill>
              </a:rPr>
              <a:t/>
            </a:r>
            <a:br>
              <a:rPr smtClean="0">
                <a:solidFill>
                  <a:schemeClr val="tx1"/>
                </a:solidFill>
              </a:rPr>
            </a:br>
            <a:endParaRPr lang="en-US" dirty="0">
              <a:solidFill>
                <a:schemeClr val="tx1"/>
              </a:solidFill>
            </a:endParaRPr>
          </a:p>
        </p:txBody>
      </p:sp>
      <p:sp>
        <p:nvSpPr>
          <p:cNvPr id="9" name="Subtitle 8"/>
          <p:cNvSpPr>
            <a:spLocks noGrp="1"/>
          </p:cNvSpPr>
          <p:nvPr>
            <p:ph type="subTitle" idx="1"/>
          </p:nvPr>
        </p:nvSpPr>
        <p:spPr/>
        <p:txBody>
          <a:bodyPr/>
          <a:lstStyle/>
          <a:p>
            <a:r>
              <a:rPr lang="en-US" dirty="0" smtClean="0"/>
              <a:t>Embracing </a:t>
            </a:r>
            <a:br>
              <a:rPr lang="en-US" dirty="0" smtClean="0"/>
            </a:br>
            <a:r>
              <a:rPr lang="en-US" dirty="0" smtClean="0"/>
              <a:t>Open Standards</a:t>
            </a:r>
            <a:endParaRPr lang="en-US" dirty="0"/>
          </a:p>
        </p:txBody>
      </p:sp>
      <p:sp>
        <p:nvSpPr>
          <p:cNvPr id="4" name="Text Placeholder 3"/>
          <p:cNvSpPr>
            <a:spLocks noGrp="1"/>
          </p:cNvSpPr>
          <p:nvPr>
            <p:ph type="body" sz="quarter" idx="10"/>
          </p:nvPr>
        </p:nvSpPr>
        <p:spPr/>
        <p:txBody>
          <a:bodyPr/>
          <a:lstStyle/>
          <a:p>
            <a:r>
              <a:rPr sz="9600" smtClean="0"/>
              <a:t>announcing</a:t>
            </a:r>
            <a:endParaRPr lang="en-US" sz="9600" dirty="0">
              <a:solidFill>
                <a:schemeClr val="accent3"/>
              </a:solidFill>
            </a:endParaRPr>
          </a:p>
        </p:txBody>
      </p:sp>
      <p:pic>
        <p:nvPicPr>
          <p:cNvPr id="5" name="Picture 2" descr="Big OpenID Logo with Text">
            <a:hlinkClick r:id="rId3" tooltip="Big OpenID Logo with Text"/>
          </p:cNvPr>
          <p:cNvPicPr>
            <a:picLocks noChangeAspect="1" noChangeArrowheads="1"/>
          </p:cNvPicPr>
          <p:nvPr/>
        </p:nvPicPr>
        <p:blipFill>
          <a:blip r:embed="rId4"/>
          <a:srcRect/>
          <a:stretch>
            <a:fillRect/>
          </a:stretch>
        </p:blipFill>
        <p:spPr bwMode="auto">
          <a:xfrm>
            <a:off x="5508038" y="228600"/>
            <a:ext cx="2904125" cy="969252"/>
          </a:xfrm>
          <a:prstGeom prst="rect">
            <a:avLst/>
          </a:prstGeom>
          <a:noFill/>
        </p:spPr>
      </p:pic>
    </p:spTree>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smtClean="0"/>
              <a:t>Windows Live ID </a:t>
            </a:r>
            <a:r>
              <a:rPr smtClean="0">
                <a:solidFill>
                  <a:schemeClr val="accent3"/>
                </a:solidFill>
              </a:rPr>
              <a:t>OpenID Provider</a:t>
            </a:r>
            <a:endParaRPr lang="en-US" dirty="0">
              <a:solidFill>
                <a:schemeClr val="accent3"/>
              </a:solidFill>
            </a:endParaRPr>
          </a:p>
        </p:txBody>
      </p:sp>
      <p:sp>
        <p:nvSpPr>
          <p:cNvPr id="18" name="Text Placeholder 17"/>
          <p:cNvSpPr>
            <a:spLocks noGrp="1"/>
          </p:cNvSpPr>
          <p:nvPr>
            <p:ph type="body" sz="quarter" idx="10"/>
          </p:nvPr>
        </p:nvSpPr>
        <p:spPr>
          <a:xfrm>
            <a:off x="492977" y="3495041"/>
            <a:ext cx="4316090" cy="1539804"/>
          </a:xfrm>
        </p:spPr>
        <p:txBody>
          <a:bodyPr wrap="square">
            <a:noAutofit/>
          </a:bodyPr>
          <a:lstStyle/>
          <a:p>
            <a:pPr lvl="0">
              <a:lnSpc>
                <a:spcPct val="110000"/>
              </a:lnSpc>
              <a:buNone/>
              <a:defRPr/>
            </a:pPr>
            <a:r>
              <a:rPr lang="en-US" sz="1400" b="1" dirty="0" smtClean="0"/>
              <a:t>What is OpenID?</a:t>
            </a:r>
          </a:p>
          <a:p>
            <a:pPr marL="111125" indent="-111125">
              <a:lnSpc>
                <a:spcPct val="100000"/>
              </a:lnSpc>
              <a:defRPr/>
            </a:pPr>
            <a:r>
              <a:rPr lang="en-US" sz="1400" dirty="0" smtClean="0"/>
              <a:t>“Open ID is a free and easy way to use a single digital identity  across the Internet” </a:t>
            </a:r>
            <a:r>
              <a:rPr lang="en-US" sz="1200" dirty="0" smtClean="0"/>
              <a:t/>
            </a:r>
            <a:br>
              <a:rPr lang="en-US" sz="1200" dirty="0" smtClean="0"/>
            </a:br>
            <a:r>
              <a:rPr lang="en-US" sz="1200" dirty="0" smtClean="0"/>
              <a:t>Source:  OpenID Foundation - </a:t>
            </a:r>
            <a:r>
              <a:rPr lang="en-US" sz="1200" dirty="0" smtClean="0">
                <a:hlinkClick r:id="rId3"/>
              </a:rPr>
              <a:t>http://openid.net/</a:t>
            </a:r>
            <a:endParaRPr lang="en-US" sz="1200" dirty="0" smtClean="0"/>
          </a:p>
          <a:p>
            <a:pPr marL="111125" indent="-111125">
              <a:lnSpc>
                <a:spcPct val="100000"/>
              </a:lnSpc>
              <a:defRPr/>
            </a:pPr>
            <a:r>
              <a:rPr lang="en-US" sz="1400" dirty="0" smtClean="0"/>
              <a:t>OpenID eliminates the need for multiple usernames across different websites</a:t>
            </a:r>
          </a:p>
        </p:txBody>
      </p:sp>
      <p:grpSp>
        <p:nvGrpSpPr>
          <p:cNvPr id="13" name="Group 12"/>
          <p:cNvGrpSpPr/>
          <p:nvPr/>
        </p:nvGrpSpPr>
        <p:grpSpPr>
          <a:xfrm>
            <a:off x="995680" y="1420813"/>
            <a:ext cx="6892607" cy="1263593"/>
            <a:chOff x="228600" y="2667000"/>
            <a:chExt cx="8610600" cy="1447800"/>
          </a:xfrm>
        </p:grpSpPr>
        <p:pic>
          <p:nvPicPr>
            <p:cNvPr id="14" name="Picture 10" descr="C:\Users\alogan\Desktop\Presentation Artwork\Online_Art\DVD_ART34\Artwork_Imagery\Icons - Illustrations\Newspaper headlines quotes\headline quote white wide.png"/>
            <p:cNvPicPr>
              <a:picLocks noChangeAspect="1" noChangeArrowheads="1"/>
            </p:cNvPicPr>
            <p:nvPr/>
          </p:nvPicPr>
          <p:blipFill>
            <a:blip r:embed="rId4"/>
            <a:srcRect/>
            <a:stretch>
              <a:fillRect/>
            </a:stretch>
          </p:blipFill>
          <p:spPr bwMode="auto">
            <a:xfrm>
              <a:off x="228600" y="2667000"/>
              <a:ext cx="8610600" cy="1447800"/>
            </a:xfrm>
            <a:prstGeom prst="rect">
              <a:avLst/>
            </a:prstGeom>
            <a:noFill/>
          </p:spPr>
        </p:pic>
        <p:sp>
          <p:nvSpPr>
            <p:cNvPr id="15" name="Rounded Rectangle 14"/>
            <p:cNvSpPr/>
            <p:nvPr/>
          </p:nvSpPr>
          <p:spPr>
            <a:xfrm>
              <a:off x="304800" y="3009899"/>
              <a:ext cx="7924800" cy="762000"/>
            </a:xfrm>
            <a:prstGeom prst="roundRect">
              <a:avLst/>
            </a:prstGeom>
            <a:noFill/>
            <a:ln w="127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smtClean="0">
                  <a:ln>
                    <a:noFill/>
                  </a:ln>
                  <a:solidFill>
                    <a:srgbClr val="000000"/>
                  </a:solidFill>
                  <a:effectLst/>
                  <a:uLnTx/>
                  <a:uFillTx/>
                  <a:ea typeface="+mn-ea"/>
                  <a:cs typeface="+mn-cs"/>
                </a:rPr>
                <a:t>Microsoft is becoming an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smtClean="0">
                  <a:ln>
                    <a:noFill/>
                  </a:ln>
                  <a:solidFill>
                    <a:srgbClr val="000000"/>
                  </a:solidFill>
                  <a:effectLst/>
                  <a:uLnTx/>
                  <a:uFillTx/>
                  <a:ea typeface="+mn-ea"/>
                  <a:cs typeface="+mn-cs"/>
                </a:rPr>
                <a:t>OpenID Provider (OP)</a:t>
              </a:r>
              <a:endParaRPr kumimoji="0" lang="en-US" sz="3600" b="0" i="0" u="none" strike="noStrike" kern="1200" cap="none" spc="0" normalizeH="0" baseline="0" noProof="0" dirty="0">
                <a:ln>
                  <a:noFill/>
                </a:ln>
                <a:solidFill>
                  <a:srgbClr val="000000"/>
                </a:solidFill>
                <a:effectLst/>
                <a:uLnTx/>
                <a:uFillTx/>
                <a:ea typeface="+mn-ea"/>
                <a:cs typeface="+mn-cs"/>
              </a:endParaRPr>
            </a:p>
          </p:txBody>
        </p:sp>
      </p:grpSp>
      <p:sp>
        <p:nvSpPr>
          <p:cNvPr id="16" name="Text Placeholder 4"/>
          <p:cNvSpPr txBox="1">
            <a:spLocks/>
          </p:cNvSpPr>
          <p:nvPr/>
        </p:nvSpPr>
        <p:spPr>
          <a:xfrm>
            <a:off x="0" y="3957045"/>
            <a:ext cx="7672004" cy="3951280"/>
          </a:xfrm>
          <a:prstGeom prst="rect">
            <a:avLst/>
          </a:prstGeom>
        </p:spPr>
        <p:txBody>
          <a:bodyPr vert="horz" wrap="square" lIns="0" tIns="0" rIns="0" bIns="0" rtlCol="0">
            <a:normAutofit/>
          </a:bodyPr>
          <a:lstStyle/>
          <a:p>
            <a:pPr marL="393700" marR="0" lvl="0" indent="-393700" algn="l" defTabSz="914363" rtl="0" eaLnBrk="1" fontAlgn="auto" latinLnBrk="0" hangingPunct="1">
              <a:lnSpc>
                <a:spcPct val="130000"/>
              </a:lnSpc>
              <a:spcBef>
                <a:spcPct val="20000"/>
              </a:spcBef>
              <a:spcAft>
                <a:spcPts val="800"/>
              </a:spcAft>
              <a:buClr>
                <a:schemeClr val="tx1"/>
              </a:buClr>
              <a:buSzPct val="80000"/>
              <a:buFont typeface="Wingdings" pitchFamily="2" charset="2"/>
              <a:buChar char="l"/>
              <a:tabLst/>
              <a:defRPr/>
            </a:pPr>
            <a:endParaRPr kumimoji="0" lang="en-US" sz="1500" b="0" i="0" u="none" strike="noStrike" kern="1200" cap="none" spc="0" normalizeH="0" baseline="0" noProof="0" dirty="0" smtClean="0">
              <a:ln>
                <a:noFill/>
              </a:ln>
              <a:gradFill>
                <a:gsLst>
                  <a:gs pos="0">
                    <a:schemeClr val="tx1"/>
                  </a:gs>
                  <a:gs pos="86000">
                    <a:schemeClr val="tx1"/>
                  </a:gs>
                </a:gsLst>
                <a:lin ang="5400000" scaled="0"/>
              </a:gradFill>
              <a:effectLst/>
              <a:uLnTx/>
              <a:uFillTx/>
              <a:latin typeface="+mn-lt"/>
              <a:ea typeface="+mn-ea"/>
              <a:cs typeface="+mn-cs"/>
            </a:endParaRPr>
          </a:p>
        </p:txBody>
      </p:sp>
      <p:pic>
        <p:nvPicPr>
          <p:cNvPr id="10" name="Picture 9" descr="wlid-openid-login.png"/>
          <p:cNvPicPr>
            <a:picLocks noChangeAspect="1"/>
          </p:cNvPicPr>
          <p:nvPr/>
        </p:nvPicPr>
        <p:blipFill>
          <a:blip r:embed="rId5"/>
          <a:srcRect r="18918"/>
          <a:stretch>
            <a:fillRect/>
          </a:stretch>
        </p:blipFill>
        <p:spPr>
          <a:xfrm>
            <a:off x="5284920" y="7048500"/>
            <a:ext cx="2603715" cy="1636604"/>
          </a:xfrm>
          <a:prstGeom prst="rect">
            <a:avLst/>
          </a:prstGeom>
        </p:spPr>
      </p:pic>
      <p:sp>
        <p:nvSpPr>
          <p:cNvPr id="11" name="TextBox 10"/>
          <p:cNvSpPr txBox="1"/>
          <p:nvPr/>
        </p:nvSpPr>
        <p:spPr>
          <a:xfrm>
            <a:off x="5008880" y="2661919"/>
            <a:ext cx="3754120" cy="3989620"/>
          </a:xfrm>
          <a:prstGeom prst="rect">
            <a:avLst/>
          </a:prstGeom>
          <a:noFill/>
          <a:ln w="38100">
            <a:solidFill>
              <a:schemeClr val="accent4">
                <a:lumMod val="20000"/>
                <a:lumOff val="80000"/>
              </a:schemeClr>
            </a:solidFill>
          </a:ln>
        </p:spPr>
        <p:txBody>
          <a:bodyPr wrap="square" rtlCol="0">
            <a:noAutofit/>
          </a:bodyPr>
          <a:lstStyle/>
          <a:p>
            <a:r>
              <a:rPr lang="en-US" sz="2000" b="1" dirty="0" smtClean="0">
                <a:solidFill>
                  <a:srgbClr val="FFFFFF"/>
                </a:solidFill>
              </a:rPr>
              <a:t>Next Steps –  </a:t>
            </a:r>
            <a:r>
              <a:rPr lang="en-US" sz="2000" b="1" dirty="0" smtClean="0">
                <a:solidFill>
                  <a:schemeClr val="accent3"/>
                </a:solidFill>
              </a:rPr>
              <a:t>Try the Live ID OP</a:t>
            </a:r>
          </a:p>
          <a:p>
            <a:pPr marL="233363" indent="-233363">
              <a:buFont typeface="+mj-lt"/>
              <a:buAutoNum type="arabicPeriod"/>
            </a:pPr>
            <a:r>
              <a:rPr lang="en-US" dirty="0" smtClean="0"/>
              <a:t> Set up a Live ID INT account:</a:t>
            </a:r>
            <a:br>
              <a:rPr lang="en-US" dirty="0" smtClean="0"/>
            </a:br>
            <a:r>
              <a:rPr lang="en-US" u="sng" smtClean="0">
                <a:hlinkClick r:id="rId6"/>
              </a:rPr>
              <a:t>https</a:t>
            </a:r>
            <a:r>
              <a:rPr lang="en-US" u="sng" smtClean="0">
                <a:hlinkClick r:id="rId6"/>
              </a:rPr>
              <a:t>://</a:t>
            </a:r>
            <a:r>
              <a:rPr lang="en-US" u="sng" smtClean="0">
                <a:hlinkClick r:id="rId6"/>
              </a:rPr>
              <a:t>login</a:t>
            </a:r>
            <a:r>
              <a:rPr lang="en-US" u="sng" smtClean="0">
                <a:hlinkClick r:id="rId6"/>
              </a:rPr>
              <a:t>.Live-INT.com/</a:t>
            </a:r>
            <a:endParaRPr lang="en-US" u="sng" smtClean="0"/>
          </a:p>
          <a:p>
            <a:pPr marL="233363" indent="-233363">
              <a:buFont typeface="+mj-lt"/>
              <a:buAutoNum type="arabicPeriod"/>
            </a:pPr>
            <a:r>
              <a:rPr lang="en-US" smtClean="0"/>
              <a:t> </a:t>
            </a:r>
            <a:r>
              <a:rPr lang="en-US" dirty="0" smtClean="0"/>
              <a:t>Set up </a:t>
            </a:r>
            <a:r>
              <a:rPr lang="en-US" dirty="0" smtClean="0">
                <a:solidFill>
                  <a:schemeClr val="accent3"/>
                </a:solidFill>
              </a:rPr>
              <a:t>OpenID alias</a:t>
            </a:r>
            <a:r>
              <a:rPr lang="en-US" dirty="0" smtClean="0"/>
              <a:t>: </a:t>
            </a:r>
            <a:r>
              <a:rPr lang="en-US" sz="1600" b="1" u="sng" dirty="0" smtClean="0">
                <a:solidFill>
                  <a:schemeClr val="tx2"/>
                </a:solidFill>
              </a:rPr>
              <a:t>https://OpenID.Live-INT.com /beta/ManageOpenID.srf</a:t>
            </a:r>
            <a:endParaRPr lang="en-US" b="1" dirty="0" smtClean="0">
              <a:solidFill>
                <a:schemeClr val="tx2"/>
              </a:solidFill>
            </a:endParaRPr>
          </a:p>
          <a:p>
            <a:pPr marL="233363" indent="-233363">
              <a:buFont typeface="+mj-lt"/>
              <a:buAutoNum type="arabicPeriod"/>
            </a:pPr>
            <a:r>
              <a:rPr lang="en-US" b="1" dirty="0" smtClean="0"/>
              <a:t> </a:t>
            </a:r>
            <a:r>
              <a:rPr lang="en-US" b="1" dirty="0" smtClean="0">
                <a:solidFill>
                  <a:schemeClr val="accent3"/>
                </a:solidFill>
              </a:rPr>
              <a:t>Users</a:t>
            </a:r>
            <a:r>
              <a:rPr lang="en-US" dirty="0" smtClean="0"/>
              <a:t>:  Use OpenID 2.0 login URI:  </a:t>
            </a:r>
            <a:r>
              <a:rPr lang="en-US" sz="2400" b="1" dirty="0" smtClean="0">
                <a:solidFill>
                  <a:schemeClr val="tx2"/>
                </a:solidFill>
              </a:rPr>
              <a:t>OpenID.Live-INT.com</a:t>
            </a:r>
            <a:endParaRPr lang="en-US" dirty="0" smtClean="0">
              <a:solidFill>
                <a:schemeClr val="tx2"/>
              </a:solidFill>
            </a:endParaRPr>
          </a:p>
          <a:p>
            <a:pPr marL="233363" indent="-233363">
              <a:buFont typeface="+mj-lt"/>
              <a:buAutoNum type="arabicPeriod"/>
            </a:pPr>
            <a:r>
              <a:rPr lang="en-US" b="1" dirty="0" smtClean="0"/>
              <a:t> </a:t>
            </a:r>
            <a:r>
              <a:rPr lang="en-US" b="1" dirty="0" smtClean="0">
                <a:solidFill>
                  <a:schemeClr val="accent3"/>
                </a:solidFill>
              </a:rPr>
              <a:t>Library developers</a:t>
            </a:r>
            <a:r>
              <a:rPr lang="en-US" dirty="0" smtClean="0"/>
              <a:t>:  Test interop with the Live ID OP endpoint</a:t>
            </a:r>
          </a:p>
          <a:p>
            <a:pPr marL="233363" indent="-233363">
              <a:buFont typeface="+mj-lt"/>
              <a:buAutoNum type="arabicPeriod"/>
            </a:pPr>
            <a:r>
              <a:rPr lang="en-US" b="1" dirty="0" smtClean="0"/>
              <a:t> </a:t>
            </a:r>
            <a:r>
              <a:rPr lang="en-US" b="1" dirty="0" smtClean="0">
                <a:solidFill>
                  <a:schemeClr val="accent3"/>
                </a:solidFill>
              </a:rPr>
              <a:t>Web site owners</a:t>
            </a:r>
            <a:r>
              <a:rPr lang="en-US" dirty="0" smtClean="0"/>
              <a:t>:  Test Live ID OpenID sign-in to your site</a:t>
            </a:r>
          </a:p>
          <a:p>
            <a:pPr marL="233363" indent="-233363">
              <a:buFont typeface="+mj-lt"/>
              <a:buAutoNum type="arabicPeriod"/>
            </a:pPr>
            <a:r>
              <a:rPr lang="en-US" dirty="0" smtClean="0"/>
              <a:t> Send feedback: </a:t>
            </a:r>
            <a:r>
              <a:rPr lang="en-US" dirty="0" smtClean="0">
                <a:hlinkClick r:id="rId7"/>
              </a:rPr>
              <a:t>openidfb@microsoft.com</a:t>
            </a:r>
            <a:endParaRPr lang="en-US" dirty="0" smtClean="0"/>
          </a:p>
        </p:txBody>
      </p:sp>
      <p:sp>
        <p:nvSpPr>
          <p:cNvPr id="12" name="TextBox 11"/>
          <p:cNvSpPr txBox="1"/>
          <p:nvPr/>
        </p:nvSpPr>
        <p:spPr>
          <a:xfrm>
            <a:off x="402771" y="2661919"/>
            <a:ext cx="4382589" cy="812530"/>
          </a:xfrm>
          <a:prstGeom prst="rect">
            <a:avLst/>
          </a:prstGeom>
          <a:noFill/>
          <a:ln w="38100">
            <a:solidFill>
              <a:schemeClr val="accent3"/>
            </a:solidFill>
          </a:ln>
        </p:spPr>
        <p:txBody>
          <a:bodyPr wrap="square" lIns="45720" tIns="45720" rIns="45720" bIns="45720" rtlCol="0">
            <a:spAutoFit/>
          </a:bodyPr>
          <a:lstStyle/>
          <a:p>
            <a:pPr lvl="0" algn="ctr">
              <a:lnSpc>
                <a:spcPct val="130000"/>
              </a:lnSpc>
              <a:spcBef>
                <a:spcPct val="20000"/>
              </a:spcBef>
              <a:spcAft>
                <a:spcPts val="800"/>
              </a:spcAft>
              <a:buClr>
                <a:srgbClr val="FFFFFF"/>
              </a:buClr>
              <a:buSzPct val="80000"/>
              <a:defRPr/>
            </a:pPr>
            <a:r>
              <a:rPr lang="en-US" b="1" dirty="0" smtClean="0">
                <a:solidFill>
                  <a:srgbClr val="FFD72F"/>
                </a:solidFill>
              </a:rPr>
              <a:t>Use your Windows Live ID account  to  </a:t>
            </a:r>
            <a:br>
              <a:rPr lang="en-US" b="1" dirty="0" smtClean="0">
                <a:solidFill>
                  <a:srgbClr val="FFD72F"/>
                </a:solidFill>
              </a:rPr>
            </a:br>
            <a:r>
              <a:rPr lang="en-US" b="1" dirty="0" smtClean="0">
                <a:solidFill>
                  <a:srgbClr val="FFD72F"/>
                </a:solidFill>
              </a:rPr>
              <a:t>sign-in to any OpenID 2.0 enabled Web site</a:t>
            </a:r>
            <a:endParaRPr lang="en-US" b="1" dirty="0" smtClean="0">
              <a:gradFill>
                <a:gsLst>
                  <a:gs pos="0">
                    <a:srgbClr val="FFFFFF"/>
                  </a:gs>
                  <a:gs pos="86000">
                    <a:srgbClr val="FFFFFF"/>
                  </a:gs>
                </a:gsLst>
                <a:lin ang="5400000" scaled="0"/>
              </a:gradFill>
            </a:endParaRPr>
          </a:p>
        </p:txBody>
      </p:sp>
      <p:sp>
        <p:nvSpPr>
          <p:cNvPr id="17" name="Text Placeholder 17"/>
          <p:cNvSpPr txBox="1">
            <a:spLocks/>
          </p:cNvSpPr>
          <p:nvPr/>
        </p:nvSpPr>
        <p:spPr>
          <a:xfrm>
            <a:off x="492977" y="5068711"/>
            <a:ext cx="4316090" cy="1579327"/>
          </a:xfrm>
          <a:prstGeom prst="rect">
            <a:avLst/>
          </a:prstGeom>
        </p:spPr>
        <p:txBody>
          <a:bodyPr vert="horz" wrap="square" lIns="0" tIns="0" rIns="0" bIns="0" rtlCol="0">
            <a:noAutofit/>
          </a:bodyPr>
          <a:lstStyle/>
          <a:p>
            <a:pPr marL="393700" marR="0" lvl="0" indent="-393700" algn="l" defTabSz="914363" rtl="0" eaLnBrk="1" fontAlgn="auto" latinLnBrk="0" hangingPunct="1">
              <a:lnSpc>
                <a:spcPct val="110000"/>
              </a:lnSpc>
              <a:spcBef>
                <a:spcPct val="20000"/>
              </a:spcBef>
              <a:spcAft>
                <a:spcPts val="800"/>
              </a:spcAft>
              <a:buClr>
                <a:schemeClr val="tx1"/>
              </a:buClr>
              <a:buSzPct val="80000"/>
              <a:buFont typeface="Wingdings" pitchFamily="2" charset="2"/>
              <a:buNone/>
              <a:tabLst/>
              <a:defRPr/>
            </a:pPr>
            <a:r>
              <a:rPr kumimoji="0" lang="en-US" sz="1400" b="1" i="0" u="sng" strike="noStrike" kern="1200" cap="none" spc="0" normalizeH="0" baseline="0" noProof="0" dirty="0" smtClean="0">
                <a:ln>
                  <a:noFill/>
                </a:ln>
                <a:gradFill>
                  <a:gsLst>
                    <a:gs pos="0">
                      <a:schemeClr val="tx1"/>
                    </a:gs>
                    <a:gs pos="86000">
                      <a:schemeClr val="tx1"/>
                    </a:gs>
                  </a:gsLst>
                  <a:lin ang="5400000" scaled="0"/>
                </a:gradFill>
                <a:effectLst/>
                <a:uLnTx/>
                <a:uFillTx/>
                <a:latin typeface="+mn-lt"/>
                <a:ea typeface="+mn-ea"/>
                <a:cs typeface="+mn-cs"/>
              </a:rPr>
              <a:t>Key Implementation Details</a:t>
            </a:r>
          </a:p>
          <a:p>
            <a:pPr marL="111125" marR="0" lvl="0" indent="-111125" algn="l" defTabSz="914363" rtl="0" eaLnBrk="1" fontAlgn="auto" latinLnBrk="0" hangingPunct="1">
              <a:lnSpc>
                <a:spcPct val="100000"/>
              </a:lnSpc>
              <a:spcBef>
                <a:spcPct val="20000"/>
              </a:spcBef>
              <a:spcAft>
                <a:spcPts val="800"/>
              </a:spcAft>
              <a:buClr>
                <a:schemeClr val="tx1"/>
              </a:buClr>
              <a:buSzPct val="80000"/>
              <a:buFont typeface="Wingdings" pitchFamily="2" charset="2"/>
              <a:buChar char="l"/>
              <a:tabLst/>
              <a:defRPr/>
            </a:pPr>
            <a:r>
              <a:rPr kumimoji="0" lang="en-US" sz="1400" b="0" i="0" u="none" strike="noStrike" kern="1200" cap="none" spc="0" normalizeH="0" baseline="0" noProof="0" dirty="0" smtClean="0">
                <a:ln>
                  <a:noFill/>
                </a:ln>
                <a:gradFill>
                  <a:gsLst>
                    <a:gs pos="0">
                      <a:schemeClr val="tx1"/>
                    </a:gs>
                    <a:gs pos="86000">
                      <a:schemeClr val="tx1"/>
                    </a:gs>
                  </a:gsLst>
                  <a:lin ang="5400000" scaled="0"/>
                </a:gradFill>
                <a:effectLst/>
                <a:uLnTx/>
                <a:uFillTx/>
                <a:latin typeface="+mn-lt"/>
                <a:ea typeface="+mn-ea"/>
                <a:cs typeface="+mn-cs"/>
              </a:rPr>
              <a:t>Create </a:t>
            </a:r>
            <a:r>
              <a:rPr kumimoji="0" lang="en-US" sz="1400" b="1" i="0" u="none" strike="noStrike" kern="1200" cap="none" spc="0" normalizeH="0" baseline="0" noProof="0" dirty="0" smtClean="0">
                <a:ln>
                  <a:noFill/>
                </a:ln>
                <a:gradFill>
                  <a:gsLst>
                    <a:gs pos="0">
                      <a:schemeClr val="tx1"/>
                    </a:gs>
                    <a:gs pos="86000">
                      <a:schemeClr val="tx1"/>
                    </a:gs>
                  </a:gsLst>
                  <a:lin ang="5400000" scaled="0"/>
                </a:gradFill>
                <a:effectLst/>
                <a:uLnTx/>
                <a:uFillTx/>
                <a:latin typeface="+mn-lt"/>
                <a:ea typeface="+mn-ea"/>
                <a:cs typeface="+mn-cs"/>
              </a:rPr>
              <a:t>OpenID Alias </a:t>
            </a:r>
            <a:r>
              <a:rPr kumimoji="0" lang="en-US" sz="1400" b="0" i="0" u="none" strike="noStrike" kern="1200" cap="none" spc="0" normalizeH="0" baseline="0" noProof="0" dirty="0" smtClean="0">
                <a:ln>
                  <a:noFill/>
                </a:ln>
                <a:gradFill>
                  <a:gsLst>
                    <a:gs pos="0">
                      <a:schemeClr val="tx1"/>
                    </a:gs>
                    <a:gs pos="86000">
                      <a:schemeClr val="tx1"/>
                    </a:gs>
                  </a:gsLst>
                  <a:lin ang="5400000" scaled="0"/>
                </a:gradFill>
                <a:effectLst/>
                <a:uLnTx/>
                <a:uFillTx/>
                <a:latin typeface="+mn-lt"/>
                <a:ea typeface="+mn-ea"/>
                <a:cs typeface="+mn-cs"/>
              </a:rPr>
              <a:t>attached to your Live ID account</a:t>
            </a:r>
          </a:p>
          <a:p>
            <a:pPr marL="111125" marR="0" lvl="0" indent="-111125" algn="l" defTabSz="914363" rtl="0" eaLnBrk="1" fontAlgn="auto" latinLnBrk="0" hangingPunct="1">
              <a:lnSpc>
                <a:spcPct val="100000"/>
              </a:lnSpc>
              <a:spcBef>
                <a:spcPct val="20000"/>
              </a:spcBef>
              <a:spcAft>
                <a:spcPts val="800"/>
              </a:spcAft>
              <a:buClr>
                <a:schemeClr val="tx1"/>
              </a:buClr>
              <a:buSzPct val="80000"/>
              <a:buFont typeface="Wingdings" pitchFamily="2" charset="2"/>
              <a:buChar char="l"/>
              <a:tabLst/>
              <a:defRPr/>
            </a:pPr>
            <a:r>
              <a:rPr kumimoji="0" lang="en-US" sz="1400" b="0" i="0" u="none" strike="noStrike" kern="1200" cap="none" spc="0" normalizeH="0" baseline="0" noProof="0" dirty="0" smtClean="0">
                <a:ln>
                  <a:noFill/>
                </a:ln>
                <a:gradFill>
                  <a:gsLst>
                    <a:gs pos="0">
                      <a:schemeClr val="tx1"/>
                    </a:gs>
                    <a:gs pos="86000">
                      <a:schemeClr val="tx1"/>
                    </a:gs>
                  </a:gsLst>
                  <a:lin ang="5400000" scaled="0"/>
                </a:gradFill>
                <a:effectLst/>
                <a:uLnTx/>
                <a:uFillTx/>
                <a:latin typeface="+mn-lt"/>
                <a:ea typeface="+mn-ea"/>
                <a:cs typeface="+mn-cs"/>
              </a:rPr>
              <a:t>Authenticate with alias + account credentials</a:t>
            </a:r>
          </a:p>
          <a:p>
            <a:pPr marL="111125" marR="0" lvl="0" indent="-111125" algn="l" defTabSz="914363" rtl="0" eaLnBrk="1" fontAlgn="auto" latinLnBrk="0" hangingPunct="1">
              <a:lnSpc>
                <a:spcPct val="100000"/>
              </a:lnSpc>
              <a:spcBef>
                <a:spcPct val="20000"/>
              </a:spcBef>
              <a:spcAft>
                <a:spcPts val="800"/>
              </a:spcAft>
              <a:buClr>
                <a:schemeClr val="tx1"/>
              </a:buClr>
              <a:buSzPct val="80000"/>
              <a:buFont typeface="Wingdings" pitchFamily="2" charset="2"/>
              <a:buChar char="l"/>
              <a:tabLst/>
              <a:defRPr/>
            </a:pPr>
            <a:r>
              <a:rPr kumimoji="0" lang="en-US" sz="1400" b="0" i="0" u="none" strike="noStrike" kern="1200" cap="none" spc="0" normalizeH="0" baseline="0" noProof="0" dirty="0" smtClean="0">
                <a:ln>
                  <a:noFill/>
                </a:ln>
                <a:gradFill>
                  <a:gsLst>
                    <a:gs pos="0">
                      <a:schemeClr val="tx1"/>
                    </a:gs>
                    <a:gs pos="86000">
                      <a:schemeClr val="tx1"/>
                    </a:gs>
                  </a:gsLst>
                  <a:lin ang="5400000" scaled="0"/>
                </a:gradFill>
                <a:effectLst/>
                <a:uLnTx/>
                <a:uFillTx/>
                <a:latin typeface="+mn-lt"/>
                <a:ea typeface="+mn-ea"/>
                <a:cs typeface="+mn-cs"/>
              </a:rPr>
              <a:t>Choice: Either global  unique (public) or pair-wise anonymous (private)</a:t>
            </a:r>
            <a:r>
              <a:rPr kumimoji="0" lang="en-US" sz="1400" b="0" i="0" u="none" strike="noStrike" kern="1200" cap="none" spc="0" normalizeH="0" noProof="0" dirty="0" smtClean="0">
                <a:ln>
                  <a:noFill/>
                </a:ln>
                <a:gradFill>
                  <a:gsLst>
                    <a:gs pos="0">
                      <a:schemeClr val="tx1"/>
                    </a:gs>
                    <a:gs pos="86000">
                      <a:schemeClr val="tx1"/>
                    </a:gs>
                  </a:gsLst>
                  <a:lin ang="5400000" scaled="0"/>
                </a:gradFill>
                <a:effectLst/>
                <a:uLnTx/>
                <a:uFillTx/>
                <a:latin typeface="+mn-lt"/>
                <a:ea typeface="+mn-ea"/>
                <a:cs typeface="+mn-cs"/>
              </a:rPr>
              <a:t> </a:t>
            </a:r>
            <a:r>
              <a:rPr kumimoji="0" lang="en-US" sz="1400" b="0" i="0" u="none" strike="noStrike" kern="1200" cap="none" spc="0" normalizeH="0" baseline="0" noProof="0" dirty="0" smtClean="0">
                <a:ln>
                  <a:noFill/>
                </a:ln>
                <a:gradFill>
                  <a:gsLst>
                    <a:gs pos="0">
                      <a:schemeClr val="tx1"/>
                    </a:gs>
                    <a:gs pos="86000">
                      <a:schemeClr val="tx1"/>
                    </a:gs>
                  </a:gsLst>
                  <a:lin ang="5400000" scaled="0"/>
                </a:gradFill>
                <a:effectLst/>
                <a:uLnTx/>
                <a:uFillTx/>
                <a:latin typeface="+mn-lt"/>
                <a:ea typeface="+mn-ea"/>
                <a:cs typeface="+mn-cs"/>
              </a:rPr>
              <a:t>identifier returned to RP</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uiExpand="1" build="p"/>
      <p:bldP spid="11" grpId="0" animBg="1"/>
      <p:bldP spid="12" grpId="0" animBg="1"/>
      <p:bldP spid="1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mtClean="0"/>
              <a:t>Windows Live ID </a:t>
            </a:r>
            <a:r>
              <a:rPr lang="en-US" smtClean="0">
                <a:solidFill>
                  <a:schemeClr val="accent3"/>
                </a:solidFill>
              </a:rPr>
              <a:t>OpenID Provider </a:t>
            </a:r>
            <a:r>
              <a:rPr lang="en-US" smtClean="0"/>
              <a:t/>
            </a:r>
            <a:br>
              <a:rPr lang="en-US" smtClean="0"/>
            </a:br>
            <a:endParaRPr lang="en-US" dirty="0"/>
          </a:p>
        </p:txBody>
      </p:sp>
      <p:sp>
        <p:nvSpPr>
          <p:cNvPr id="5" name="Subtitle 4"/>
          <p:cNvSpPr>
            <a:spLocks noGrp="1"/>
          </p:cNvSpPr>
          <p:nvPr>
            <p:ph type="subTitle" idx="1"/>
          </p:nvPr>
        </p:nvSpPr>
        <p:spPr/>
        <p:txBody>
          <a:bodyPr/>
          <a:lstStyle/>
          <a:p>
            <a:pPr marL="0" indent="0">
              <a:tabLst/>
            </a:pPr>
            <a:r>
              <a:rPr lang="en-US" dirty="0" smtClean="0">
                <a:solidFill>
                  <a:schemeClr val="tx1"/>
                </a:solidFill>
              </a:rPr>
              <a:t>Embracing </a:t>
            </a:r>
            <a:br>
              <a:rPr lang="en-US" dirty="0" smtClean="0">
                <a:solidFill>
                  <a:schemeClr val="tx1"/>
                </a:solidFill>
              </a:rPr>
            </a:br>
            <a:r>
              <a:rPr lang="en-US" dirty="0" smtClean="0">
                <a:solidFill>
                  <a:schemeClr val="tx1"/>
                </a:solidFill>
              </a:rPr>
              <a:t>Open Standards</a:t>
            </a:r>
            <a:endParaRPr lang="en-US" dirty="0">
              <a:solidFill>
                <a:schemeClr val="tx1"/>
              </a:solidFill>
            </a:endParaRPr>
          </a:p>
        </p:txBody>
      </p:sp>
      <p:sp>
        <p:nvSpPr>
          <p:cNvPr id="4" name="Text Placeholder 3"/>
          <p:cNvSpPr>
            <a:spLocks noGrp="1"/>
          </p:cNvSpPr>
          <p:nvPr>
            <p:ph type="body" sz="quarter" idx="10"/>
          </p:nvPr>
        </p:nvSpPr>
        <p:spPr/>
        <p:txBody>
          <a:bodyPr/>
          <a:lstStyle/>
          <a:p>
            <a:r>
              <a:rPr sz="8800" smtClean="0"/>
              <a:t>Tech Preview D</a:t>
            </a:r>
            <a:r>
              <a:rPr lang="en-US" sz="8800" dirty="0" err="1" smtClean="0"/>
              <a:t>emo</a:t>
            </a:r>
            <a:r>
              <a:rPr lang="en-US" sz="8800" dirty="0" smtClean="0"/>
              <a:t> </a:t>
            </a:r>
            <a:endParaRPr lang="en-US" sz="8800" dirty="0"/>
          </a:p>
        </p:txBody>
      </p:sp>
      <p:pic>
        <p:nvPicPr>
          <p:cNvPr id="7" name="Picture 2" descr="Big OpenID Logo with Text">
            <a:hlinkClick r:id="rId3" tooltip="Big OpenID Logo with Text"/>
          </p:cNvPr>
          <p:cNvPicPr>
            <a:picLocks noChangeAspect="1" noChangeArrowheads="1"/>
          </p:cNvPicPr>
          <p:nvPr/>
        </p:nvPicPr>
        <p:blipFill>
          <a:blip r:embed="rId4"/>
          <a:srcRect/>
          <a:stretch>
            <a:fillRect/>
          </a:stretch>
        </p:blipFill>
        <p:spPr bwMode="auto">
          <a:xfrm>
            <a:off x="847957" y="4974819"/>
            <a:ext cx="3357350" cy="1120516"/>
          </a:xfrm>
          <a:prstGeom prst="rect">
            <a:avLst/>
          </a:prstGeom>
          <a:noFill/>
        </p:spPr>
      </p:pic>
    </p:spTree>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81000" y="152400"/>
            <a:ext cx="8382000" cy="997196"/>
          </a:xfrm>
        </p:spPr>
        <p:txBody>
          <a:bodyPr/>
          <a:lstStyle/>
          <a:p>
            <a:r>
              <a:rPr sz="4400" smtClean="0"/>
              <a:t>OpenID Sign-in Request</a:t>
            </a:r>
            <a:br>
              <a:rPr sz="4400" smtClean="0"/>
            </a:br>
            <a:r>
              <a:rPr sz="2800" smtClean="0">
                <a:solidFill>
                  <a:srgbClr val="FFC000"/>
                </a:solidFill>
              </a:rPr>
              <a:t>(URL decoded for readability)</a:t>
            </a:r>
            <a:endParaRPr lang="en-US" sz="4400" dirty="0"/>
          </a:p>
        </p:txBody>
      </p:sp>
      <p:sp>
        <p:nvSpPr>
          <p:cNvPr id="5" name="Text Placeholder 4"/>
          <p:cNvSpPr>
            <a:spLocks noGrp="1"/>
          </p:cNvSpPr>
          <p:nvPr>
            <p:ph type="body" sz="quarter" idx="10"/>
          </p:nvPr>
        </p:nvSpPr>
        <p:spPr>
          <a:xfrm>
            <a:off x="457200" y="1871663"/>
            <a:ext cx="8119872" cy="4986337"/>
          </a:xfrm>
        </p:spPr>
        <p:txBody>
          <a:bodyPr>
            <a:normAutofit/>
          </a:bodyPr>
          <a:lstStyle/>
          <a:p>
            <a:pPr>
              <a:lnSpc>
                <a:spcPct val="130000"/>
              </a:lnSpc>
              <a:spcBef>
                <a:spcPts val="0"/>
              </a:spcBef>
            </a:pPr>
            <a:r>
              <a:rPr lang="en-US" sz="2000" dirty="0" smtClean="0"/>
              <a:t>GET http://openid.live-INT.com/OpenIDAuth.srf</a:t>
            </a:r>
          </a:p>
          <a:p>
            <a:pPr lvl="1">
              <a:lnSpc>
                <a:spcPct val="130000"/>
              </a:lnSpc>
              <a:spcBef>
                <a:spcPts val="0"/>
              </a:spcBef>
            </a:pPr>
            <a:r>
              <a:rPr lang="en-US" sz="1600" dirty="0" smtClean="0"/>
              <a:t>?</a:t>
            </a:r>
            <a:r>
              <a:rPr lang="en-US" sz="1600" dirty="0" err="1" smtClean="0">
                <a:solidFill>
                  <a:schemeClr val="accent6"/>
                </a:solidFill>
              </a:rPr>
              <a:t>openid.mode</a:t>
            </a:r>
            <a:r>
              <a:rPr lang="en-US" sz="1600" dirty="0" smtClean="0">
                <a:solidFill>
                  <a:schemeClr val="accent6"/>
                </a:solidFill>
              </a:rPr>
              <a:t>=</a:t>
            </a:r>
            <a:r>
              <a:rPr lang="en-US" sz="1600" dirty="0" err="1" smtClean="0"/>
              <a:t>checkid_setup</a:t>
            </a:r>
            <a:endParaRPr lang="en-US" sz="1600" dirty="0" smtClean="0"/>
          </a:p>
          <a:p>
            <a:pPr lvl="1">
              <a:lnSpc>
                <a:spcPct val="130000"/>
              </a:lnSpc>
              <a:spcBef>
                <a:spcPts val="0"/>
              </a:spcBef>
            </a:pPr>
            <a:r>
              <a:rPr lang="en-US" sz="1600" dirty="0" smtClean="0"/>
              <a:t>&amp;</a:t>
            </a:r>
            <a:r>
              <a:rPr lang="en-US" sz="1600" dirty="0" err="1" smtClean="0">
                <a:solidFill>
                  <a:schemeClr val="accent6"/>
                </a:solidFill>
              </a:rPr>
              <a:t>openid.identity</a:t>
            </a:r>
            <a:r>
              <a:rPr lang="en-US" sz="1600" dirty="0" smtClean="0">
                <a:solidFill>
                  <a:schemeClr val="accent6"/>
                </a:solidFill>
              </a:rPr>
              <a:t>=</a:t>
            </a:r>
            <a:r>
              <a:rPr lang="en-US" sz="1600" dirty="0" smtClean="0"/>
              <a:t>http%3a%2f%2fopenid.live-int.com%2fjthelin</a:t>
            </a:r>
          </a:p>
          <a:p>
            <a:pPr lvl="1">
              <a:lnSpc>
                <a:spcPct val="130000"/>
              </a:lnSpc>
              <a:spcBef>
                <a:spcPts val="0"/>
              </a:spcBef>
            </a:pPr>
            <a:r>
              <a:rPr lang="en-US" sz="1600" dirty="0" smtClean="0"/>
              <a:t>&amp;</a:t>
            </a:r>
            <a:r>
              <a:rPr lang="en-US" sz="1600" dirty="0" err="1" smtClean="0">
                <a:solidFill>
                  <a:schemeClr val="accent6"/>
                </a:solidFill>
              </a:rPr>
              <a:t>openid.ns</a:t>
            </a:r>
            <a:r>
              <a:rPr lang="en-US" sz="1600" dirty="0" smtClean="0">
                <a:solidFill>
                  <a:schemeClr val="accent6"/>
                </a:solidFill>
              </a:rPr>
              <a:t>=</a:t>
            </a:r>
            <a:r>
              <a:rPr lang="en-US" sz="1600" dirty="0" smtClean="0"/>
              <a:t>http%3a%2f%2fspecs.openid.net%2fauth%2f2.0</a:t>
            </a:r>
          </a:p>
          <a:p>
            <a:pPr lvl="1">
              <a:lnSpc>
                <a:spcPct val="130000"/>
              </a:lnSpc>
              <a:spcBef>
                <a:spcPts val="0"/>
              </a:spcBef>
            </a:pPr>
            <a:r>
              <a:rPr lang="en-US" sz="1600" dirty="0" smtClean="0"/>
              <a:t>&amp;</a:t>
            </a:r>
            <a:r>
              <a:rPr lang="en-US" sz="1600" dirty="0" err="1" smtClean="0">
                <a:solidFill>
                  <a:schemeClr val="accent6"/>
                </a:solidFill>
              </a:rPr>
              <a:t>openid.claimed_id</a:t>
            </a:r>
            <a:r>
              <a:rPr lang="en-US" sz="1600" dirty="0" smtClean="0">
                <a:solidFill>
                  <a:schemeClr val="accent6"/>
                </a:solidFill>
              </a:rPr>
              <a:t>=</a:t>
            </a:r>
            <a:r>
              <a:rPr lang="en-US" sz="1600" dirty="0" smtClean="0"/>
              <a:t>http%3a%2f%2fopenid.live-int.com%2fjthelin</a:t>
            </a:r>
          </a:p>
          <a:p>
            <a:pPr lvl="1">
              <a:lnSpc>
                <a:spcPct val="130000"/>
              </a:lnSpc>
              <a:spcBef>
                <a:spcPts val="0"/>
              </a:spcBef>
            </a:pPr>
            <a:r>
              <a:rPr lang="en-US" sz="1600" dirty="0" smtClean="0"/>
              <a:t>&amp;</a:t>
            </a:r>
            <a:r>
              <a:rPr lang="en-US" sz="1600" dirty="0" err="1" smtClean="0">
                <a:solidFill>
                  <a:schemeClr val="accent6"/>
                </a:solidFill>
              </a:rPr>
              <a:t>openid.realm</a:t>
            </a:r>
            <a:r>
              <a:rPr lang="en-US" sz="1600" dirty="0" smtClean="0">
                <a:solidFill>
                  <a:schemeClr val="accent6"/>
                </a:solidFill>
              </a:rPr>
              <a:t>=</a:t>
            </a:r>
            <a:r>
              <a:rPr lang="en-US" sz="1600" dirty="0" smtClean="0"/>
              <a:t>http%3a%2f%2flocalhost%3a49413%2f</a:t>
            </a:r>
          </a:p>
          <a:p>
            <a:pPr lvl="1">
              <a:lnSpc>
                <a:spcPct val="130000"/>
              </a:lnSpc>
              <a:spcBef>
                <a:spcPts val="0"/>
              </a:spcBef>
            </a:pPr>
            <a:r>
              <a:rPr lang="en-US" sz="1600" dirty="0" smtClean="0"/>
              <a:t>&amp;</a:t>
            </a:r>
            <a:r>
              <a:rPr lang="en-US" sz="1600" dirty="0" err="1" smtClean="0">
                <a:solidFill>
                  <a:schemeClr val="accent6"/>
                </a:solidFill>
              </a:rPr>
              <a:t>openid.return_to</a:t>
            </a:r>
            <a:r>
              <a:rPr lang="en-US" sz="1600" dirty="0" smtClean="0">
                <a:solidFill>
                  <a:schemeClr val="accent6"/>
                </a:solidFill>
              </a:rPr>
              <a:t>=</a:t>
            </a:r>
            <a:r>
              <a:rPr lang="en-US" sz="1600" dirty="0" smtClean="0">
                <a:solidFill>
                  <a:schemeClr val="accent4"/>
                </a:solidFill>
              </a:rPr>
              <a:t>http%3a%2f%2flocalhost%3a49413%2flogin.aspx%3f</a:t>
            </a:r>
            <a:r>
              <a:rPr lang="en-US" sz="1600" dirty="0" smtClean="0">
                <a:solidFill>
                  <a:schemeClr val="accent5"/>
                </a:solidFill>
              </a:rPr>
              <a:t>ReturnUrl</a:t>
            </a:r>
            <a:r>
              <a:rPr lang="en-US" sz="1600" dirty="0" smtClean="0">
                <a:solidFill>
                  <a:schemeClr val="accent4"/>
                </a:solidFill>
              </a:rPr>
              <a:t>%3d%252fDefault.aspx%26</a:t>
            </a:r>
            <a:r>
              <a:rPr lang="en-US" sz="1600" dirty="0" smtClean="0">
                <a:solidFill>
                  <a:schemeClr val="accent5"/>
                </a:solidFill>
              </a:rPr>
              <a:t>token</a:t>
            </a:r>
            <a:r>
              <a:rPr lang="en-US" sz="1600" dirty="0" smtClean="0">
                <a:solidFill>
                  <a:schemeClr val="accent4"/>
                </a:solidFill>
              </a:rPr>
              <a:t>%3dAbu8voGNbjk2%252fH%252bWGN4vgbrzsETS0aCY%252bCSc%252frV%252bo6kKaHR0cDovL2p0aGVsaW4ucGlwLnZlcmlzaWdubGFicy5jb20vDQpodHRwOi8vanRoZWxpbi5waXAudmVyaXNpZ25sYWJzLmNvbS8NCg0KaHR0cDovL3BpcC52ZXJpc2lnbmxhYnMuY29tL3NlcnZlcg0KMi4wDQo%253d</a:t>
            </a:r>
          </a:p>
          <a:p>
            <a:pPr lvl="1">
              <a:lnSpc>
                <a:spcPct val="130000"/>
              </a:lnSpc>
              <a:spcBef>
                <a:spcPts val="0"/>
              </a:spcBef>
            </a:pPr>
            <a:r>
              <a:rPr lang="en-US" sz="1600" dirty="0" smtClean="0"/>
              <a:t>&amp;</a:t>
            </a:r>
            <a:r>
              <a:rPr lang="en-US" sz="1600" dirty="0" err="1" smtClean="0">
                <a:solidFill>
                  <a:schemeClr val="accent6"/>
                </a:solidFill>
              </a:rPr>
              <a:t>openid.assoc_handle</a:t>
            </a:r>
            <a:r>
              <a:rPr lang="en-US" sz="1600" dirty="0" smtClean="0">
                <a:solidFill>
                  <a:schemeClr val="accent6"/>
                </a:solidFill>
              </a:rPr>
              <a:t>=</a:t>
            </a:r>
            <a:r>
              <a:rPr lang="en-US" sz="1600" dirty="0" smtClean="0"/>
              <a:t>d7d181a0-632e-11dd-ba82-f91efcd7aef7</a:t>
            </a:r>
          </a:p>
          <a:p>
            <a:pPr>
              <a:lnSpc>
                <a:spcPct val="130000"/>
              </a:lnSpc>
              <a:spcBef>
                <a:spcPts val="0"/>
              </a:spcBef>
            </a:pPr>
            <a:r>
              <a:rPr lang="en-US" sz="2000" dirty="0" smtClean="0"/>
              <a:t>HTTP/1.1</a:t>
            </a:r>
          </a:p>
        </p:txBody>
      </p:sp>
      <p:sp>
        <p:nvSpPr>
          <p:cNvPr id="6" name="TextBox 5"/>
          <p:cNvSpPr txBox="1"/>
          <p:nvPr/>
        </p:nvSpPr>
        <p:spPr>
          <a:xfrm>
            <a:off x="1196878" y="1420813"/>
            <a:ext cx="6750245" cy="461665"/>
          </a:xfrm>
          <a:prstGeom prst="rect">
            <a:avLst/>
          </a:prstGeom>
          <a:noFill/>
        </p:spPr>
        <p:txBody>
          <a:bodyPr wrap="none" rtlCol="0">
            <a:spAutoFit/>
          </a:bodyPr>
          <a:lstStyle/>
          <a:p>
            <a:pPr algn="ctr" defTabSz="914363" rtl="0"/>
            <a:r>
              <a:rPr lang="en-US" sz="2400" kern="1200" dirty="0">
                <a:solidFill>
                  <a:srgbClr val="FF9929"/>
                </a:solidFill>
                <a:latin typeface="Calibri"/>
                <a:ea typeface="+mn-ea"/>
                <a:cs typeface="+mn-cs"/>
              </a:rPr>
              <a:t>Don’t panic! The SDK libraries handle all this for you!</a:t>
            </a:r>
          </a:p>
        </p:txBody>
      </p:sp>
    </p:spTree>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382000" cy="1163395"/>
          </a:xfrm>
        </p:spPr>
        <p:txBody>
          <a:bodyPr/>
          <a:lstStyle/>
          <a:p>
            <a:r>
              <a:rPr sz="4400" smtClean="0"/>
              <a:t>OpenID Sign-in Response</a:t>
            </a:r>
            <a:r>
              <a:rPr sz="3600" smtClean="0"/>
              <a:t/>
            </a:r>
            <a:br>
              <a:rPr sz="3600" smtClean="0"/>
            </a:br>
            <a:r>
              <a:rPr sz="2800" smtClean="0">
                <a:solidFill>
                  <a:schemeClr val="accent1"/>
                </a:solidFill>
              </a:rPr>
              <a:t>(URL decoded for readability)</a:t>
            </a:r>
            <a:r>
              <a:rPr sz="2800" smtClean="0">
                <a:solidFill>
                  <a:srgbClr val="FFFFFF"/>
                </a:solidFill>
              </a:rPr>
              <a:t/>
            </a:r>
            <a:br>
              <a:rPr sz="2800" smtClean="0">
                <a:solidFill>
                  <a:srgbClr val="FFFFFF"/>
                </a:solidFill>
              </a:rPr>
            </a:br>
            <a:endParaRPr lang="en-US" sz="1200" dirty="0"/>
          </a:p>
        </p:txBody>
      </p:sp>
      <p:sp>
        <p:nvSpPr>
          <p:cNvPr id="3" name="Text Placeholder 2"/>
          <p:cNvSpPr>
            <a:spLocks noGrp="1"/>
          </p:cNvSpPr>
          <p:nvPr>
            <p:ph type="body" sz="quarter" idx="10"/>
          </p:nvPr>
        </p:nvSpPr>
        <p:spPr>
          <a:xfrm>
            <a:off x="504951" y="1839582"/>
            <a:ext cx="8224711" cy="4861250"/>
          </a:xfrm>
        </p:spPr>
        <p:txBody>
          <a:bodyPr>
            <a:noAutofit/>
          </a:bodyPr>
          <a:lstStyle/>
          <a:p>
            <a:pPr>
              <a:lnSpc>
                <a:spcPct val="110000"/>
              </a:lnSpc>
              <a:spcBef>
                <a:spcPts val="0"/>
              </a:spcBef>
            </a:pPr>
            <a:r>
              <a:rPr lang="en-US" sz="1600" dirty="0" smtClean="0"/>
              <a:t>GET /login.aspx</a:t>
            </a:r>
          </a:p>
          <a:p>
            <a:pPr lvl="1">
              <a:lnSpc>
                <a:spcPct val="110000"/>
              </a:lnSpc>
              <a:spcBef>
                <a:spcPts val="0"/>
              </a:spcBef>
            </a:pPr>
            <a:r>
              <a:rPr lang="en-US" sz="1400" dirty="0" smtClean="0"/>
              <a:t>?</a:t>
            </a:r>
            <a:r>
              <a:rPr lang="en-US" sz="1400" dirty="0" err="1" smtClean="0">
                <a:solidFill>
                  <a:schemeClr val="accent5"/>
                </a:solidFill>
              </a:rPr>
              <a:t>ReturnUrl</a:t>
            </a:r>
            <a:r>
              <a:rPr lang="en-US" sz="1400" dirty="0" smtClean="0">
                <a:solidFill>
                  <a:schemeClr val="accent5"/>
                </a:solidFill>
              </a:rPr>
              <a:t>=</a:t>
            </a:r>
            <a:r>
              <a:rPr lang="en-US" sz="1400" dirty="0" smtClean="0">
                <a:solidFill>
                  <a:schemeClr val="accent4"/>
                </a:solidFill>
              </a:rPr>
              <a:t>/Default.aspx</a:t>
            </a:r>
          </a:p>
          <a:p>
            <a:pPr lvl="1">
              <a:lnSpc>
                <a:spcPct val="110000"/>
              </a:lnSpc>
              <a:spcBef>
                <a:spcPts val="0"/>
              </a:spcBef>
            </a:pPr>
            <a:r>
              <a:rPr lang="en-US" sz="1400" dirty="0" smtClean="0"/>
              <a:t>&amp;</a:t>
            </a:r>
            <a:r>
              <a:rPr lang="en-US" sz="1400" dirty="0" smtClean="0">
                <a:solidFill>
                  <a:schemeClr val="accent5"/>
                </a:solidFill>
              </a:rPr>
              <a:t>token=</a:t>
            </a:r>
            <a:r>
              <a:rPr lang="en-US" sz="1400" dirty="0" smtClean="0">
                <a:solidFill>
                  <a:schemeClr val="accent4"/>
                </a:solidFill>
              </a:rPr>
              <a:t>Abu8voGNbjk2/H+WGN4vgbrzsETS0aCY+CSc/rV+o6kKaHR0cDovL2p0aGVsaW4ucGlwLnZlcmlzaWdubGFicy5jb20vDQpodHRwOi8vanRoZWxpbi5waXAudmVyaXNpZ25sYWJzLmNvbS8NCg0KaHR0cDovL3BpcC52ZXJpc2lnbmxhYnMuY29tL3NlcnZlcg0KMi4wDQo=</a:t>
            </a:r>
          </a:p>
          <a:p>
            <a:pPr lvl="1">
              <a:lnSpc>
                <a:spcPct val="110000"/>
              </a:lnSpc>
              <a:spcBef>
                <a:spcPts val="0"/>
              </a:spcBef>
            </a:pPr>
            <a:r>
              <a:rPr lang="en-US" sz="1400" dirty="0" smtClean="0"/>
              <a:t>&amp;</a:t>
            </a:r>
            <a:r>
              <a:rPr lang="en-US" sz="1400" dirty="0" err="1" smtClean="0">
                <a:solidFill>
                  <a:schemeClr val="accent6"/>
                </a:solidFill>
              </a:rPr>
              <a:t>openid.assoc_handle</a:t>
            </a:r>
            <a:r>
              <a:rPr lang="en-US" sz="1400" dirty="0" smtClean="0">
                <a:solidFill>
                  <a:schemeClr val="accent6"/>
                </a:solidFill>
              </a:rPr>
              <a:t>=</a:t>
            </a:r>
            <a:r>
              <a:rPr lang="en-US" sz="1400" dirty="0" smtClean="0"/>
              <a:t>d7d181a0-632e-11dd-ba82-f91efcd7aef7</a:t>
            </a:r>
          </a:p>
          <a:p>
            <a:pPr lvl="1">
              <a:lnSpc>
                <a:spcPct val="110000"/>
              </a:lnSpc>
              <a:spcBef>
                <a:spcPts val="0"/>
              </a:spcBef>
            </a:pPr>
            <a:r>
              <a:rPr lang="en-US" sz="1400" dirty="0" smtClean="0"/>
              <a:t>&amp;</a:t>
            </a:r>
            <a:r>
              <a:rPr lang="en-US" sz="1400" dirty="0" err="1" smtClean="0">
                <a:solidFill>
                  <a:schemeClr val="accent6"/>
                </a:solidFill>
              </a:rPr>
              <a:t>openid.response_nonce</a:t>
            </a:r>
            <a:r>
              <a:rPr lang="en-US" sz="1400" dirty="0" smtClean="0">
                <a:solidFill>
                  <a:schemeClr val="accent6"/>
                </a:solidFill>
              </a:rPr>
              <a:t>=</a:t>
            </a:r>
            <a:r>
              <a:rPr lang="en-US" sz="1400" dirty="0" smtClean="0"/>
              <a:t>2008-08-05T20:42:15ZiBs=</a:t>
            </a:r>
          </a:p>
          <a:p>
            <a:pPr lvl="1">
              <a:lnSpc>
                <a:spcPct val="110000"/>
              </a:lnSpc>
              <a:spcBef>
                <a:spcPts val="0"/>
              </a:spcBef>
            </a:pPr>
            <a:r>
              <a:rPr lang="en-US" sz="1400" dirty="0" smtClean="0"/>
              <a:t>&amp;</a:t>
            </a:r>
            <a:r>
              <a:rPr lang="en-US" sz="1400" dirty="0" err="1" smtClean="0">
                <a:solidFill>
                  <a:schemeClr val="accent6"/>
                </a:solidFill>
              </a:rPr>
              <a:t>openid.ns</a:t>
            </a:r>
            <a:r>
              <a:rPr lang="en-US" sz="1400" dirty="0" smtClean="0">
                <a:solidFill>
                  <a:schemeClr val="accent6"/>
                </a:solidFill>
              </a:rPr>
              <a:t>=</a:t>
            </a:r>
            <a:r>
              <a:rPr lang="en-US" sz="1400" dirty="0" smtClean="0"/>
              <a:t>http://specs.openid.net/auth/2.0</a:t>
            </a:r>
          </a:p>
          <a:p>
            <a:pPr lvl="1">
              <a:lnSpc>
                <a:spcPct val="110000"/>
              </a:lnSpc>
              <a:spcBef>
                <a:spcPts val="0"/>
              </a:spcBef>
            </a:pPr>
            <a:r>
              <a:rPr lang="en-US" sz="1400" dirty="0" smtClean="0"/>
              <a:t>&amp;</a:t>
            </a:r>
            <a:r>
              <a:rPr lang="en-US" sz="1400" dirty="0" err="1" smtClean="0">
                <a:solidFill>
                  <a:schemeClr val="accent6"/>
                </a:solidFill>
              </a:rPr>
              <a:t>openid.mode</a:t>
            </a:r>
            <a:r>
              <a:rPr lang="en-US" sz="1400" dirty="0" smtClean="0">
                <a:solidFill>
                  <a:schemeClr val="accent6"/>
                </a:solidFill>
              </a:rPr>
              <a:t>=</a:t>
            </a:r>
            <a:r>
              <a:rPr lang="en-US" sz="1400" dirty="0" err="1" smtClean="0"/>
              <a:t>id_res</a:t>
            </a:r>
            <a:endParaRPr lang="en-US" sz="1400" dirty="0" smtClean="0"/>
          </a:p>
          <a:p>
            <a:pPr lvl="1">
              <a:lnSpc>
                <a:spcPct val="110000"/>
              </a:lnSpc>
              <a:spcBef>
                <a:spcPts val="0"/>
              </a:spcBef>
            </a:pPr>
            <a:r>
              <a:rPr lang="en-US" sz="1400" dirty="0" smtClean="0"/>
              <a:t>&amp;</a:t>
            </a:r>
            <a:r>
              <a:rPr lang="en-US" sz="1400" dirty="0" err="1" smtClean="0">
                <a:solidFill>
                  <a:schemeClr val="accent6"/>
                </a:solidFill>
              </a:rPr>
              <a:t>openid.op_endpoint</a:t>
            </a:r>
            <a:r>
              <a:rPr lang="en-US" sz="1400" dirty="0" smtClean="0">
                <a:solidFill>
                  <a:schemeClr val="accent6"/>
                </a:solidFill>
              </a:rPr>
              <a:t>=</a:t>
            </a:r>
            <a:r>
              <a:rPr lang="en-US" sz="1400" dirty="0" smtClean="0"/>
              <a:t>http://openid.live-int.com/openidauth.srf</a:t>
            </a:r>
          </a:p>
          <a:p>
            <a:pPr lvl="1">
              <a:lnSpc>
                <a:spcPct val="110000"/>
              </a:lnSpc>
              <a:spcBef>
                <a:spcPts val="0"/>
              </a:spcBef>
            </a:pPr>
            <a:r>
              <a:rPr lang="en-US" sz="1400" dirty="0" smtClean="0"/>
              <a:t>&amp;</a:t>
            </a:r>
            <a:r>
              <a:rPr lang="en-US" sz="1400" dirty="0" err="1" smtClean="0">
                <a:solidFill>
                  <a:schemeClr val="accent6"/>
                </a:solidFill>
              </a:rPr>
              <a:t>openid.claimed_id</a:t>
            </a:r>
            <a:r>
              <a:rPr lang="en-US" sz="1400" dirty="0" smtClean="0">
                <a:solidFill>
                  <a:schemeClr val="accent6"/>
                </a:solidFill>
              </a:rPr>
              <a:t>=</a:t>
            </a:r>
            <a:r>
              <a:rPr lang="en-US" sz="1400" dirty="0" smtClean="0"/>
              <a:t>http://openid.live-int.com/jthelin</a:t>
            </a:r>
          </a:p>
          <a:p>
            <a:pPr lvl="1">
              <a:lnSpc>
                <a:spcPct val="110000"/>
              </a:lnSpc>
              <a:spcBef>
                <a:spcPts val="0"/>
              </a:spcBef>
            </a:pPr>
            <a:r>
              <a:rPr lang="en-US" sz="1400" dirty="0" smtClean="0"/>
              <a:t>&amp;</a:t>
            </a:r>
            <a:r>
              <a:rPr lang="en-US" sz="1400" dirty="0" smtClean="0">
                <a:solidFill>
                  <a:schemeClr val="accent6"/>
                </a:solidFill>
              </a:rPr>
              <a:t>openid.sig=</a:t>
            </a:r>
            <a:r>
              <a:rPr lang="en-US" sz="1400" dirty="0" smtClean="0"/>
              <a:t>kdXRyifqU0vd6H4kjgY5kgwmq4nN5ZhXBSck/</a:t>
            </a:r>
            <a:r>
              <a:rPr lang="en-US" sz="1400" dirty="0" err="1" smtClean="0"/>
              <a:t>bfLMDg</a:t>
            </a:r>
            <a:r>
              <a:rPr lang="en-US" sz="1400" dirty="0" smtClean="0"/>
              <a:t>=</a:t>
            </a:r>
          </a:p>
          <a:p>
            <a:pPr lvl="1">
              <a:lnSpc>
                <a:spcPct val="110000"/>
              </a:lnSpc>
              <a:spcBef>
                <a:spcPts val="0"/>
              </a:spcBef>
            </a:pPr>
            <a:r>
              <a:rPr lang="en-US" sz="1400" dirty="0" smtClean="0"/>
              <a:t>&amp;</a:t>
            </a:r>
            <a:r>
              <a:rPr lang="en-US" sz="1400" dirty="0" err="1" smtClean="0">
                <a:solidFill>
                  <a:schemeClr val="accent6"/>
                </a:solidFill>
              </a:rPr>
              <a:t>openid.identity</a:t>
            </a:r>
            <a:r>
              <a:rPr lang="en-US" sz="1400" dirty="0" smtClean="0">
                <a:solidFill>
                  <a:schemeClr val="accent6"/>
                </a:solidFill>
              </a:rPr>
              <a:t>=</a:t>
            </a:r>
            <a:r>
              <a:rPr lang="en-US" sz="1400" dirty="0" smtClean="0"/>
              <a:t>http://openid.live-int.com/jthelin</a:t>
            </a:r>
          </a:p>
          <a:p>
            <a:pPr lvl="1">
              <a:lnSpc>
                <a:spcPct val="110000"/>
              </a:lnSpc>
              <a:spcBef>
                <a:spcPts val="0"/>
              </a:spcBef>
            </a:pPr>
            <a:r>
              <a:rPr lang="en-US" sz="1400" dirty="0" smtClean="0"/>
              <a:t>&amp;</a:t>
            </a:r>
            <a:r>
              <a:rPr lang="en-US" sz="1400" dirty="0" err="1" smtClean="0">
                <a:solidFill>
                  <a:schemeClr val="accent6"/>
                </a:solidFill>
              </a:rPr>
              <a:t>openid.signed</a:t>
            </a:r>
            <a:r>
              <a:rPr lang="en-US" sz="1400" dirty="0" smtClean="0">
                <a:solidFill>
                  <a:schemeClr val="accent6"/>
                </a:solidFill>
              </a:rPr>
              <a:t>=</a:t>
            </a:r>
            <a:r>
              <a:rPr lang="en-US" sz="1400" dirty="0" smtClean="0"/>
              <a:t>assoc_handle,identity,response_nonce,return_to,claimed_id,op_endpoint</a:t>
            </a:r>
          </a:p>
          <a:p>
            <a:pPr lvl="1">
              <a:lnSpc>
                <a:spcPct val="110000"/>
              </a:lnSpc>
              <a:spcBef>
                <a:spcPts val="0"/>
              </a:spcBef>
            </a:pPr>
            <a:r>
              <a:rPr lang="en-US" sz="1400" dirty="0" smtClean="0"/>
              <a:t>&amp;</a:t>
            </a:r>
            <a:r>
              <a:rPr lang="en-US" sz="1400" dirty="0" err="1" smtClean="0">
                <a:solidFill>
                  <a:schemeClr val="accent6"/>
                </a:solidFill>
              </a:rPr>
              <a:t>openid.return_to</a:t>
            </a:r>
            <a:r>
              <a:rPr lang="en-US" sz="1400" dirty="0" smtClean="0">
                <a:solidFill>
                  <a:schemeClr val="accent6"/>
                </a:solidFill>
              </a:rPr>
              <a:t>=</a:t>
            </a:r>
            <a:r>
              <a:rPr lang="en-US" sz="1400" dirty="0" smtClean="0">
                <a:solidFill>
                  <a:schemeClr val="accent4"/>
                </a:solidFill>
              </a:rPr>
              <a:t>http%3a%2f%2flocalhost%3a49413%2flogin.aspx%3f</a:t>
            </a:r>
            <a:r>
              <a:rPr lang="en-US" sz="1400" dirty="0" smtClean="0">
                <a:solidFill>
                  <a:schemeClr val="accent5"/>
                </a:solidFill>
              </a:rPr>
              <a:t>ReturnUrl</a:t>
            </a:r>
            <a:r>
              <a:rPr lang="en-US" sz="1400" dirty="0" smtClean="0">
                <a:solidFill>
                  <a:schemeClr val="accent4"/>
                </a:solidFill>
              </a:rPr>
              <a:t>%3d%252fDefault.aspx%26</a:t>
            </a:r>
            <a:r>
              <a:rPr lang="en-US" sz="1400" dirty="0" smtClean="0">
                <a:solidFill>
                  <a:schemeClr val="accent5"/>
                </a:solidFill>
              </a:rPr>
              <a:t>token</a:t>
            </a:r>
            <a:r>
              <a:rPr lang="en-US" sz="1400" dirty="0" smtClean="0">
                <a:solidFill>
                  <a:schemeClr val="accent4"/>
                </a:solidFill>
              </a:rPr>
              <a:t>%3dAbu8voGNbjk2%252fH%252bWGN4vgbrzsETS0aCY%252bCSc%252frV%252bo6kKaHR0cDovL2p0aGVsaW4ucGlwLnZlcmlzaWdubGFicy5jb20vDQpodHRwOi8vanRoZWxpbi5waXAudmVyaXNpZ25sYWJzLmNvbS8NCg0KaHR0cDovL3BpcC52ZXJpc2lnbmxhYnMuY29tL3NlcnZlcg0KMi4wDQo%253d</a:t>
            </a:r>
          </a:p>
          <a:p>
            <a:pPr>
              <a:lnSpc>
                <a:spcPct val="110000"/>
              </a:lnSpc>
              <a:spcBef>
                <a:spcPts val="0"/>
              </a:spcBef>
            </a:pPr>
            <a:r>
              <a:rPr lang="en-US" sz="1600" dirty="0" smtClean="0"/>
              <a:t>HTTP/1.1</a:t>
            </a:r>
          </a:p>
          <a:p>
            <a:pPr>
              <a:lnSpc>
                <a:spcPct val="110000"/>
              </a:lnSpc>
              <a:spcBef>
                <a:spcPts val="0"/>
              </a:spcBef>
            </a:pPr>
            <a:endParaRPr lang="en-US" sz="1600" dirty="0"/>
          </a:p>
        </p:txBody>
      </p:sp>
      <p:sp>
        <p:nvSpPr>
          <p:cNvPr id="4" name="TextBox 3"/>
          <p:cNvSpPr txBox="1"/>
          <p:nvPr/>
        </p:nvSpPr>
        <p:spPr>
          <a:xfrm>
            <a:off x="1196878" y="1420813"/>
            <a:ext cx="6750245" cy="461665"/>
          </a:xfrm>
          <a:prstGeom prst="rect">
            <a:avLst/>
          </a:prstGeom>
          <a:noFill/>
        </p:spPr>
        <p:txBody>
          <a:bodyPr wrap="none" rtlCol="0">
            <a:spAutoFit/>
          </a:bodyPr>
          <a:lstStyle/>
          <a:p>
            <a:pPr algn="ctr" defTabSz="914363" rtl="0"/>
            <a:r>
              <a:rPr lang="en-US" sz="2400" kern="1200" dirty="0">
                <a:solidFill>
                  <a:srgbClr val="FF9929"/>
                </a:solidFill>
                <a:latin typeface="Calibri"/>
                <a:ea typeface="+mn-ea"/>
                <a:cs typeface="+mn-cs"/>
              </a:rPr>
              <a:t>Don’t panic! The SDK libraries handle all this for you!</a:t>
            </a:r>
          </a:p>
        </p:txBody>
      </p:sp>
    </p:spTree>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r>
              <a:rPr lang="en-US" sz="7200" dirty="0" smtClean="0">
                <a:latin typeface="+mj-lt"/>
              </a:rPr>
              <a:t>Integrating with Live Identity Services</a:t>
            </a:r>
          </a:p>
          <a:p>
            <a:endParaRPr lang="en-US" sz="7200" dirty="0">
              <a:latin typeface="+mj-lt"/>
            </a:endParaRPr>
          </a:p>
        </p:txBody>
      </p:sp>
    </p:spTree>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7350" y="152400"/>
            <a:ext cx="8369300" cy="997196"/>
          </a:xfrm>
        </p:spPr>
        <p:txBody>
          <a:bodyPr/>
          <a:lstStyle/>
          <a:p>
            <a:r>
              <a:rPr lang="en-US" dirty="0" smtClean="0"/>
              <a:t>Live Identity Services </a:t>
            </a:r>
            <a:br>
              <a:rPr lang="en-US" dirty="0" smtClean="0"/>
            </a:br>
            <a:r>
              <a:rPr lang="en-US" sz="3200" dirty="0" smtClean="0">
                <a:solidFill>
                  <a:schemeClr val="accent3"/>
                </a:solidFill>
              </a:rPr>
              <a:t>Integration SDKs</a:t>
            </a:r>
            <a:endParaRPr lang="en-US" dirty="0">
              <a:solidFill>
                <a:schemeClr val="accent3"/>
              </a:solidFill>
            </a:endParaRPr>
          </a:p>
        </p:txBody>
      </p:sp>
      <p:grpSp>
        <p:nvGrpSpPr>
          <p:cNvPr id="5" name="Group 4"/>
          <p:cNvGrpSpPr/>
          <p:nvPr/>
        </p:nvGrpSpPr>
        <p:grpSpPr>
          <a:xfrm>
            <a:off x="2682635" y="1420813"/>
            <a:ext cx="3452454" cy="1133548"/>
            <a:chOff x="2301635" y="1428"/>
            <a:chExt cx="3452454" cy="1133548"/>
          </a:xfrm>
          <a:solidFill>
            <a:schemeClr val="tx1"/>
          </a:solidFill>
          <a:scene3d>
            <a:camera prst="orthographicFront"/>
            <a:lightRig rig="chilly" dir="t"/>
          </a:scene3d>
        </p:grpSpPr>
        <p:sp>
          <p:nvSpPr>
            <p:cNvPr id="27" name="Right Arrow 26"/>
            <p:cNvSpPr/>
            <p:nvPr/>
          </p:nvSpPr>
          <p:spPr>
            <a:xfrm>
              <a:off x="2301635" y="1428"/>
              <a:ext cx="3452454" cy="1133548"/>
            </a:xfrm>
            <a:prstGeom prst="rightArrow">
              <a:avLst>
                <a:gd name="adj1" fmla="val 75000"/>
                <a:gd name="adj2" fmla="val 50000"/>
              </a:avLst>
            </a:prstGeom>
            <a:grpFill/>
            <a:sp3d z="-12700" extrusionH="1700" prstMaterial="dkEdge">
              <a:bevelT w="25400" h="6350" prst="softRound"/>
              <a:bevelB w="0" h="0" prst="convex"/>
            </a:sp3d>
          </p:spPr>
          <p:style>
            <a:lnRef idx="1">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0">
              <a:schemeClr val="accent4">
                <a:tint val="40000"/>
                <a:alpha val="90000"/>
                <a:hueOff val="0"/>
                <a:satOff val="0"/>
                <a:lumOff val="0"/>
                <a:alphaOff val="0"/>
              </a:schemeClr>
            </a:effectRef>
            <a:fontRef idx="minor">
              <a:schemeClr val="dk1">
                <a:hueOff val="0"/>
                <a:satOff val="0"/>
                <a:lumOff val="0"/>
                <a:alphaOff val="0"/>
              </a:schemeClr>
            </a:fontRef>
          </p:style>
        </p:sp>
        <p:sp>
          <p:nvSpPr>
            <p:cNvPr id="28" name="Right Arrow 4"/>
            <p:cNvSpPr/>
            <p:nvPr/>
          </p:nvSpPr>
          <p:spPr>
            <a:xfrm>
              <a:off x="2301635" y="143121"/>
              <a:ext cx="3027373" cy="850162"/>
            </a:xfrm>
            <a:prstGeom prst="rect">
              <a:avLst/>
            </a:prstGeom>
            <a:grpFill/>
            <a:sp3d z="-12700"/>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8890" tIns="8890" rIns="8890" bIns="8890" numCol="1" spcCol="1270" anchor="t" anchorCtr="0">
              <a:noAutofit/>
            </a:bodyPr>
            <a:lstStyle/>
            <a:p>
              <a:pPr marL="114300" lvl="1" indent="-114300" algn="l" defTabSz="622300">
                <a:lnSpc>
                  <a:spcPct val="90000"/>
                </a:lnSpc>
                <a:spcBef>
                  <a:spcPct val="0"/>
                </a:spcBef>
                <a:spcAft>
                  <a:spcPct val="15000"/>
                </a:spcAft>
                <a:buChar char="••"/>
              </a:pPr>
              <a:r>
                <a:rPr lang="en-US" sz="1600" kern="1200" dirty="0" smtClean="0"/>
                <a:t>Web site integration</a:t>
              </a:r>
              <a:endParaRPr lang="en-US" sz="1600" kern="1200" dirty="0"/>
            </a:p>
            <a:p>
              <a:pPr marL="114300" lvl="1" indent="-114300" algn="l" defTabSz="577850" rtl="0">
                <a:lnSpc>
                  <a:spcPct val="90000"/>
                </a:lnSpc>
                <a:spcBef>
                  <a:spcPct val="0"/>
                </a:spcBef>
                <a:spcAft>
                  <a:spcPct val="15000"/>
                </a:spcAft>
                <a:buChar char="••"/>
              </a:pPr>
              <a:r>
                <a:rPr lang="en-US" sz="1400" kern="1200" dirty="0" smtClean="0"/>
                <a:t>Co-branded user experience</a:t>
              </a:r>
            </a:p>
            <a:p>
              <a:pPr marL="114300" lvl="1" indent="-114300" algn="l" defTabSz="577850" rtl="0">
                <a:lnSpc>
                  <a:spcPct val="90000"/>
                </a:lnSpc>
                <a:spcBef>
                  <a:spcPct val="0"/>
                </a:spcBef>
                <a:spcAft>
                  <a:spcPct val="15000"/>
                </a:spcAft>
                <a:buChar char="••"/>
              </a:pPr>
              <a:r>
                <a:rPr lang="en-US" sz="1200" kern="1200" dirty="0" smtClean="0"/>
                <a:t>Open source samples in 7 languages – </a:t>
              </a:r>
              <a:r>
                <a:rPr lang="en-US" sz="1200" kern="1200" dirty="0" smtClean="0">
                  <a:solidFill>
                    <a:schemeClr val="accent1"/>
                  </a:solidFill>
                </a:rPr>
                <a:t>C#, </a:t>
              </a:r>
              <a:r>
                <a:rPr lang="en-US" sz="1200" b="1" kern="1200" dirty="0" smtClean="0">
                  <a:solidFill>
                    <a:schemeClr val="accent1"/>
                  </a:solidFill>
                </a:rPr>
                <a:t>VB</a:t>
              </a:r>
              <a:r>
                <a:rPr lang="en-US" sz="1200" kern="1200" dirty="0" smtClean="0">
                  <a:solidFill>
                    <a:schemeClr val="accent1"/>
                  </a:solidFill>
                </a:rPr>
                <a:t>, Java, Perl, PHP, Ruby, Python</a:t>
              </a:r>
              <a:endParaRPr lang="en-US" sz="1200" kern="1200" dirty="0">
                <a:solidFill>
                  <a:schemeClr val="accent1"/>
                </a:solidFill>
              </a:endParaRPr>
            </a:p>
          </p:txBody>
        </p:sp>
      </p:grpSp>
      <p:grpSp>
        <p:nvGrpSpPr>
          <p:cNvPr id="6" name="Group 5"/>
          <p:cNvGrpSpPr/>
          <p:nvPr/>
        </p:nvGrpSpPr>
        <p:grpSpPr>
          <a:xfrm>
            <a:off x="381000" y="1420813"/>
            <a:ext cx="2301636" cy="1133548"/>
            <a:chOff x="0" y="1428"/>
            <a:chExt cx="2301636" cy="1133548"/>
          </a:xfrm>
          <a:scene3d>
            <a:camera prst="orthographicFront"/>
            <a:lightRig rig="chilly" dir="t"/>
          </a:scene3d>
        </p:grpSpPr>
        <p:sp>
          <p:nvSpPr>
            <p:cNvPr id="25" name="Rounded Rectangle 24"/>
            <p:cNvSpPr/>
            <p:nvPr/>
          </p:nvSpPr>
          <p:spPr>
            <a:xfrm>
              <a:off x="0" y="1428"/>
              <a:ext cx="2301636" cy="1133548"/>
            </a:xfrm>
            <a:prstGeom prst="roundRect">
              <a:avLst/>
            </a:prstGeom>
            <a:sp3d prstMaterial="translucentPowder">
              <a:bevelT w="127000" h="25400" prst="softRound"/>
            </a:sp3d>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sp>
        <p:sp>
          <p:nvSpPr>
            <p:cNvPr id="26" name="Rounded Rectangle 6"/>
            <p:cNvSpPr/>
            <p:nvPr/>
          </p:nvSpPr>
          <p:spPr>
            <a:xfrm>
              <a:off x="55335" y="56763"/>
              <a:ext cx="2190966" cy="1022878"/>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83820" tIns="41910" rIns="83820" bIns="41910" numCol="1" spcCol="1270" anchor="ctr" anchorCtr="0">
              <a:noAutofit/>
            </a:bodyPr>
            <a:lstStyle/>
            <a:p>
              <a:pPr lvl="0" algn="ctr" defTabSz="977900">
                <a:lnSpc>
                  <a:spcPct val="90000"/>
                </a:lnSpc>
                <a:spcBef>
                  <a:spcPct val="0"/>
                </a:spcBef>
                <a:spcAft>
                  <a:spcPct val="35000"/>
                </a:spcAft>
              </a:pPr>
              <a:r>
                <a:rPr lang="en-US" sz="2200" kern="1200" dirty="0" smtClean="0"/>
                <a:t>Web Application (Authentication)</a:t>
              </a:r>
              <a:endParaRPr lang="en-US" sz="2200" kern="1200" dirty="0"/>
            </a:p>
          </p:txBody>
        </p:sp>
      </p:grpSp>
      <p:grpSp>
        <p:nvGrpSpPr>
          <p:cNvPr id="7" name="Group 6"/>
          <p:cNvGrpSpPr/>
          <p:nvPr/>
        </p:nvGrpSpPr>
        <p:grpSpPr>
          <a:xfrm>
            <a:off x="2682635" y="2667717"/>
            <a:ext cx="3452454" cy="1133548"/>
            <a:chOff x="2301635" y="1248332"/>
            <a:chExt cx="3452454" cy="1133548"/>
          </a:xfrm>
          <a:solidFill>
            <a:schemeClr val="tx1"/>
          </a:solidFill>
          <a:scene3d>
            <a:camera prst="orthographicFront"/>
            <a:lightRig rig="chilly" dir="t"/>
          </a:scene3d>
        </p:grpSpPr>
        <p:sp>
          <p:nvSpPr>
            <p:cNvPr id="23" name="Right Arrow 22"/>
            <p:cNvSpPr/>
            <p:nvPr/>
          </p:nvSpPr>
          <p:spPr>
            <a:xfrm>
              <a:off x="2301635" y="1248332"/>
              <a:ext cx="3452454" cy="1133548"/>
            </a:xfrm>
            <a:prstGeom prst="rightArrow">
              <a:avLst>
                <a:gd name="adj1" fmla="val 75000"/>
                <a:gd name="adj2" fmla="val 50000"/>
              </a:avLst>
            </a:prstGeom>
            <a:grpFill/>
            <a:sp3d z="-12700" extrusionH="1700" prstMaterial="dkEdge">
              <a:bevelT w="25400" h="6350" prst="softRound"/>
              <a:bevelB w="0" h="0" prst="convex"/>
            </a:sp3d>
          </p:spPr>
          <p:style>
            <a:lnRef idx="1">
              <a:schemeClr val="accent4">
                <a:tint val="40000"/>
                <a:alpha val="90000"/>
                <a:hueOff val="-3112775"/>
                <a:satOff val="-20233"/>
                <a:lumOff val="-2055"/>
                <a:alphaOff val="0"/>
              </a:schemeClr>
            </a:lnRef>
            <a:fillRef idx="1">
              <a:schemeClr val="accent4">
                <a:tint val="40000"/>
                <a:alpha val="90000"/>
                <a:hueOff val="-3112775"/>
                <a:satOff val="-20233"/>
                <a:lumOff val="-2055"/>
                <a:alphaOff val="0"/>
              </a:schemeClr>
            </a:fillRef>
            <a:effectRef idx="0">
              <a:schemeClr val="accent4">
                <a:tint val="40000"/>
                <a:alpha val="90000"/>
                <a:hueOff val="-3112775"/>
                <a:satOff val="-20233"/>
                <a:lumOff val="-2055"/>
                <a:alphaOff val="0"/>
              </a:schemeClr>
            </a:effectRef>
            <a:fontRef idx="minor">
              <a:schemeClr val="dk1">
                <a:hueOff val="0"/>
                <a:satOff val="0"/>
                <a:lumOff val="0"/>
                <a:alphaOff val="0"/>
              </a:schemeClr>
            </a:fontRef>
          </p:style>
        </p:sp>
        <p:sp>
          <p:nvSpPr>
            <p:cNvPr id="24" name="Right Arrow 8"/>
            <p:cNvSpPr/>
            <p:nvPr/>
          </p:nvSpPr>
          <p:spPr>
            <a:xfrm>
              <a:off x="2301635" y="1390025"/>
              <a:ext cx="3027373" cy="850162"/>
            </a:xfrm>
            <a:prstGeom prst="rect">
              <a:avLst/>
            </a:prstGeom>
            <a:grpFill/>
            <a:sp3d z="-12700"/>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8890" tIns="8890" rIns="8890" bIns="8890" numCol="1" spcCol="1270" anchor="t" anchorCtr="0">
              <a:noAutofit/>
            </a:bodyPr>
            <a:lstStyle/>
            <a:p>
              <a:pPr marL="114300" lvl="1" indent="-114300" algn="l" defTabSz="622300" rtl="0">
                <a:lnSpc>
                  <a:spcPct val="90000"/>
                </a:lnSpc>
                <a:spcBef>
                  <a:spcPct val="0"/>
                </a:spcBef>
                <a:spcAft>
                  <a:spcPct val="15000"/>
                </a:spcAft>
                <a:buChar char="••"/>
              </a:pPr>
              <a:r>
                <a:rPr lang="en-US" sz="1600" kern="1200" dirty="0" smtClean="0"/>
                <a:t>App provider accessing user data stored in Live Services</a:t>
              </a:r>
              <a:endParaRPr lang="en-US" sz="1600" kern="1200" dirty="0"/>
            </a:p>
            <a:p>
              <a:pPr marL="114300" lvl="1" indent="-114300" algn="l" defTabSz="533400" rtl="0">
                <a:lnSpc>
                  <a:spcPct val="90000"/>
                </a:lnSpc>
                <a:spcBef>
                  <a:spcPct val="0"/>
                </a:spcBef>
                <a:spcAft>
                  <a:spcPct val="15000"/>
                </a:spcAft>
                <a:buChar char="••"/>
              </a:pPr>
              <a:r>
                <a:rPr lang="en-US" sz="1200" kern="1200" dirty="0" smtClean="0"/>
                <a:t>Open source samples in 7 languages –  </a:t>
              </a:r>
              <a:r>
                <a:rPr lang="en-US" sz="1200" kern="1200" dirty="0" smtClean="0">
                  <a:solidFill>
                    <a:schemeClr val="accent1"/>
                  </a:solidFill>
                </a:rPr>
                <a:t>C#,  </a:t>
              </a:r>
              <a:r>
                <a:rPr lang="en-US" sz="1200" b="1" kern="1200" dirty="0" smtClean="0">
                  <a:solidFill>
                    <a:schemeClr val="accent1"/>
                  </a:solidFill>
                </a:rPr>
                <a:t>VB</a:t>
              </a:r>
              <a:r>
                <a:rPr lang="en-US" sz="1200" kern="1200" dirty="0" smtClean="0">
                  <a:solidFill>
                    <a:schemeClr val="accent1"/>
                  </a:solidFill>
                </a:rPr>
                <a:t>, Java, Perl, PHP, Ruby, Python</a:t>
              </a:r>
              <a:endParaRPr lang="en-US" sz="1200" kern="1200" dirty="0">
                <a:solidFill>
                  <a:schemeClr val="accent1"/>
                </a:solidFill>
              </a:endParaRPr>
            </a:p>
          </p:txBody>
        </p:sp>
      </p:grpSp>
      <p:grpSp>
        <p:nvGrpSpPr>
          <p:cNvPr id="8" name="Group 7"/>
          <p:cNvGrpSpPr/>
          <p:nvPr/>
        </p:nvGrpSpPr>
        <p:grpSpPr>
          <a:xfrm>
            <a:off x="381000" y="2667717"/>
            <a:ext cx="2301636" cy="1133548"/>
            <a:chOff x="0" y="1248332"/>
            <a:chExt cx="2301636" cy="1133548"/>
          </a:xfrm>
          <a:scene3d>
            <a:camera prst="orthographicFront"/>
            <a:lightRig rig="chilly" dir="t"/>
          </a:scene3d>
        </p:grpSpPr>
        <p:sp>
          <p:nvSpPr>
            <p:cNvPr id="21" name="Rounded Rectangle 20"/>
            <p:cNvSpPr/>
            <p:nvPr/>
          </p:nvSpPr>
          <p:spPr>
            <a:xfrm>
              <a:off x="0" y="1248332"/>
              <a:ext cx="2301636" cy="1133548"/>
            </a:xfrm>
            <a:prstGeom prst="roundRect">
              <a:avLst/>
            </a:prstGeom>
            <a:sp3d prstMaterial="translucentPowder">
              <a:bevelT w="127000" h="25400" prst="softRound"/>
            </a:sp3d>
          </p:spPr>
          <p:style>
            <a:lnRef idx="0">
              <a:schemeClr val="lt1">
                <a:hueOff val="0"/>
                <a:satOff val="0"/>
                <a:lumOff val="0"/>
                <a:alphaOff val="0"/>
              </a:schemeClr>
            </a:lnRef>
            <a:fillRef idx="1">
              <a:schemeClr val="accent4">
                <a:hueOff val="-2949465"/>
                <a:satOff val="-13213"/>
                <a:lumOff val="-7843"/>
                <a:alphaOff val="0"/>
              </a:schemeClr>
            </a:fillRef>
            <a:effectRef idx="0">
              <a:schemeClr val="accent4">
                <a:hueOff val="-2949465"/>
                <a:satOff val="-13213"/>
                <a:lumOff val="-7843"/>
                <a:alphaOff val="0"/>
              </a:schemeClr>
            </a:effectRef>
            <a:fontRef idx="minor">
              <a:schemeClr val="lt1"/>
            </a:fontRef>
          </p:style>
        </p:sp>
        <p:sp>
          <p:nvSpPr>
            <p:cNvPr id="22" name="Rounded Rectangle 10"/>
            <p:cNvSpPr/>
            <p:nvPr/>
          </p:nvSpPr>
          <p:spPr>
            <a:xfrm>
              <a:off x="55335" y="1303667"/>
              <a:ext cx="2190966" cy="1022878"/>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83820" tIns="41910" rIns="83820" bIns="41910" numCol="1" spcCol="1270" anchor="ctr" anchorCtr="0">
              <a:noAutofit/>
            </a:bodyPr>
            <a:lstStyle/>
            <a:p>
              <a:pPr lvl="0" algn="ctr" defTabSz="977900">
                <a:lnSpc>
                  <a:spcPct val="90000"/>
                </a:lnSpc>
                <a:spcBef>
                  <a:spcPct val="0"/>
                </a:spcBef>
                <a:spcAft>
                  <a:spcPct val="35000"/>
                </a:spcAft>
              </a:pPr>
              <a:r>
                <a:rPr lang="en-US" sz="2200" kern="1200" dirty="0" smtClean="0"/>
                <a:t>Web Application (Delegation)</a:t>
              </a:r>
              <a:endParaRPr lang="en-US" sz="2200" kern="1200" dirty="0"/>
            </a:p>
          </p:txBody>
        </p:sp>
      </p:grpSp>
      <p:grpSp>
        <p:nvGrpSpPr>
          <p:cNvPr id="9" name="Group 8"/>
          <p:cNvGrpSpPr/>
          <p:nvPr/>
        </p:nvGrpSpPr>
        <p:grpSpPr>
          <a:xfrm>
            <a:off x="2682635" y="3914620"/>
            <a:ext cx="3452454" cy="1133548"/>
            <a:chOff x="2301635" y="2495235"/>
            <a:chExt cx="3452454" cy="1133548"/>
          </a:xfrm>
          <a:solidFill>
            <a:schemeClr val="tx1"/>
          </a:solidFill>
          <a:scene3d>
            <a:camera prst="orthographicFront"/>
            <a:lightRig rig="chilly" dir="t"/>
          </a:scene3d>
        </p:grpSpPr>
        <p:sp>
          <p:nvSpPr>
            <p:cNvPr id="19" name="Right Arrow 18"/>
            <p:cNvSpPr/>
            <p:nvPr/>
          </p:nvSpPr>
          <p:spPr>
            <a:xfrm>
              <a:off x="2301635" y="2495235"/>
              <a:ext cx="3452454" cy="1133548"/>
            </a:xfrm>
            <a:prstGeom prst="rightArrow">
              <a:avLst>
                <a:gd name="adj1" fmla="val 75000"/>
                <a:gd name="adj2" fmla="val 50000"/>
              </a:avLst>
            </a:prstGeom>
            <a:grpFill/>
            <a:sp3d z="-12700" extrusionH="1700" prstMaterial="dkEdge">
              <a:bevelT w="25400" h="6350" prst="softRound"/>
              <a:bevelB w="0" h="0" prst="convex"/>
            </a:sp3d>
          </p:spPr>
          <p:style>
            <a:lnRef idx="1">
              <a:schemeClr val="accent4">
                <a:tint val="40000"/>
                <a:alpha val="90000"/>
                <a:hueOff val="-6225549"/>
                <a:satOff val="-40465"/>
                <a:lumOff val="-4111"/>
                <a:alphaOff val="0"/>
              </a:schemeClr>
            </a:lnRef>
            <a:fillRef idx="1">
              <a:schemeClr val="accent4">
                <a:tint val="40000"/>
                <a:alpha val="90000"/>
                <a:hueOff val="-6225549"/>
                <a:satOff val="-40465"/>
                <a:lumOff val="-4111"/>
                <a:alphaOff val="0"/>
              </a:schemeClr>
            </a:fillRef>
            <a:effectRef idx="0">
              <a:schemeClr val="accent4">
                <a:tint val="40000"/>
                <a:alpha val="90000"/>
                <a:hueOff val="-6225549"/>
                <a:satOff val="-40465"/>
                <a:lumOff val="-4111"/>
                <a:alphaOff val="0"/>
              </a:schemeClr>
            </a:effectRef>
            <a:fontRef idx="minor">
              <a:schemeClr val="dk1">
                <a:hueOff val="0"/>
                <a:satOff val="0"/>
                <a:lumOff val="0"/>
                <a:alphaOff val="0"/>
              </a:schemeClr>
            </a:fontRef>
          </p:style>
        </p:sp>
        <p:sp>
          <p:nvSpPr>
            <p:cNvPr id="20" name="Right Arrow 12"/>
            <p:cNvSpPr/>
            <p:nvPr/>
          </p:nvSpPr>
          <p:spPr>
            <a:xfrm>
              <a:off x="2301635" y="2636928"/>
              <a:ext cx="3027373" cy="850162"/>
            </a:xfrm>
            <a:prstGeom prst="rect">
              <a:avLst/>
            </a:prstGeom>
            <a:grpFill/>
            <a:sp3d z="-12700"/>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8255" tIns="8255" rIns="8255" bIns="8255" numCol="1" spcCol="1270" anchor="t" anchorCtr="0">
              <a:noAutofit/>
            </a:bodyPr>
            <a:lstStyle/>
            <a:p>
              <a:pPr marL="114300" lvl="1" indent="-114300" algn="l" defTabSz="577850" rtl="0">
                <a:lnSpc>
                  <a:spcPct val="90000"/>
                </a:lnSpc>
                <a:spcBef>
                  <a:spcPct val="0"/>
                </a:spcBef>
                <a:spcAft>
                  <a:spcPct val="15000"/>
                </a:spcAft>
                <a:buChar char="••"/>
              </a:pPr>
              <a:r>
                <a:rPr lang="en-US" sz="1600" kern="1200" dirty="0" smtClean="0"/>
                <a:t>ASP.NET controls </a:t>
              </a:r>
              <a:br>
                <a:rPr lang="en-US" sz="1600" kern="1200" dirty="0" smtClean="0"/>
              </a:br>
              <a:r>
                <a:rPr lang="en-US" sz="1600" kern="1200" dirty="0" smtClean="0">
                  <a:sym typeface="Wingdings" pitchFamily="2" charset="2"/>
                </a:rPr>
                <a:t></a:t>
              </a:r>
              <a:r>
                <a:rPr lang="en-US" sz="1600" kern="1200" dirty="0" smtClean="0"/>
                <a:t> </a:t>
              </a:r>
              <a:r>
                <a:rPr lang="en-US" sz="1600" b="1" kern="1200" dirty="0" smtClean="0">
                  <a:solidFill>
                    <a:schemeClr val="accent1"/>
                  </a:solidFill>
                </a:rPr>
                <a:t>simplified integration</a:t>
              </a:r>
            </a:p>
            <a:p>
              <a:pPr marL="114300" lvl="1" indent="-114300" algn="l" defTabSz="577850" rtl="0">
                <a:lnSpc>
                  <a:spcPct val="90000"/>
                </a:lnSpc>
                <a:spcBef>
                  <a:spcPct val="0"/>
                </a:spcBef>
                <a:spcAft>
                  <a:spcPct val="15000"/>
                </a:spcAft>
                <a:buChar char="••"/>
              </a:pPr>
              <a:r>
                <a:rPr lang="en-US" sz="1300" kern="1200" dirty="0" smtClean="0"/>
                <a:t>Controls provided: </a:t>
              </a:r>
              <a:r>
                <a:rPr lang="en-US" sz="1300" kern="1200" dirty="0" err="1" smtClean="0"/>
                <a:t>IDLogin</a:t>
              </a:r>
              <a:r>
                <a:rPr lang="en-US" sz="1300" kern="1200" dirty="0" smtClean="0"/>
                <a:t>, </a:t>
              </a:r>
              <a:r>
                <a:rPr lang="en-US" sz="1300" kern="1200" dirty="0" err="1" smtClean="0"/>
                <a:t>IDLoginView</a:t>
              </a:r>
              <a:r>
                <a:rPr lang="en-US" sz="1300" kern="1200" dirty="0" smtClean="0"/>
                <a:t>, Contacts, </a:t>
              </a:r>
              <a:r>
                <a:rPr lang="en-US" sz="1300" kern="1200" dirty="0" err="1" smtClean="0"/>
                <a:t>SilverlightStreaming</a:t>
              </a:r>
              <a:r>
                <a:rPr lang="en-US" sz="1300" kern="1200" dirty="0" smtClean="0"/>
                <a:t> Media, Virtual Earth Maps</a:t>
              </a:r>
            </a:p>
          </p:txBody>
        </p:sp>
      </p:grpSp>
      <p:grpSp>
        <p:nvGrpSpPr>
          <p:cNvPr id="10" name="Group 9"/>
          <p:cNvGrpSpPr/>
          <p:nvPr/>
        </p:nvGrpSpPr>
        <p:grpSpPr>
          <a:xfrm>
            <a:off x="381000" y="3914620"/>
            <a:ext cx="2301636" cy="1133548"/>
            <a:chOff x="0" y="2495235"/>
            <a:chExt cx="2301636" cy="1133548"/>
          </a:xfrm>
          <a:scene3d>
            <a:camera prst="orthographicFront"/>
            <a:lightRig rig="chilly" dir="t"/>
          </a:scene3d>
        </p:grpSpPr>
        <p:sp>
          <p:nvSpPr>
            <p:cNvPr id="17" name="Rounded Rectangle 16"/>
            <p:cNvSpPr/>
            <p:nvPr/>
          </p:nvSpPr>
          <p:spPr>
            <a:xfrm>
              <a:off x="0" y="2495235"/>
              <a:ext cx="2301636" cy="1133548"/>
            </a:xfrm>
            <a:prstGeom prst="roundRect">
              <a:avLst/>
            </a:prstGeom>
            <a:sp3d prstMaterial="translucentPowder">
              <a:bevelT w="127000" h="25400" prst="softRound"/>
            </a:sp3d>
          </p:spPr>
          <p:style>
            <a:lnRef idx="0">
              <a:schemeClr val="lt1">
                <a:hueOff val="0"/>
                <a:satOff val="0"/>
                <a:lumOff val="0"/>
                <a:alphaOff val="0"/>
              </a:schemeClr>
            </a:lnRef>
            <a:fillRef idx="1">
              <a:schemeClr val="accent4">
                <a:hueOff val="-5898929"/>
                <a:satOff val="-26425"/>
                <a:lumOff val="-15686"/>
                <a:alphaOff val="0"/>
              </a:schemeClr>
            </a:fillRef>
            <a:effectRef idx="0">
              <a:schemeClr val="accent4">
                <a:hueOff val="-5898929"/>
                <a:satOff val="-26425"/>
                <a:lumOff val="-15686"/>
                <a:alphaOff val="0"/>
              </a:schemeClr>
            </a:effectRef>
            <a:fontRef idx="minor">
              <a:schemeClr val="lt1"/>
            </a:fontRef>
          </p:style>
        </p:sp>
        <p:sp>
          <p:nvSpPr>
            <p:cNvPr id="18" name="Rounded Rectangle 14"/>
            <p:cNvSpPr/>
            <p:nvPr/>
          </p:nvSpPr>
          <p:spPr>
            <a:xfrm>
              <a:off x="55335" y="2550570"/>
              <a:ext cx="2190966" cy="1022878"/>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83820" tIns="41910" rIns="83820" bIns="41910" numCol="1" spcCol="1270" anchor="ctr" anchorCtr="0">
              <a:noAutofit/>
            </a:bodyPr>
            <a:lstStyle/>
            <a:p>
              <a:pPr lvl="0" algn="ctr" defTabSz="977900">
                <a:lnSpc>
                  <a:spcPct val="90000"/>
                </a:lnSpc>
                <a:spcBef>
                  <a:spcPct val="0"/>
                </a:spcBef>
                <a:spcAft>
                  <a:spcPct val="35000"/>
                </a:spcAft>
              </a:pPr>
              <a:r>
                <a:rPr lang="en-US" sz="2200" kern="1200" dirty="0" smtClean="0"/>
                <a:t>ASP.NET</a:t>
              </a:r>
              <a:endParaRPr lang="en-US" sz="2200" kern="1200" dirty="0"/>
            </a:p>
          </p:txBody>
        </p:sp>
      </p:grpSp>
      <p:grpSp>
        <p:nvGrpSpPr>
          <p:cNvPr id="11" name="Group 10"/>
          <p:cNvGrpSpPr/>
          <p:nvPr/>
        </p:nvGrpSpPr>
        <p:grpSpPr>
          <a:xfrm>
            <a:off x="2682635" y="5161524"/>
            <a:ext cx="3452454" cy="1133548"/>
            <a:chOff x="2301635" y="3742139"/>
            <a:chExt cx="3452454" cy="1133548"/>
          </a:xfrm>
          <a:solidFill>
            <a:schemeClr val="tx1"/>
          </a:solidFill>
          <a:scene3d>
            <a:camera prst="orthographicFront"/>
            <a:lightRig rig="chilly" dir="t"/>
          </a:scene3d>
        </p:grpSpPr>
        <p:sp>
          <p:nvSpPr>
            <p:cNvPr id="15" name="Right Arrow 14"/>
            <p:cNvSpPr/>
            <p:nvPr/>
          </p:nvSpPr>
          <p:spPr>
            <a:xfrm>
              <a:off x="2301635" y="3742139"/>
              <a:ext cx="3452454" cy="1133548"/>
            </a:xfrm>
            <a:prstGeom prst="rightArrow">
              <a:avLst>
                <a:gd name="adj1" fmla="val 75000"/>
                <a:gd name="adj2" fmla="val 50000"/>
              </a:avLst>
            </a:prstGeom>
            <a:grpFill/>
            <a:sp3d z="-12700" extrusionH="1700" prstMaterial="dkEdge">
              <a:bevelT w="25400" h="6350" prst="softRound"/>
              <a:bevelB w="0" h="0" prst="convex"/>
            </a:sp3d>
          </p:spPr>
          <p:style>
            <a:lnRef idx="1">
              <a:schemeClr val="accent4">
                <a:tint val="40000"/>
                <a:alpha val="90000"/>
                <a:hueOff val="-9338324"/>
                <a:satOff val="-60698"/>
                <a:lumOff val="-6166"/>
                <a:alphaOff val="0"/>
              </a:schemeClr>
            </a:lnRef>
            <a:fillRef idx="1">
              <a:schemeClr val="accent4">
                <a:tint val="40000"/>
                <a:alpha val="90000"/>
                <a:hueOff val="-9338324"/>
                <a:satOff val="-60698"/>
                <a:lumOff val="-6166"/>
                <a:alphaOff val="0"/>
              </a:schemeClr>
            </a:fillRef>
            <a:effectRef idx="0">
              <a:schemeClr val="accent4">
                <a:tint val="40000"/>
                <a:alpha val="90000"/>
                <a:hueOff val="-9338324"/>
                <a:satOff val="-60698"/>
                <a:lumOff val="-6166"/>
                <a:alphaOff val="0"/>
              </a:schemeClr>
            </a:effectRef>
            <a:fontRef idx="minor">
              <a:schemeClr val="dk1">
                <a:hueOff val="0"/>
                <a:satOff val="0"/>
                <a:lumOff val="0"/>
                <a:alphaOff val="0"/>
              </a:schemeClr>
            </a:fontRef>
          </p:style>
        </p:sp>
        <p:sp>
          <p:nvSpPr>
            <p:cNvPr id="16" name="Right Arrow 16"/>
            <p:cNvSpPr/>
            <p:nvPr/>
          </p:nvSpPr>
          <p:spPr>
            <a:xfrm>
              <a:off x="2301635" y="3883832"/>
              <a:ext cx="3027373" cy="850162"/>
            </a:xfrm>
            <a:prstGeom prst="rect">
              <a:avLst/>
            </a:prstGeom>
            <a:grpFill/>
            <a:sp3d z="-12700"/>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8890" tIns="8890" rIns="8890" bIns="8890" numCol="1" spcCol="1270" anchor="t" anchorCtr="0">
              <a:noAutofit/>
            </a:bodyPr>
            <a:lstStyle/>
            <a:p>
              <a:pPr marL="114300" lvl="1" indent="-114300" algn="l" defTabSz="622300" rtl="0">
                <a:lnSpc>
                  <a:spcPct val="90000"/>
                </a:lnSpc>
                <a:spcBef>
                  <a:spcPct val="0"/>
                </a:spcBef>
                <a:spcAft>
                  <a:spcPct val="15000"/>
                </a:spcAft>
                <a:buChar char="••"/>
              </a:pPr>
              <a:r>
                <a:rPr lang="en-US" sz="1600" kern="1200" dirty="0" smtClean="0"/>
                <a:t>Rich client applications</a:t>
              </a:r>
              <a:endParaRPr lang="en-US" sz="1600" kern="1200" dirty="0"/>
            </a:p>
            <a:p>
              <a:pPr marL="114300" lvl="1" indent="-114300" algn="l" defTabSz="622300">
                <a:lnSpc>
                  <a:spcPct val="90000"/>
                </a:lnSpc>
                <a:spcBef>
                  <a:spcPct val="0"/>
                </a:spcBef>
                <a:spcAft>
                  <a:spcPct val="15000"/>
                </a:spcAft>
                <a:buChar char="••"/>
              </a:pPr>
              <a:r>
                <a:rPr lang="en-US" sz="1400" kern="1200" dirty="0" smtClean="0"/>
                <a:t>Windows Client OS</a:t>
              </a:r>
            </a:p>
          </p:txBody>
        </p:sp>
      </p:grpSp>
      <p:grpSp>
        <p:nvGrpSpPr>
          <p:cNvPr id="12" name="Group 11"/>
          <p:cNvGrpSpPr/>
          <p:nvPr/>
        </p:nvGrpSpPr>
        <p:grpSpPr>
          <a:xfrm>
            <a:off x="381000" y="5161524"/>
            <a:ext cx="2301636" cy="1133548"/>
            <a:chOff x="0" y="3742139"/>
            <a:chExt cx="2301636" cy="1133548"/>
          </a:xfrm>
          <a:scene3d>
            <a:camera prst="orthographicFront"/>
            <a:lightRig rig="chilly" dir="t"/>
          </a:scene3d>
        </p:grpSpPr>
        <p:sp>
          <p:nvSpPr>
            <p:cNvPr id="13" name="Rounded Rectangle 12"/>
            <p:cNvSpPr/>
            <p:nvPr/>
          </p:nvSpPr>
          <p:spPr>
            <a:xfrm>
              <a:off x="0" y="3742139"/>
              <a:ext cx="2301636" cy="1133548"/>
            </a:xfrm>
            <a:prstGeom prst="roundRect">
              <a:avLst/>
            </a:prstGeom>
            <a:sp3d prstMaterial="translucentPowder">
              <a:bevelT w="127000" h="25400" prst="softRound"/>
            </a:sp3d>
          </p:spPr>
          <p:style>
            <a:lnRef idx="0">
              <a:schemeClr val="lt1">
                <a:hueOff val="0"/>
                <a:satOff val="0"/>
                <a:lumOff val="0"/>
                <a:alphaOff val="0"/>
              </a:schemeClr>
            </a:lnRef>
            <a:fillRef idx="1">
              <a:schemeClr val="accent4">
                <a:hueOff val="-8848394"/>
                <a:satOff val="-39638"/>
                <a:lumOff val="-23529"/>
                <a:alphaOff val="0"/>
              </a:schemeClr>
            </a:fillRef>
            <a:effectRef idx="0">
              <a:schemeClr val="accent4">
                <a:hueOff val="-8848394"/>
                <a:satOff val="-39638"/>
                <a:lumOff val="-23529"/>
                <a:alphaOff val="0"/>
              </a:schemeClr>
            </a:effectRef>
            <a:fontRef idx="minor">
              <a:schemeClr val="lt1"/>
            </a:fontRef>
          </p:style>
        </p:sp>
        <p:sp>
          <p:nvSpPr>
            <p:cNvPr id="14" name="Rounded Rectangle 18"/>
            <p:cNvSpPr/>
            <p:nvPr/>
          </p:nvSpPr>
          <p:spPr>
            <a:xfrm>
              <a:off x="55335" y="3797474"/>
              <a:ext cx="2190966" cy="1022878"/>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83820" tIns="41910" rIns="83820" bIns="41910" numCol="1" spcCol="1270" anchor="ctr" anchorCtr="0">
              <a:noAutofit/>
            </a:bodyPr>
            <a:lstStyle/>
            <a:p>
              <a:pPr lvl="0" algn="ctr" defTabSz="977900">
                <a:lnSpc>
                  <a:spcPct val="90000"/>
                </a:lnSpc>
                <a:spcBef>
                  <a:spcPct val="0"/>
                </a:spcBef>
                <a:spcAft>
                  <a:spcPct val="35000"/>
                </a:spcAft>
              </a:pPr>
              <a:r>
                <a:rPr lang="en-US" sz="2200" kern="1200" dirty="0" smtClean="0"/>
                <a:t>Windows Rich Client Application</a:t>
              </a:r>
              <a:endParaRPr lang="en-US" sz="2200" kern="1200" dirty="0"/>
            </a:p>
          </p:txBody>
        </p:sp>
      </p:grpSp>
      <p:grpSp>
        <p:nvGrpSpPr>
          <p:cNvPr id="29" name="Group 28"/>
          <p:cNvGrpSpPr/>
          <p:nvPr/>
        </p:nvGrpSpPr>
        <p:grpSpPr>
          <a:xfrm>
            <a:off x="6514938" y="1382713"/>
            <a:ext cx="2248062" cy="1203670"/>
            <a:chOff x="2197" y="1622"/>
            <a:chExt cx="2248062" cy="1203670"/>
          </a:xfrm>
        </p:grpSpPr>
        <p:sp>
          <p:nvSpPr>
            <p:cNvPr id="39" name="Rounded Rectangle 38"/>
            <p:cNvSpPr/>
            <p:nvPr/>
          </p:nvSpPr>
          <p:spPr>
            <a:xfrm>
              <a:off x="2197" y="1622"/>
              <a:ext cx="2248062" cy="1203670"/>
            </a:xfrm>
            <a:prstGeom prst="roundRect">
              <a:avLst>
                <a:gd name="adj" fmla="val 10000"/>
              </a:avLst>
            </a:prstGeom>
          </p:spPr>
          <p:style>
            <a:lnRef idx="0">
              <a:schemeClr val="lt1">
                <a:hueOff val="0"/>
                <a:satOff val="0"/>
                <a:lumOff val="0"/>
                <a:alphaOff val="0"/>
              </a:schemeClr>
            </a:lnRef>
            <a:fillRef idx="3">
              <a:schemeClr val="accent2">
                <a:hueOff val="0"/>
                <a:satOff val="0"/>
                <a:lumOff val="0"/>
                <a:alphaOff val="0"/>
              </a:schemeClr>
            </a:fillRef>
            <a:effectRef idx="3">
              <a:schemeClr val="accent2">
                <a:hueOff val="0"/>
                <a:satOff val="0"/>
                <a:lumOff val="0"/>
                <a:alphaOff val="0"/>
              </a:schemeClr>
            </a:effectRef>
            <a:fontRef idx="minor">
              <a:schemeClr val="lt1"/>
            </a:fontRef>
          </p:style>
        </p:sp>
        <p:sp>
          <p:nvSpPr>
            <p:cNvPr id="40" name="Rounded Rectangle 4"/>
            <p:cNvSpPr/>
            <p:nvPr/>
          </p:nvSpPr>
          <p:spPr>
            <a:xfrm>
              <a:off x="37451" y="36876"/>
              <a:ext cx="2177554" cy="11331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dirty="0" smtClean="0"/>
                <a:t>Windows Live ID Web Authentication SDK</a:t>
              </a:r>
              <a:endParaRPr lang="en-US" sz="2000" kern="1200" dirty="0"/>
            </a:p>
          </p:txBody>
        </p:sp>
      </p:grpSp>
      <p:grpSp>
        <p:nvGrpSpPr>
          <p:cNvPr id="30" name="Group 29"/>
          <p:cNvGrpSpPr/>
          <p:nvPr/>
        </p:nvGrpSpPr>
        <p:grpSpPr>
          <a:xfrm>
            <a:off x="6513839" y="2617272"/>
            <a:ext cx="2248062" cy="1203670"/>
            <a:chOff x="1098" y="1236181"/>
            <a:chExt cx="2248062" cy="1203670"/>
          </a:xfrm>
        </p:grpSpPr>
        <p:sp>
          <p:nvSpPr>
            <p:cNvPr id="37" name="Rounded Rectangle 36"/>
            <p:cNvSpPr/>
            <p:nvPr/>
          </p:nvSpPr>
          <p:spPr>
            <a:xfrm>
              <a:off x="1098" y="1236181"/>
              <a:ext cx="2248062" cy="1203670"/>
            </a:xfrm>
            <a:prstGeom prst="roundRect">
              <a:avLst>
                <a:gd name="adj" fmla="val 10000"/>
              </a:avLst>
            </a:prstGeom>
          </p:spPr>
          <p:style>
            <a:lnRef idx="0">
              <a:schemeClr val="lt1">
                <a:hueOff val="0"/>
                <a:satOff val="0"/>
                <a:lumOff val="0"/>
                <a:alphaOff val="0"/>
              </a:schemeClr>
            </a:lnRef>
            <a:fillRef idx="3">
              <a:schemeClr val="accent2">
                <a:hueOff val="0"/>
                <a:satOff val="0"/>
                <a:lumOff val="0"/>
                <a:alphaOff val="0"/>
              </a:schemeClr>
            </a:fillRef>
            <a:effectRef idx="3">
              <a:schemeClr val="accent2">
                <a:hueOff val="0"/>
                <a:satOff val="0"/>
                <a:lumOff val="0"/>
                <a:alphaOff val="0"/>
              </a:schemeClr>
            </a:effectRef>
            <a:fontRef idx="minor">
              <a:schemeClr val="lt1"/>
            </a:fontRef>
          </p:style>
        </p:sp>
        <p:sp>
          <p:nvSpPr>
            <p:cNvPr id="38" name="Rounded Rectangle 6"/>
            <p:cNvSpPr/>
            <p:nvPr/>
          </p:nvSpPr>
          <p:spPr>
            <a:xfrm>
              <a:off x="36352" y="1271435"/>
              <a:ext cx="2177554" cy="11331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dirty="0" smtClean="0"/>
                <a:t>Windows Live ID Delegated Authentication SDK</a:t>
              </a:r>
              <a:endParaRPr lang="en-US" sz="2000" kern="1200" dirty="0"/>
            </a:p>
          </p:txBody>
        </p:sp>
      </p:grpSp>
      <p:grpSp>
        <p:nvGrpSpPr>
          <p:cNvPr id="31" name="Group 30"/>
          <p:cNvGrpSpPr/>
          <p:nvPr/>
        </p:nvGrpSpPr>
        <p:grpSpPr>
          <a:xfrm>
            <a:off x="6513839" y="3851831"/>
            <a:ext cx="2248062" cy="1203670"/>
            <a:chOff x="1098" y="2470740"/>
            <a:chExt cx="2248062" cy="1203670"/>
          </a:xfrm>
        </p:grpSpPr>
        <p:sp>
          <p:nvSpPr>
            <p:cNvPr id="35" name="Rounded Rectangle 34"/>
            <p:cNvSpPr/>
            <p:nvPr/>
          </p:nvSpPr>
          <p:spPr>
            <a:xfrm>
              <a:off x="1098" y="2470740"/>
              <a:ext cx="2248062" cy="1203670"/>
            </a:xfrm>
            <a:prstGeom prst="roundRect">
              <a:avLst>
                <a:gd name="adj" fmla="val 10000"/>
              </a:avLst>
            </a:prstGeom>
          </p:spPr>
          <p:style>
            <a:lnRef idx="0">
              <a:schemeClr val="lt1">
                <a:hueOff val="0"/>
                <a:satOff val="0"/>
                <a:lumOff val="0"/>
                <a:alphaOff val="0"/>
              </a:schemeClr>
            </a:lnRef>
            <a:fillRef idx="3">
              <a:schemeClr val="accent2">
                <a:hueOff val="0"/>
                <a:satOff val="0"/>
                <a:lumOff val="0"/>
                <a:alphaOff val="0"/>
              </a:schemeClr>
            </a:fillRef>
            <a:effectRef idx="3">
              <a:schemeClr val="accent2">
                <a:hueOff val="0"/>
                <a:satOff val="0"/>
                <a:lumOff val="0"/>
                <a:alphaOff val="0"/>
              </a:schemeClr>
            </a:effectRef>
            <a:fontRef idx="minor">
              <a:schemeClr val="lt1"/>
            </a:fontRef>
          </p:style>
        </p:sp>
        <p:sp>
          <p:nvSpPr>
            <p:cNvPr id="36" name="Rounded Rectangle 8"/>
            <p:cNvSpPr/>
            <p:nvPr/>
          </p:nvSpPr>
          <p:spPr>
            <a:xfrm>
              <a:off x="36352" y="2505994"/>
              <a:ext cx="2177554" cy="11331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dirty="0" smtClean="0"/>
                <a:t>Windows Live Tools</a:t>
              </a:r>
              <a:endParaRPr lang="en-US" sz="2000" kern="1200" dirty="0"/>
            </a:p>
          </p:txBody>
        </p:sp>
      </p:grpSp>
      <p:grpSp>
        <p:nvGrpSpPr>
          <p:cNvPr id="32" name="Group 31"/>
          <p:cNvGrpSpPr/>
          <p:nvPr/>
        </p:nvGrpSpPr>
        <p:grpSpPr>
          <a:xfrm>
            <a:off x="6513839" y="5086390"/>
            <a:ext cx="2248062" cy="1203670"/>
            <a:chOff x="1098" y="3705299"/>
            <a:chExt cx="2248062" cy="1203670"/>
          </a:xfrm>
        </p:grpSpPr>
        <p:sp>
          <p:nvSpPr>
            <p:cNvPr id="33" name="Rounded Rectangle 32"/>
            <p:cNvSpPr/>
            <p:nvPr/>
          </p:nvSpPr>
          <p:spPr>
            <a:xfrm>
              <a:off x="1098" y="3705299"/>
              <a:ext cx="2248062" cy="1203670"/>
            </a:xfrm>
            <a:prstGeom prst="roundRect">
              <a:avLst>
                <a:gd name="adj" fmla="val 10000"/>
              </a:avLst>
            </a:prstGeom>
          </p:spPr>
          <p:style>
            <a:lnRef idx="0">
              <a:schemeClr val="lt1">
                <a:hueOff val="0"/>
                <a:satOff val="0"/>
                <a:lumOff val="0"/>
                <a:alphaOff val="0"/>
              </a:schemeClr>
            </a:lnRef>
            <a:fillRef idx="3">
              <a:schemeClr val="accent2">
                <a:hueOff val="0"/>
                <a:satOff val="0"/>
                <a:lumOff val="0"/>
                <a:alphaOff val="0"/>
              </a:schemeClr>
            </a:fillRef>
            <a:effectRef idx="3">
              <a:schemeClr val="accent2">
                <a:hueOff val="0"/>
                <a:satOff val="0"/>
                <a:lumOff val="0"/>
                <a:alphaOff val="0"/>
              </a:schemeClr>
            </a:effectRef>
            <a:fontRef idx="minor">
              <a:schemeClr val="lt1"/>
            </a:fontRef>
          </p:style>
        </p:sp>
        <p:sp>
          <p:nvSpPr>
            <p:cNvPr id="34" name="Rounded Rectangle 10"/>
            <p:cNvSpPr/>
            <p:nvPr/>
          </p:nvSpPr>
          <p:spPr>
            <a:xfrm>
              <a:off x="36352" y="3740553"/>
              <a:ext cx="2177554" cy="11331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dirty="0" smtClean="0"/>
                <a:t>Windows Live ID Client SDK</a:t>
              </a:r>
              <a:endParaRPr lang="en-US" sz="2000" kern="1200" dirty="0"/>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left)">
                                      <p:cBhvr>
                                        <p:cTn id="24" dur="500"/>
                                        <p:tgtEl>
                                          <p:spTgt spid="7"/>
                                        </p:tgtEl>
                                      </p:cBhvr>
                                    </p:animEffect>
                                  </p:childTnLst>
                                </p:cTn>
                              </p:par>
                            </p:childTnLst>
                          </p:cTn>
                        </p:par>
                        <p:par>
                          <p:cTn id="25" fill="hold">
                            <p:stCondLst>
                              <p:cond delay="1000"/>
                            </p:stCondLst>
                            <p:childTnLst>
                              <p:par>
                                <p:cTn id="26" presetID="10" presetClass="entr" presetSubtype="0" fill="hold" nodeType="after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fade">
                                      <p:cBhvr>
                                        <p:cTn id="28" dur="500"/>
                                        <p:tgtEl>
                                          <p:spTgt spid="3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childTnLst>
                          </p:cTn>
                        </p:par>
                        <p:par>
                          <p:cTn id="34" fill="hold">
                            <p:stCondLst>
                              <p:cond delay="500"/>
                            </p:stCondLst>
                            <p:childTnLst>
                              <p:par>
                                <p:cTn id="35" presetID="22" presetClass="entr" presetSubtype="8" fill="hold" nodeType="after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cTn>
                              </p:par>
                            </p:childTnLst>
                          </p:cTn>
                        </p:par>
                        <p:par>
                          <p:cTn id="38" fill="hold">
                            <p:stCondLst>
                              <p:cond delay="1000"/>
                            </p:stCondLst>
                            <p:childTnLst>
                              <p:par>
                                <p:cTn id="39" presetID="10" presetClass="entr" presetSubtype="0" fill="hold" nodeType="after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500"/>
                                        <p:tgtEl>
                                          <p:spTgt spid="12"/>
                                        </p:tgtEl>
                                      </p:cBhvr>
                                    </p:animEffect>
                                  </p:childTnLst>
                                </p:cTn>
                              </p:par>
                            </p:childTnLst>
                          </p:cTn>
                        </p:par>
                        <p:par>
                          <p:cTn id="47" fill="hold">
                            <p:stCondLst>
                              <p:cond delay="500"/>
                            </p:stCondLst>
                            <p:childTnLst>
                              <p:par>
                                <p:cTn id="48" presetID="22" presetClass="entr" presetSubtype="8" fill="hold" nodeType="after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wipe(left)">
                                      <p:cBhvr>
                                        <p:cTn id="50" dur="500"/>
                                        <p:tgtEl>
                                          <p:spTgt spid="11"/>
                                        </p:tgtEl>
                                      </p:cBhvr>
                                    </p:animEffect>
                                  </p:childTnLst>
                                </p:cTn>
                              </p:par>
                            </p:childTnLst>
                          </p:cTn>
                        </p:par>
                        <p:par>
                          <p:cTn id="51" fill="hold">
                            <p:stCondLst>
                              <p:cond delay="1000"/>
                            </p:stCondLst>
                            <p:childTnLst>
                              <p:par>
                                <p:cTn id="52" presetID="10" presetClass="entr" presetSubtype="0" fill="hold" nodeType="afterEffect">
                                  <p:stCondLst>
                                    <p:cond delay="0"/>
                                  </p:stCondLst>
                                  <p:childTnLst>
                                    <p:set>
                                      <p:cBhvr>
                                        <p:cTn id="53" dur="1" fill="hold">
                                          <p:stCondLst>
                                            <p:cond delay="0"/>
                                          </p:stCondLst>
                                        </p:cTn>
                                        <p:tgtEl>
                                          <p:spTgt spid="32"/>
                                        </p:tgtEl>
                                        <p:attrNameLst>
                                          <p:attrName>style.visibility</p:attrName>
                                        </p:attrNameLst>
                                      </p:cBhvr>
                                      <p:to>
                                        <p:strVal val="visible"/>
                                      </p:to>
                                    </p:set>
                                    <p:animEffect transition="in" filter="fade">
                                      <p:cBhvr>
                                        <p:cTn id="54"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368300" y="1446213"/>
            <a:ext cx="5134582" cy="649441"/>
          </a:xfrm>
          <a:prstGeom prst="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sp>
      <p:sp>
        <p:nvSpPr>
          <p:cNvPr id="5" name="Title 4"/>
          <p:cNvSpPr>
            <a:spLocks noGrp="1"/>
          </p:cNvSpPr>
          <p:nvPr>
            <p:ph type="title"/>
          </p:nvPr>
        </p:nvSpPr>
        <p:spPr>
          <a:xfrm>
            <a:off x="387350" y="152400"/>
            <a:ext cx="8369300" cy="997196"/>
          </a:xfrm>
        </p:spPr>
        <p:txBody>
          <a:bodyPr/>
          <a:lstStyle/>
          <a:p>
            <a:r>
              <a:rPr lang="en-US" dirty="0" smtClean="0"/>
              <a:t>Live Identity Services</a:t>
            </a:r>
            <a:br>
              <a:rPr lang="en-US" dirty="0" smtClean="0"/>
            </a:br>
            <a:r>
              <a:rPr lang="en-US" sz="3200" dirty="0" smtClean="0">
                <a:solidFill>
                  <a:schemeClr val="accent3"/>
                </a:solidFill>
              </a:rPr>
              <a:t>Type of identity</a:t>
            </a:r>
            <a:endParaRPr lang="en-US" sz="3200" dirty="0">
              <a:solidFill>
                <a:schemeClr val="accent3"/>
              </a:solidFill>
            </a:endParaRPr>
          </a:p>
        </p:txBody>
      </p:sp>
      <p:graphicFrame>
        <p:nvGraphicFramePr>
          <p:cNvPr id="7" name="Table 6"/>
          <p:cNvGraphicFramePr>
            <a:graphicFrameLocks noGrp="1"/>
          </p:cNvGraphicFramePr>
          <p:nvPr/>
        </p:nvGraphicFramePr>
        <p:xfrm>
          <a:off x="381001" y="2107103"/>
          <a:ext cx="5116831" cy="2148350"/>
        </p:xfrm>
        <a:graphic>
          <a:graphicData uri="http://schemas.openxmlformats.org/drawingml/2006/table">
            <a:tbl>
              <a:tblPr firstRow="1" firstCol="1" bandRow="1">
                <a:tableStyleId>{21E4AEA4-8DFA-4A89-87EB-49C32662AFE0}</a:tableStyleId>
              </a:tblPr>
              <a:tblGrid>
                <a:gridCol w="1192292"/>
                <a:gridCol w="1802610"/>
                <a:gridCol w="2121929"/>
              </a:tblGrid>
              <a:tr h="432184">
                <a:tc>
                  <a:txBody>
                    <a:bodyPr/>
                    <a:lstStyle/>
                    <a:p>
                      <a:pPr algn="l" fontAlgn="b"/>
                      <a:r>
                        <a:rPr lang="en-US" sz="1800" u="none" strike="noStrike" dirty="0" smtClean="0"/>
                        <a:t> Principal</a:t>
                      </a:r>
                      <a:endParaRPr lang="en-US" sz="1800" b="0" i="0" u="none" strike="noStrike" dirty="0">
                        <a:solidFill>
                          <a:schemeClr val="accent3"/>
                        </a:solidFill>
                        <a:latin typeface="Calibri"/>
                      </a:endParaRPr>
                    </a:p>
                  </a:txBody>
                  <a:tcPr marL="9525" marR="9525" marT="9525" marB="0"/>
                </a:tc>
                <a:tc>
                  <a:txBody>
                    <a:bodyPr/>
                    <a:lstStyle/>
                    <a:p>
                      <a:pPr algn="ctr" fontAlgn="b"/>
                      <a:r>
                        <a:rPr lang="en-US" sz="1800" u="none" strike="noStrike" dirty="0" smtClean="0"/>
                        <a:t>Acting for Self</a:t>
                      </a:r>
                      <a:endParaRPr lang="en-US" sz="1800" b="0" i="0" u="none" strike="noStrike" dirty="0">
                        <a:solidFill>
                          <a:srgbClr val="000000"/>
                        </a:solidFill>
                        <a:latin typeface="Calibri"/>
                      </a:endParaRPr>
                    </a:p>
                  </a:txBody>
                  <a:tcPr marL="9525" marR="9525" marT="9525" marB="0"/>
                </a:tc>
                <a:tc>
                  <a:txBody>
                    <a:bodyPr/>
                    <a:lstStyle/>
                    <a:p>
                      <a:pPr algn="ctr" fontAlgn="b"/>
                      <a:r>
                        <a:rPr lang="en-US" sz="1800" u="none" strike="noStrike" dirty="0" smtClean="0"/>
                        <a:t>Acting for User</a:t>
                      </a:r>
                      <a:endParaRPr lang="en-US" sz="1800" b="0" i="0" u="none" strike="noStrike" dirty="0">
                        <a:solidFill>
                          <a:srgbClr val="000000"/>
                        </a:solidFill>
                        <a:latin typeface="Calibri"/>
                      </a:endParaRPr>
                    </a:p>
                  </a:txBody>
                  <a:tcPr marL="9525" marR="9525" marT="9525" marB="0"/>
                </a:tc>
              </a:tr>
              <a:tr h="641991">
                <a:tc>
                  <a:txBody>
                    <a:bodyPr/>
                    <a:lstStyle/>
                    <a:p>
                      <a:pPr algn="l" fontAlgn="b"/>
                      <a:r>
                        <a:rPr lang="en-US" sz="1800" u="none" strike="noStrike" dirty="0" smtClean="0"/>
                        <a:t> User</a:t>
                      </a:r>
                      <a:endParaRPr lang="en-US" sz="1800" b="0" i="0" u="none" strike="noStrike" dirty="0">
                        <a:solidFill>
                          <a:srgbClr val="000000"/>
                        </a:solidFill>
                        <a:latin typeface="Calibri"/>
                      </a:endParaRPr>
                    </a:p>
                  </a:txBody>
                  <a:tcPr marL="9525" marR="9525" marT="9525" marB="0"/>
                </a:tc>
                <a:tc>
                  <a:txBody>
                    <a:bodyPr/>
                    <a:lstStyle/>
                    <a:p>
                      <a:pPr algn="ctr" fontAlgn="b"/>
                      <a:r>
                        <a:rPr lang="en-US" sz="1800" u="none" strike="noStrike" dirty="0"/>
                        <a:t>User </a:t>
                      </a:r>
                      <a:r>
                        <a:rPr lang="en-US" sz="1800" u="none" strike="noStrike" dirty="0" smtClean="0"/>
                        <a:t>auth </a:t>
                      </a:r>
                      <a:br>
                        <a:rPr lang="en-US" sz="1800" u="none" strike="noStrike" dirty="0" smtClean="0"/>
                      </a:br>
                      <a:r>
                        <a:rPr lang="en-US" sz="1800" u="none" strike="noStrike" dirty="0" smtClean="0"/>
                        <a:t>(Client or Web)</a:t>
                      </a:r>
                      <a:endParaRPr lang="en-US" sz="1800" b="0" i="0" u="none" strike="noStrike" dirty="0">
                        <a:solidFill>
                          <a:srgbClr val="000000"/>
                        </a:solidFill>
                        <a:latin typeface="Calibri"/>
                      </a:endParaRPr>
                    </a:p>
                  </a:txBody>
                  <a:tcPr marL="9525" marR="9525" marT="9525" marB="0"/>
                </a:tc>
                <a:tc>
                  <a:txBody>
                    <a:bodyPr/>
                    <a:lstStyle/>
                    <a:p>
                      <a:pPr algn="ctr" fontAlgn="b"/>
                      <a:endParaRPr lang="en-US" sz="1800" b="0" i="0" u="none" strike="noStrike" dirty="0">
                        <a:solidFill>
                          <a:srgbClr val="000000"/>
                        </a:solidFill>
                        <a:latin typeface="Calibri"/>
                      </a:endParaRPr>
                    </a:p>
                  </a:txBody>
                  <a:tcPr marL="9525" marR="9525" marT="9525" marB="0"/>
                </a:tc>
              </a:tr>
              <a:tr h="641991">
                <a:tc>
                  <a:txBody>
                    <a:bodyPr/>
                    <a:lstStyle/>
                    <a:p>
                      <a:pPr algn="l" fontAlgn="b"/>
                      <a:r>
                        <a:rPr lang="en-US" sz="1800" u="none" strike="noStrike" dirty="0" smtClean="0"/>
                        <a:t> Application</a:t>
                      </a:r>
                      <a:endParaRPr lang="en-US" sz="1800" b="0" i="0" u="none" strike="noStrike" dirty="0">
                        <a:solidFill>
                          <a:srgbClr val="000000"/>
                        </a:solidFill>
                        <a:latin typeface="Calibri"/>
                      </a:endParaRPr>
                    </a:p>
                  </a:txBody>
                  <a:tcPr marL="9525" marR="9525" marT="9525" marB="0"/>
                </a:tc>
                <a:tc>
                  <a:txBody>
                    <a:bodyPr/>
                    <a:lstStyle/>
                    <a:p>
                      <a:pPr algn="ctr" fontAlgn="b"/>
                      <a:r>
                        <a:rPr lang="en-US" sz="1800" u="none" strike="noStrike" dirty="0"/>
                        <a:t>App auth (AppID)</a:t>
                      </a:r>
                      <a:endParaRPr lang="en-US" sz="1800" b="0" i="0" u="none" strike="noStrike" dirty="0">
                        <a:solidFill>
                          <a:srgbClr val="000000"/>
                        </a:solidFill>
                        <a:latin typeface="Calibri"/>
                      </a:endParaRPr>
                    </a:p>
                  </a:txBody>
                  <a:tcPr marL="9525" marR="9525" marT="9525" marB="0"/>
                </a:tc>
                <a:tc>
                  <a:txBody>
                    <a:bodyPr/>
                    <a:lstStyle/>
                    <a:p>
                      <a:pPr marL="0" marR="0" indent="0" algn="ctr" defTabSz="914363" rtl="0" eaLnBrk="1" fontAlgn="b" latinLnBrk="0" hangingPunct="1">
                        <a:lnSpc>
                          <a:spcPct val="100000"/>
                        </a:lnSpc>
                        <a:spcBef>
                          <a:spcPts val="0"/>
                        </a:spcBef>
                        <a:spcAft>
                          <a:spcPts val="0"/>
                        </a:spcAft>
                        <a:buClrTx/>
                        <a:buSzTx/>
                        <a:buFontTx/>
                        <a:buNone/>
                        <a:tabLst/>
                        <a:defRPr/>
                      </a:pPr>
                      <a:r>
                        <a:rPr lang="en-US" sz="1800" b="1" u="none" strike="noStrike" dirty="0" smtClean="0">
                          <a:solidFill>
                            <a:srgbClr val="31773D"/>
                          </a:solidFill>
                        </a:rPr>
                        <a:t>Delegation</a:t>
                      </a:r>
                      <a:r>
                        <a:rPr lang="en-US" sz="1800" b="1" u="none" strike="noStrike" baseline="0" dirty="0" smtClean="0">
                          <a:solidFill>
                            <a:srgbClr val="31773D"/>
                          </a:solidFill>
                        </a:rPr>
                        <a:t> (Good)</a:t>
                      </a:r>
                      <a:endParaRPr lang="en-US" sz="1800" b="1" i="0" u="none" strike="noStrike" dirty="0" smtClean="0">
                        <a:solidFill>
                          <a:srgbClr val="31773D"/>
                        </a:solidFill>
                        <a:latin typeface="+mn-lt"/>
                      </a:endParaRPr>
                    </a:p>
                    <a:p>
                      <a:pPr marL="0" marR="0" indent="0" algn="ctr" defTabSz="914363" rtl="0" eaLnBrk="1" fontAlgn="b" latinLnBrk="0" hangingPunct="1">
                        <a:lnSpc>
                          <a:spcPct val="100000"/>
                        </a:lnSpc>
                        <a:spcBef>
                          <a:spcPts val="0"/>
                        </a:spcBef>
                        <a:spcAft>
                          <a:spcPts val="0"/>
                        </a:spcAft>
                        <a:buClrTx/>
                        <a:buSzTx/>
                        <a:buFontTx/>
                        <a:buNone/>
                        <a:tabLst/>
                        <a:defRPr/>
                      </a:pPr>
                      <a:r>
                        <a:rPr lang="en-US" sz="1800" b="1" u="none" strike="noStrike" baseline="0" dirty="0" smtClean="0">
                          <a:solidFill>
                            <a:srgbClr val="FF0000"/>
                          </a:solidFill>
                        </a:rPr>
                        <a:t>Impersonation (BAD!)</a:t>
                      </a:r>
                      <a:endParaRPr lang="en-US" sz="1800" b="1" u="none" strike="noStrike" dirty="0" smtClean="0">
                        <a:solidFill>
                          <a:srgbClr val="FF0000"/>
                        </a:solidFill>
                      </a:endParaRPr>
                    </a:p>
                  </a:txBody>
                  <a:tcPr marL="9525" marR="9525" marT="9525" marB="0"/>
                </a:tc>
              </a:tr>
              <a:tr h="432184">
                <a:tc>
                  <a:txBody>
                    <a:bodyPr/>
                    <a:lstStyle/>
                    <a:p>
                      <a:pPr algn="l" fontAlgn="b"/>
                      <a:r>
                        <a:rPr lang="en-US" sz="1800" u="none" strike="noStrike" dirty="0" smtClean="0"/>
                        <a:t> Device</a:t>
                      </a:r>
                      <a:endParaRPr lang="en-US" sz="1800" b="0" i="0" u="none" strike="noStrike" dirty="0">
                        <a:solidFill>
                          <a:srgbClr val="000000"/>
                        </a:solidFill>
                        <a:latin typeface="Calibri"/>
                      </a:endParaRPr>
                    </a:p>
                  </a:txBody>
                  <a:tcPr marL="9525" marR="9525" marT="9525" marB="0"/>
                </a:tc>
                <a:tc>
                  <a:txBody>
                    <a:bodyPr/>
                    <a:lstStyle/>
                    <a:p>
                      <a:pPr algn="ctr" fontAlgn="b"/>
                      <a:r>
                        <a:rPr lang="en-US" sz="1800" u="none" strike="noStrike" dirty="0"/>
                        <a:t>DeviceID</a:t>
                      </a:r>
                      <a:endParaRPr lang="en-US" sz="1800" b="0" i="0" u="none" strike="noStrike" dirty="0">
                        <a:solidFill>
                          <a:srgbClr val="000000"/>
                        </a:solidFill>
                        <a:latin typeface="Calibri"/>
                      </a:endParaRPr>
                    </a:p>
                  </a:txBody>
                  <a:tcPr marL="9525" marR="9525" marT="9525" marB="0"/>
                </a:tc>
                <a:tc>
                  <a:txBody>
                    <a:bodyPr/>
                    <a:lstStyle/>
                    <a:p>
                      <a:pPr algn="ctr" fontAlgn="b"/>
                      <a:r>
                        <a:rPr lang="en-US" sz="1800" u="none" strike="noStrike" dirty="0"/>
                        <a:t>Linked </a:t>
                      </a:r>
                      <a:r>
                        <a:rPr lang="en-US" sz="1800" u="none" strike="noStrike" dirty="0" smtClean="0"/>
                        <a:t>DeviceID</a:t>
                      </a:r>
                      <a:endParaRPr lang="en-US" sz="1800" b="0" i="0" u="none" strike="noStrike" dirty="0" smtClean="0">
                        <a:solidFill>
                          <a:srgbClr val="000000"/>
                        </a:solidFill>
                        <a:latin typeface="Calibri"/>
                      </a:endParaRPr>
                    </a:p>
                  </a:txBody>
                  <a:tcPr marL="9525" marR="9525" marT="9525" marB="0"/>
                </a:tc>
              </a:tr>
            </a:tbl>
          </a:graphicData>
        </a:graphic>
      </p:graphicFrame>
      <p:sp>
        <p:nvSpPr>
          <p:cNvPr id="8" name="Line Callout 1 7"/>
          <p:cNvSpPr/>
          <p:nvPr/>
        </p:nvSpPr>
        <p:spPr bwMode="auto">
          <a:xfrm>
            <a:off x="6865371" y="4388783"/>
            <a:ext cx="1908139" cy="800215"/>
          </a:xfrm>
          <a:prstGeom prst="borderCallout1">
            <a:avLst>
              <a:gd name="adj1" fmla="val 18750"/>
              <a:gd name="adj2" fmla="val -8333"/>
              <a:gd name="adj3" fmla="val -94484"/>
              <a:gd name="adj4" fmla="val -70567"/>
            </a:avLst>
          </a:prstGeom>
          <a:solidFill>
            <a:schemeClr val="accent4"/>
          </a:solidFill>
          <a:ln w="19050">
            <a:solidFill>
              <a:schemeClr val="accent4"/>
            </a:solidFill>
            <a:headEnd type="none" w="med" len="med"/>
            <a:tailEnd type="triangle" w="lg" len="lg"/>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spAutoFit/>
          </a:bodyPr>
          <a:lstStyle/>
          <a:p>
            <a:pPr algn="ctr" defTabSz="914099" fontAlgn="base">
              <a:spcBef>
                <a:spcPct val="0"/>
              </a:spcBef>
              <a:spcAft>
                <a:spcPct val="0"/>
              </a:spcAft>
            </a:pPr>
            <a:r>
              <a:rPr lang="en-US" sz="2300" dirty="0" smtClean="0">
                <a:ln w="18415" cmpd="sng">
                  <a:solidFill>
                    <a:srgbClr val="FFFFFF"/>
                  </a:solidFill>
                  <a:prstDash val="solid"/>
                </a:ln>
                <a:solidFill>
                  <a:srgbClr val="FFFFFF"/>
                </a:solidFill>
              </a:rPr>
              <a:t>The Password</a:t>
            </a:r>
          </a:p>
          <a:p>
            <a:pPr algn="ctr" defTabSz="914099" fontAlgn="base">
              <a:spcBef>
                <a:spcPct val="0"/>
              </a:spcBef>
              <a:spcAft>
                <a:spcPct val="0"/>
              </a:spcAft>
            </a:pPr>
            <a:r>
              <a:rPr lang="en-US" sz="2300" dirty="0" smtClean="0">
                <a:ln w="18415" cmpd="sng">
                  <a:solidFill>
                    <a:srgbClr val="FFFFFF"/>
                  </a:solidFill>
                  <a:prstDash val="solid"/>
                </a:ln>
                <a:solidFill>
                  <a:srgbClr val="FFFFFF"/>
                </a:solidFill>
              </a:rPr>
              <a:t>Anti-Pattern!</a:t>
            </a:r>
          </a:p>
        </p:txBody>
      </p:sp>
      <p:sp>
        <p:nvSpPr>
          <p:cNvPr id="16" name="Rounded Rectangle 4"/>
          <p:cNvSpPr/>
          <p:nvPr/>
        </p:nvSpPr>
        <p:spPr>
          <a:xfrm>
            <a:off x="412703" y="1477916"/>
            <a:ext cx="5071176" cy="58603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sz="2800" b="1" i="0" u="none" kern="1200" dirty="0" smtClean="0"/>
              <a:t>Principal Types</a:t>
            </a:r>
            <a:endParaRPr lang="en-US" sz="2800" kern="1200" dirty="0"/>
          </a:p>
        </p:txBody>
      </p:sp>
      <p:grpSp>
        <p:nvGrpSpPr>
          <p:cNvPr id="17" name="Group 16"/>
          <p:cNvGrpSpPr/>
          <p:nvPr/>
        </p:nvGrpSpPr>
        <p:grpSpPr>
          <a:xfrm>
            <a:off x="5786319" y="1446213"/>
            <a:ext cx="3357681" cy="2587128"/>
            <a:chOff x="5786319" y="1446213"/>
            <a:chExt cx="3357681" cy="2587128"/>
          </a:xfrm>
        </p:grpSpPr>
        <p:sp>
          <p:nvSpPr>
            <p:cNvPr id="18" name="Rectangle 17"/>
            <p:cNvSpPr/>
            <p:nvPr/>
          </p:nvSpPr>
          <p:spPr>
            <a:xfrm>
              <a:off x="5786319" y="1446213"/>
              <a:ext cx="2976681" cy="637294"/>
            </a:xfrm>
            <a:prstGeom prst="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sp>
        <p:sp>
          <p:nvSpPr>
            <p:cNvPr id="19" name="Rounded Rectangle 4"/>
            <p:cNvSpPr/>
            <p:nvPr/>
          </p:nvSpPr>
          <p:spPr>
            <a:xfrm>
              <a:off x="5817429" y="1451923"/>
              <a:ext cx="2914461" cy="57507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sz="2800" b="1" i="0" u="none" kern="1200" dirty="0" smtClean="0"/>
                <a:t>Credential Types</a:t>
              </a:r>
              <a:endParaRPr lang="en-US" sz="2800" kern="1200" dirty="0"/>
            </a:p>
          </p:txBody>
        </p:sp>
        <p:grpSp>
          <p:nvGrpSpPr>
            <p:cNvPr id="20" name="Group 19"/>
            <p:cNvGrpSpPr/>
            <p:nvPr/>
          </p:nvGrpSpPr>
          <p:grpSpPr>
            <a:xfrm>
              <a:off x="5790257" y="2126159"/>
              <a:ext cx="3353743" cy="1907182"/>
              <a:chOff x="0" y="838190"/>
              <a:chExt cx="3353743" cy="1907182"/>
            </a:xfrm>
          </p:grpSpPr>
          <p:sp>
            <p:nvSpPr>
              <p:cNvPr id="21" name="Rectangle 20"/>
              <p:cNvSpPr/>
              <p:nvPr/>
            </p:nvSpPr>
            <p:spPr>
              <a:xfrm>
                <a:off x="0" y="838190"/>
                <a:ext cx="3353743" cy="1907182"/>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2" name="Rectangle 21"/>
              <p:cNvSpPr/>
              <p:nvPr/>
            </p:nvSpPr>
            <p:spPr>
              <a:xfrm>
                <a:off x="0" y="838190"/>
                <a:ext cx="3353743" cy="1907182"/>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06481" tIns="30480" rIns="170688" bIns="30480" numCol="1" spcCol="1270" anchor="t" anchorCtr="0">
                <a:noAutofit/>
              </a:bodyPr>
              <a:lstStyle/>
              <a:p>
                <a:pPr marL="228600" lvl="1" indent="-228600" algn="l" defTabSz="1066800">
                  <a:lnSpc>
                    <a:spcPct val="90000"/>
                  </a:lnSpc>
                  <a:spcBef>
                    <a:spcPct val="0"/>
                  </a:spcBef>
                  <a:spcAft>
                    <a:spcPct val="20000"/>
                  </a:spcAft>
                  <a:buChar char="••"/>
                </a:pPr>
                <a:r>
                  <a:rPr lang="en-US" sz="2400" b="0" i="0" u="none" kern="1200" spc="-50" dirty="0" smtClean="0"/>
                  <a:t>[Strong] Password, Pin</a:t>
                </a:r>
                <a:endParaRPr lang="en-US" sz="2400" kern="1200" spc="-50" dirty="0"/>
              </a:p>
              <a:p>
                <a:pPr marL="228600" lvl="1" indent="-228600" algn="l" defTabSz="1066800">
                  <a:lnSpc>
                    <a:spcPct val="90000"/>
                  </a:lnSpc>
                  <a:spcBef>
                    <a:spcPct val="0"/>
                  </a:spcBef>
                  <a:spcAft>
                    <a:spcPct val="20000"/>
                  </a:spcAft>
                  <a:buChar char="••"/>
                </a:pPr>
                <a:r>
                  <a:rPr lang="en-US" sz="2400" b="0" i="0" u="none" kern="1200" spc="-50" dirty="0" err="1" smtClean="0"/>
                  <a:t>eID</a:t>
                </a:r>
                <a:r>
                  <a:rPr lang="en-US" sz="2400" b="0" i="0" u="none" kern="1200" spc="-50" dirty="0" smtClean="0"/>
                  <a:t> / Smart card</a:t>
                </a:r>
                <a:endParaRPr lang="en-US" sz="2400" kern="1200" spc="-50" dirty="0"/>
              </a:p>
              <a:p>
                <a:pPr marL="228600" lvl="1" indent="-228600" algn="l" defTabSz="1066800">
                  <a:lnSpc>
                    <a:spcPct val="90000"/>
                  </a:lnSpc>
                  <a:spcBef>
                    <a:spcPct val="0"/>
                  </a:spcBef>
                  <a:spcAft>
                    <a:spcPct val="20000"/>
                  </a:spcAft>
                  <a:buChar char="••"/>
                </a:pPr>
                <a:r>
                  <a:rPr lang="en-US" sz="2400" b="0" i="0" u="none" kern="1200" spc="-50" dirty="0" smtClean="0"/>
                  <a:t>CardSpace</a:t>
                </a:r>
                <a:endParaRPr lang="en-US" sz="2400" kern="1200" spc="-50" dirty="0"/>
              </a:p>
              <a:p>
                <a:pPr marL="228600" lvl="1" indent="-228600" algn="l" defTabSz="1066800">
                  <a:lnSpc>
                    <a:spcPct val="90000"/>
                  </a:lnSpc>
                  <a:spcBef>
                    <a:spcPct val="0"/>
                  </a:spcBef>
                  <a:spcAft>
                    <a:spcPct val="20000"/>
                  </a:spcAft>
                  <a:buChar char="••"/>
                </a:pPr>
                <a:r>
                  <a:rPr lang="en-US" sz="2400" b="0" i="0" u="none" kern="1200" spc="-50" dirty="0" smtClean="0"/>
                  <a:t>Policy-driven control </a:t>
                </a:r>
                <a:endParaRPr lang="en-US" sz="2400" kern="1200" spc="-50" dirty="0"/>
              </a:p>
            </p:txBody>
          </p:sp>
        </p:grpSp>
      </p:grpSp>
      <p:grpSp>
        <p:nvGrpSpPr>
          <p:cNvPr id="29" name="Group 28"/>
          <p:cNvGrpSpPr/>
          <p:nvPr/>
        </p:nvGrpSpPr>
        <p:grpSpPr>
          <a:xfrm>
            <a:off x="2260042" y="4671869"/>
            <a:ext cx="4623916" cy="1952769"/>
            <a:chOff x="2260042" y="4671869"/>
            <a:chExt cx="4623916" cy="1952769"/>
          </a:xfrm>
        </p:grpSpPr>
        <p:sp>
          <p:nvSpPr>
            <p:cNvPr id="27" name="Rectangle 26"/>
            <p:cNvSpPr/>
            <p:nvPr/>
          </p:nvSpPr>
          <p:spPr>
            <a:xfrm>
              <a:off x="2260042" y="4671869"/>
              <a:ext cx="3874058" cy="513041"/>
            </a:xfrm>
            <a:prstGeom prst="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sp>
        <p:sp>
          <p:nvSpPr>
            <p:cNvPr id="28" name="Rounded Rectangle 4"/>
            <p:cNvSpPr/>
            <p:nvPr/>
          </p:nvSpPr>
          <p:spPr>
            <a:xfrm>
              <a:off x="2285087" y="4696914"/>
              <a:ext cx="4573826" cy="46295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sz="2800" b="1" i="0" u="none" kern="1200" dirty="0" smtClean="0"/>
                <a:t>Types of Live ID Users</a:t>
              </a:r>
              <a:endParaRPr lang="en-US" sz="2800" kern="1200" dirty="0"/>
            </a:p>
          </p:txBody>
        </p:sp>
        <p:grpSp>
          <p:nvGrpSpPr>
            <p:cNvPr id="24" name="Group 23"/>
            <p:cNvGrpSpPr/>
            <p:nvPr/>
          </p:nvGrpSpPr>
          <p:grpSpPr>
            <a:xfrm>
              <a:off x="2260042" y="5266718"/>
              <a:ext cx="4623916" cy="1357920"/>
              <a:chOff x="0" y="681036"/>
              <a:chExt cx="4623916" cy="1357920"/>
            </a:xfrm>
          </p:grpSpPr>
          <p:sp>
            <p:nvSpPr>
              <p:cNvPr id="25" name="Rectangle 24"/>
              <p:cNvSpPr/>
              <p:nvPr/>
            </p:nvSpPr>
            <p:spPr>
              <a:xfrm>
                <a:off x="0" y="681036"/>
                <a:ext cx="4623916" cy="135792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6" name="Rectangle 25"/>
              <p:cNvSpPr/>
              <p:nvPr/>
            </p:nvSpPr>
            <p:spPr>
              <a:xfrm>
                <a:off x="0" y="681036"/>
                <a:ext cx="4623916" cy="135792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46809"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n-US" sz="2000" kern="1200" dirty="0" smtClean="0"/>
                  <a:t>Live Mail / Hotmail accounts</a:t>
                </a:r>
                <a:endParaRPr lang="en-US" sz="2000" kern="1200" dirty="0"/>
              </a:p>
              <a:p>
                <a:pPr marL="228600" lvl="1" indent="-228600" algn="l" defTabSz="889000">
                  <a:lnSpc>
                    <a:spcPct val="90000"/>
                  </a:lnSpc>
                  <a:spcBef>
                    <a:spcPct val="0"/>
                  </a:spcBef>
                  <a:spcAft>
                    <a:spcPct val="20000"/>
                  </a:spcAft>
                  <a:buChar char="••"/>
                </a:pPr>
                <a:r>
                  <a:rPr lang="en-US" sz="2000" kern="1200" dirty="0" smtClean="0"/>
                  <a:t>EASI (“E-mail As Sign-In”)</a:t>
                </a:r>
                <a:endParaRPr lang="en-US" sz="2000" kern="1200" dirty="0"/>
              </a:p>
              <a:p>
                <a:pPr marL="228600" lvl="1" indent="-228600" algn="l" defTabSz="889000">
                  <a:lnSpc>
                    <a:spcPct val="90000"/>
                  </a:lnSpc>
                  <a:spcBef>
                    <a:spcPct val="0"/>
                  </a:spcBef>
                  <a:spcAft>
                    <a:spcPct val="20000"/>
                  </a:spcAft>
                  <a:buChar char="••"/>
                </a:pPr>
                <a:r>
                  <a:rPr lang="en-US" sz="2000" b="0" i="0" u="none" kern="1200" dirty="0" smtClean="0"/>
                  <a:t>Managed domains</a:t>
                </a:r>
                <a:endParaRPr lang="en-US" sz="2000" kern="1200" dirty="0"/>
              </a:p>
              <a:p>
                <a:pPr marL="228600" lvl="1" indent="-228600" algn="l" defTabSz="889000">
                  <a:lnSpc>
                    <a:spcPct val="90000"/>
                  </a:lnSpc>
                  <a:spcBef>
                    <a:spcPct val="0"/>
                  </a:spcBef>
                  <a:spcAft>
                    <a:spcPct val="20000"/>
                  </a:spcAft>
                  <a:buChar char="••"/>
                </a:pPr>
                <a:r>
                  <a:rPr lang="en-US" sz="2000" kern="1200" dirty="0" smtClean="0"/>
                  <a:t>Federated domains</a:t>
                </a:r>
                <a:endParaRPr lang="en-US" sz="2000" kern="1200" dirty="0"/>
              </a:p>
            </p:txBody>
          </p:sp>
        </p:gr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945953" y="4038600"/>
            <a:ext cx="3725081" cy="914400"/>
          </a:xfrm>
        </p:spPr>
        <p:txBody>
          <a:bodyPr/>
          <a:lstStyle/>
          <a:p>
            <a:r>
              <a:rPr lang="en-US" sz="3200" dirty="0" smtClean="0"/>
              <a:t>Live Identity Services</a:t>
            </a:r>
            <a:br>
              <a:rPr lang="en-US" sz="3200" dirty="0" smtClean="0"/>
            </a:br>
            <a:r>
              <a:rPr lang="en-US" sz="3200" dirty="0" smtClean="0"/>
              <a:t>Web Authentication</a:t>
            </a:r>
            <a:endParaRPr lang="en-US" sz="3200" dirty="0"/>
          </a:p>
        </p:txBody>
      </p:sp>
      <p:sp>
        <p:nvSpPr>
          <p:cNvPr id="5" name="Subtitle 4"/>
          <p:cNvSpPr>
            <a:spLocks noGrp="1"/>
          </p:cNvSpPr>
          <p:nvPr>
            <p:ph type="subTitle" idx="1"/>
          </p:nvPr>
        </p:nvSpPr>
        <p:spPr/>
        <p:txBody>
          <a:bodyPr/>
          <a:lstStyle/>
          <a:p>
            <a:pPr marL="0" indent="0"/>
            <a:r>
              <a:rPr lang="en-US" dirty="0" smtClean="0">
                <a:solidFill>
                  <a:schemeClr val="tx1"/>
                </a:solidFill>
              </a:rPr>
              <a:t>Enabling apps </a:t>
            </a:r>
            <a:br>
              <a:rPr lang="en-US" dirty="0" smtClean="0">
                <a:solidFill>
                  <a:schemeClr val="tx1"/>
                </a:solidFill>
              </a:rPr>
            </a:br>
            <a:r>
              <a:rPr lang="en-US" dirty="0" smtClean="0">
                <a:solidFill>
                  <a:schemeClr val="tx1"/>
                </a:solidFill>
              </a:rPr>
              <a:t>to be secure</a:t>
            </a:r>
            <a:endParaRPr lang="en-US" dirty="0">
              <a:solidFill>
                <a:schemeClr val="tx1"/>
              </a:solidFill>
            </a:endParaRPr>
          </a:p>
        </p:txBody>
      </p:sp>
      <p:sp>
        <p:nvSpPr>
          <p:cNvPr id="4" name="Text Placeholder 3"/>
          <p:cNvSpPr>
            <a:spLocks noGrp="1"/>
          </p:cNvSpPr>
          <p:nvPr>
            <p:ph type="body" sz="quarter" idx="10"/>
          </p:nvPr>
        </p:nvSpPr>
        <p:spPr/>
        <p:txBody>
          <a:bodyPr/>
          <a:lstStyle/>
          <a:p>
            <a:r>
              <a:rPr/>
              <a:t>d</a:t>
            </a:r>
            <a:r>
              <a:rPr lang="en-US" dirty="0" err="1" smtClean="0"/>
              <a:t>emo</a:t>
            </a:r>
            <a:r>
              <a:rPr lang="en-US" dirty="0" smtClean="0"/>
              <a:t> </a:t>
            </a:r>
            <a:endParaRPr lang="en-US" dirty="0"/>
          </a:p>
        </p:txBody>
      </p:sp>
    </p:spTree>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7350" y="152400"/>
            <a:ext cx="8369300" cy="498598"/>
          </a:xfrm>
        </p:spPr>
        <p:txBody>
          <a:bodyPr/>
          <a:lstStyle/>
          <a:p>
            <a:r>
              <a:rPr lang="en-US" sz="3600" dirty="0" smtClean="0"/>
              <a:t>Web Authentication Protocol Overview</a:t>
            </a:r>
            <a:endParaRPr lang="en-US" sz="3600" dirty="0"/>
          </a:p>
        </p:txBody>
      </p:sp>
      <p:pic>
        <p:nvPicPr>
          <p:cNvPr id="1028" name="Picture 4" descr="C:\Users\alogan\Desktop\Presentation Artwork\Latest DVD\Artwork_Imagery\Hardware Photos\OEM HW\SERVERS\HP ProLiant DL365 G5.png"/>
          <p:cNvPicPr>
            <a:picLocks noChangeAspect="1" noChangeArrowheads="1"/>
          </p:cNvPicPr>
          <p:nvPr/>
        </p:nvPicPr>
        <p:blipFill>
          <a:blip r:embed="rId3" cstate="print"/>
          <a:srcRect/>
          <a:stretch>
            <a:fillRect/>
          </a:stretch>
        </p:blipFill>
        <p:spPr bwMode="auto">
          <a:xfrm>
            <a:off x="6019798" y="5970123"/>
            <a:ext cx="2438405" cy="350521"/>
          </a:xfrm>
          <a:prstGeom prst="rect">
            <a:avLst/>
          </a:prstGeom>
          <a:noFill/>
        </p:spPr>
      </p:pic>
      <p:pic>
        <p:nvPicPr>
          <p:cNvPr id="11" name="Picture 4" descr="C:\Users\alogan\Desktop\Presentation Artwork\Latest DVD\Artwork_Imagery\Hardware Photos\OEM HW\SERVERS\HP ProLiant DL365 G5.png"/>
          <p:cNvPicPr>
            <a:picLocks noChangeAspect="1" noChangeArrowheads="1"/>
          </p:cNvPicPr>
          <p:nvPr/>
        </p:nvPicPr>
        <p:blipFill>
          <a:blip r:embed="rId3" cstate="print"/>
          <a:srcRect/>
          <a:stretch>
            <a:fillRect/>
          </a:stretch>
        </p:blipFill>
        <p:spPr bwMode="auto">
          <a:xfrm>
            <a:off x="6019798" y="1770249"/>
            <a:ext cx="2438405" cy="350521"/>
          </a:xfrm>
          <a:prstGeom prst="rect">
            <a:avLst/>
          </a:prstGeom>
          <a:noFill/>
        </p:spPr>
      </p:pic>
      <p:sp>
        <p:nvSpPr>
          <p:cNvPr id="26" name="TextBox 25"/>
          <p:cNvSpPr txBox="1"/>
          <p:nvPr/>
        </p:nvSpPr>
        <p:spPr>
          <a:xfrm>
            <a:off x="5791200" y="6424743"/>
            <a:ext cx="2895600" cy="374571"/>
          </a:xfrm>
          <a:prstGeom prst="roundRect">
            <a:avLst/>
          </a:prstGeom>
          <a:ln>
            <a:headEnd type="none" w="med" len="med"/>
            <a:tailEnd type="none" w="med" len="med"/>
          </a:ln>
        </p:spPr>
        <p:style>
          <a:lnRef idx="1">
            <a:schemeClr val="accent6"/>
          </a:lnRef>
          <a:fillRef idx="3">
            <a:schemeClr val="accent6"/>
          </a:fillRef>
          <a:effectRef idx="2">
            <a:schemeClr val="accent6"/>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dirty="0" smtClean="0">
                <a:solidFill>
                  <a:srgbClr val="FFFFFF"/>
                </a:solidFill>
                <a:latin typeface="+mj-lt"/>
              </a:rPr>
              <a:t>Windows Live ID service</a:t>
            </a:r>
          </a:p>
        </p:txBody>
      </p:sp>
      <p:sp>
        <p:nvSpPr>
          <p:cNvPr id="41" name="TextBox 40"/>
          <p:cNvSpPr txBox="1"/>
          <p:nvPr/>
        </p:nvSpPr>
        <p:spPr>
          <a:xfrm>
            <a:off x="5791200" y="2256738"/>
            <a:ext cx="2895600" cy="646986"/>
          </a:xfrm>
          <a:prstGeom prst="roundRect">
            <a:avLst/>
          </a:prstGeom>
          <a:ln/>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r>
              <a:rPr lang="en-US" sz="1600" b="1" dirty="0" smtClean="0">
                <a:solidFill>
                  <a:schemeClr val="tx1"/>
                </a:solidFill>
                <a:effectLst>
                  <a:outerShdw blurRad="38100" dist="38100" dir="2700000" algn="tl">
                    <a:srgbClr val="000000">
                      <a:alpha val="43137"/>
                    </a:srgbClr>
                  </a:outerShdw>
                </a:effectLst>
                <a:latin typeface="Segoe"/>
              </a:rPr>
              <a:t>Relying</a:t>
            </a:r>
            <a:r>
              <a:rPr lang="en-US" sz="1600" b="1" dirty="0" smtClean="0">
                <a:solidFill>
                  <a:schemeClr val="tx1"/>
                </a:solidFill>
                <a:effectLst>
                  <a:outerShdw blurRad="38100" dist="38100" dir="2700000" algn="tl">
                    <a:srgbClr val="000000">
                      <a:alpha val="43137"/>
                    </a:srgbClr>
                  </a:outerShdw>
                </a:effectLst>
                <a:latin typeface="+mj-lt"/>
              </a:rPr>
              <a:t> Party Web Site</a:t>
            </a:r>
          </a:p>
          <a:p>
            <a:pPr algn="ctr"/>
            <a:r>
              <a:rPr lang="en-US" sz="1600" b="1" dirty="0" smtClean="0">
                <a:solidFill>
                  <a:schemeClr val="tx1"/>
                </a:solidFill>
                <a:effectLst>
                  <a:outerShdw blurRad="38100" dist="38100" dir="2700000" algn="tl">
                    <a:srgbClr val="000000">
                      <a:alpha val="43137"/>
                    </a:srgbClr>
                  </a:outerShdw>
                </a:effectLst>
                <a:latin typeface="+mj-lt"/>
              </a:rPr>
              <a:t>e.g., Contoso.com</a:t>
            </a:r>
          </a:p>
        </p:txBody>
      </p:sp>
      <p:cxnSp>
        <p:nvCxnSpPr>
          <p:cNvPr id="46" name="Straight Arrow Connector 45"/>
          <p:cNvCxnSpPr/>
          <p:nvPr/>
        </p:nvCxnSpPr>
        <p:spPr>
          <a:xfrm>
            <a:off x="1953968" y="4491162"/>
            <a:ext cx="3764280" cy="1219200"/>
          </a:xfrm>
          <a:prstGeom prst="straightConnector1">
            <a:avLst/>
          </a:prstGeom>
          <a:ln w="38100">
            <a:solidFill>
              <a:schemeClr val="accent3"/>
            </a:solidFill>
            <a:tailEnd type="arrow"/>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2594048" y="4491162"/>
            <a:ext cx="365760" cy="480804"/>
          </a:xfrm>
          <a:prstGeom prst="roundRect">
            <a:avLst/>
          </a:prstGeom>
          <a:ln>
            <a:headEnd type="none" w="med" len="med"/>
            <a:tailEnd type="none" w="med" len="med"/>
          </a:ln>
        </p:spPr>
        <p:style>
          <a:lnRef idx="1">
            <a:schemeClr val="accent6"/>
          </a:lnRef>
          <a:fillRef idx="3">
            <a:schemeClr val="accent6"/>
          </a:fillRef>
          <a:effectRef idx="2">
            <a:schemeClr val="accent6"/>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2000" dirty="0" smtClean="0">
                <a:solidFill>
                  <a:srgbClr val="FFFFFF"/>
                </a:solidFill>
                <a:latin typeface="+mj-lt"/>
              </a:rPr>
              <a:t>2</a:t>
            </a:r>
          </a:p>
        </p:txBody>
      </p:sp>
      <p:pic>
        <p:nvPicPr>
          <p:cNvPr id="1026" name="Picture 2" descr="C:\Users\alogan\Desktop\Presentation Artwork\Latest DVD\Artwork_Imagery\Icons - Illustrations\_XML ICONS\pc computer desktop.png"/>
          <p:cNvPicPr>
            <a:picLocks noChangeAspect="1" noChangeArrowheads="1"/>
          </p:cNvPicPr>
          <p:nvPr/>
        </p:nvPicPr>
        <p:blipFill>
          <a:blip r:embed="rId4" cstate="print"/>
          <a:srcRect/>
          <a:stretch>
            <a:fillRect/>
          </a:stretch>
        </p:blipFill>
        <p:spPr bwMode="auto">
          <a:xfrm>
            <a:off x="455659" y="3645204"/>
            <a:ext cx="1374682" cy="1371600"/>
          </a:xfrm>
          <a:prstGeom prst="rect">
            <a:avLst/>
          </a:prstGeom>
          <a:noFill/>
          <a:effectLst>
            <a:outerShdw blurRad="50800" dist="38100" dir="2700000" algn="tl" rotWithShape="0">
              <a:prstClr val="black">
                <a:alpha val="40000"/>
              </a:prstClr>
            </a:outerShdw>
          </a:effectLst>
        </p:spPr>
      </p:pic>
      <p:cxnSp>
        <p:nvCxnSpPr>
          <p:cNvPr id="59" name="Straight Arrow Connector 58"/>
          <p:cNvCxnSpPr/>
          <p:nvPr/>
        </p:nvCxnSpPr>
        <p:spPr>
          <a:xfrm>
            <a:off x="1908248" y="4795962"/>
            <a:ext cx="3733800" cy="1295400"/>
          </a:xfrm>
          <a:prstGeom prst="straightConnector1">
            <a:avLst/>
          </a:prstGeom>
          <a:ln w="38100">
            <a:solidFill>
              <a:schemeClr val="accent3"/>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3114748" y="5100762"/>
            <a:ext cx="365760" cy="438912"/>
          </a:xfrm>
          <a:prstGeom prst="roundRect">
            <a:avLst/>
          </a:prstGeom>
        </p:spPr>
        <p:style>
          <a:lnRef idx="1">
            <a:schemeClr val="accent5"/>
          </a:lnRef>
          <a:fillRef idx="3">
            <a:schemeClr val="accent5"/>
          </a:fillRef>
          <a:effectRef idx="2">
            <a:schemeClr val="accent5"/>
          </a:effectRef>
          <a:fontRef idx="minor">
            <a:schemeClr val="lt1"/>
          </a:fontRef>
        </p:style>
        <p:txBody>
          <a:bodyPr wrap="square" rtlCol="0" anchor="ctr">
            <a:spAutoFit/>
          </a:bodyPr>
          <a:lstStyle/>
          <a:p>
            <a:r>
              <a:rPr lang="en-US" sz="2000" b="1" dirty="0" smtClean="0">
                <a:solidFill>
                  <a:schemeClr val="tx1"/>
                </a:solidFill>
                <a:effectLst>
                  <a:outerShdw blurRad="38100" dist="38100" dir="2700000" algn="tl">
                    <a:srgbClr val="000000">
                      <a:alpha val="43137"/>
                    </a:srgbClr>
                  </a:outerShdw>
                </a:effectLst>
                <a:latin typeface="+mj-lt"/>
              </a:rPr>
              <a:t>3</a:t>
            </a:r>
          </a:p>
        </p:txBody>
      </p:sp>
      <p:cxnSp>
        <p:nvCxnSpPr>
          <p:cNvPr id="61" name="Straight Arrow Connector 60"/>
          <p:cNvCxnSpPr/>
          <p:nvPr/>
        </p:nvCxnSpPr>
        <p:spPr>
          <a:xfrm>
            <a:off x="1984448" y="5176962"/>
            <a:ext cx="3657600" cy="1295400"/>
          </a:xfrm>
          <a:prstGeom prst="straightConnector1">
            <a:avLst/>
          </a:prstGeom>
          <a:ln w="38100">
            <a:solidFill>
              <a:schemeClr val="accent3"/>
            </a:solidFill>
            <a:tailEnd type="arrow"/>
          </a:ln>
        </p:spPr>
        <p:style>
          <a:lnRef idx="1">
            <a:schemeClr val="accent1"/>
          </a:lnRef>
          <a:fillRef idx="0">
            <a:schemeClr val="accent1"/>
          </a:fillRef>
          <a:effectRef idx="0">
            <a:schemeClr val="accent1"/>
          </a:effectRef>
          <a:fontRef idx="minor">
            <a:schemeClr val="tx1"/>
          </a:fontRef>
        </p:style>
      </p:cxnSp>
      <p:sp>
        <p:nvSpPr>
          <p:cNvPr id="62" name="TextBox 61"/>
          <p:cNvSpPr txBox="1"/>
          <p:nvPr/>
        </p:nvSpPr>
        <p:spPr>
          <a:xfrm>
            <a:off x="3813248" y="5634162"/>
            <a:ext cx="365760" cy="438912"/>
          </a:xfrm>
          <a:prstGeom prst="roundRect">
            <a:avLst/>
          </a:prstGeom>
        </p:spPr>
        <p:style>
          <a:lnRef idx="1">
            <a:schemeClr val="accent5"/>
          </a:lnRef>
          <a:fillRef idx="3">
            <a:schemeClr val="accent5"/>
          </a:fillRef>
          <a:effectRef idx="2">
            <a:schemeClr val="accent5"/>
          </a:effectRef>
          <a:fontRef idx="minor">
            <a:schemeClr val="lt1"/>
          </a:fontRef>
        </p:style>
        <p:txBody>
          <a:bodyPr wrap="square" rtlCol="0" anchor="ctr">
            <a:spAutoFit/>
          </a:bodyPr>
          <a:lstStyle/>
          <a:p>
            <a:r>
              <a:rPr lang="en-US" sz="2000" b="1" dirty="0" smtClean="0">
                <a:solidFill>
                  <a:schemeClr val="tx1"/>
                </a:solidFill>
                <a:effectLst>
                  <a:outerShdw blurRad="38100" dist="38100" dir="2700000" algn="tl">
                    <a:srgbClr val="000000">
                      <a:alpha val="43137"/>
                    </a:srgbClr>
                  </a:outerShdw>
                </a:effectLst>
                <a:latin typeface="+mj-lt"/>
              </a:rPr>
              <a:t>3</a:t>
            </a:r>
          </a:p>
        </p:txBody>
      </p:sp>
      <p:cxnSp>
        <p:nvCxnSpPr>
          <p:cNvPr id="63" name="Straight Arrow Connector 62"/>
          <p:cNvCxnSpPr/>
          <p:nvPr/>
        </p:nvCxnSpPr>
        <p:spPr>
          <a:xfrm>
            <a:off x="1984448" y="5557962"/>
            <a:ext cx="3219850" cy="1142876"/>
          </a:xfrm>
          <a:prstGeom prst="straightConnector1">
            <a:avLst/>
          </a:prstGeom>
          <a:ln w="38100">
            <a:solidFill>
              <a:schemeClr val="accent3"/>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64" name="TextBox 63"/>
          <p:cNvSpPr txBox="1"/>
          <p:nvPr/>
        </p:nvSpPr>
        <p:spPr>
          <a:xfrm>
            <a:off x="4413604" y="6261926"/>
            <a:ext cx="365760" cy="438912"/>
          </a:xfrm>
          <a:prstGeom prst="roundRect">
            <a:avLst/>
          </a:prstGeom>
        </p:spPr>
        <p:style>
          <a:lnRef idx="1">
            <a:schemeClr val="accent1"/>
          </a:lnRef>
          <a:fillRef idx="3">
            <a:schemeClr val="accent1"/>
          </a:fillRef>
          <a:effectRef idx="2">
            <a:schemeClr val="accent1"/>
          </a:effectRef>
          <a:fontRef idx="minor">
            <a:schemeClr val="lt1"/>
          </a:fontRef>
        </p:style>
        <p:txBody>
          <a:bodyPr wrap="square" rtlCol="0" anchor="ctr">
            <a:spAutoFit/>
          </a:bodyPr>
          <a:lstStyle/>
          <a:p>
            <a:r>
              <a:rPr lang="en-US" sz="2000" b="1" dirty="0" smtClean="0">
                <a:solidFill>
                  <a:schemeClr val="tx1"/>
                </a:solidFill>
                <a:effectLst>
                  <a:outerShdw blurRad="38100" dist="38100" dir="2700000" algn="tl">
                    <a:srgbClr val="000000">
                      <a:alpha val="43137"/>
                    </a:srgbClr>
                  </a:outerShdw>
                </a:effectLst>
                <a:latin typeface="+mj-lt"/>
              </a:rPr>
              <a:t>4</a:t>
            </a:r>
          </a:p>
        </p:txBody>
      </p:sp>
      <p:cxnSp>
        <p:nvCxnSpPr>
          <p:cNvPr id="65" name="Straight Arrow Connector 64"/>
          <p:cNvCxnSpPr/>
          <p:nvPr/>
        </p:nvCxnSpPr>
        <p:spPr>
          <a:xfrm flipV="1">
            <a:off x="1953968" y="2830749"/>
            <a:ext cx="3775623" cy="1050813"/>
          </a:xfrm>
          <a:prstGeom prst="straightConnector1">
            <a:avLst/>
          </a:prstGeom>
          <a:ln w="38100">
            <a:solidFill>
              <a:schemeClr val="accent3"/>
            </a:solidFill>
            <a:tailEnd type="arrow"/>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p:nvPr/>
        </p:nvCxnSpPr>
        <p:spPr>
          <a:xfrm flipV="1">
            <a:off x="1953968" y="3195762"/>
            <a:ext cx="3764280" cy="990600"/>
          </a:xfrm>
          <a:prstGeom prst="straightConnector1">
            <a:avLst/>
          </a:prstGeom>
          <a:ln w="38100">
            <a:solidFill>
              <a:schemeClr val="accent3"/>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70" name="TextBox 69"/>
          <p:cNvSpPr txBox="1"/>
          <p:nvPr/>
        </p:nvSpPr>
        <p:spPr>
          <a:xfrm>
            <a:off x="2594048" y="3823650"/>
            <a:ext cx="365760" cy="438912"/>
          </a:xfrm>
          <a:prstGeom prst="roundRect">
            <a:avLst/>
          </a:prstGeom>
          <a:solidFill>
            <a:schemeClr val="bg2"/>
          </a:solidFill>
          <a:ln>
            <a:solidFill>
              <a:schemeClr val="bg2"/>
            </a:solidFill>
          </a:ln>
        </p:spPr>
        <p:style>
          <a:lnRef idx="1">
            <a:schemeClr val="accent1"/>
          </a:lnRef>
          <a:fillRef idx="3">
            <a:schemeClr val="accent1"/>
          </a:fillRef>
          <a:effectRef idx="2">
            <a:schemeClr val="accent1"/>
          </a:effectRef>
          <a:fontRef idx="minor">
            <a:schemeClr val="lt1"/>
          </a:fontRef>
        </p:style>
        <p:txBody>
          <a:bodyPr wrap="square" rtlCol="0" anchor="ctr">
            <a:spAutoFit/>
          </a:bodyPr>
          <a:lstStyle/>
          <a:p>
            <a:r>
              <a:rPr lang="en-US" sz="2000" b="1" dirty="0" smtClean="0">
                <a:solidFill>
                  <a:schemeClr val="tx1"/>
                </a:solidFill>
                <a:effectLst>
                  <a:outerShdw blurRad="38100" dist="38100" dir="2700000" algn="tl">
                    <a:srgbClr val="000000">
                      <a:alpha val="43137"/>
                    </a:srgbClr>
                  </a:outerShdw>
                </a:effectLst>
                <a:latin typeface="+mj-lt"/>
              </a:rPr>
              <a:t>5</a:t>
            </a:r>
          </a:p>
        </p:txBody>
      </p:sp>
      <p:sp>
        <p:nvSpPr>
          <p:cNvPr id="71" name="TextBox 70"/>
          <p:cNvSpPr txBox="1"/>
          <p:nvPr/>
        </p:nvSpPr>
        <p:spPr>
          <a:xfrm>
            <a:off x="3114748" y="3290250"/>
            <a:ext cx="365760" cy="438912"/>
          </a:xfrm>
          <a:prstGeom prst="roundRect">
            <a:avLst/>
          </a:prstGeom>
          <a:ln/>
        </p:spPr>
        <p:style>
          <a:lnRef idx="1">
            <a:schemeClr val="accent1"/>
          </a:lnRef>
          <a:fillRef idx="3">
            <a:schemeClr val="accent1"/>
          </a:fillRef>
          <a:effectRef idx="2">
            <a:schemeClr val="accent1"/>
          </a:effectRef>
          <a:fontRef idx="minor">
            <a:schemeClr val="lt1"/>
          </a:fontRef>
        </p:style>
        <p:txBody>
          <a:bodyPr wrap="square" rtlCol="0" anchor="ctr">
            <a:spAutoFit/>
          </a:bodyPr>
          <a:lstStyle/>
          <a:p>
            <a:r>
              <a:rPr lang="en-US" sz="2000" b="1" dirty="0" smtClean="0">
                <a:solidFill>
                  <a:schemeClr val="tx1"/>
                </a:solidFill>
                <a:effectLst>
                  <a:outerShdw blurRad="38100" dist="38100" dir="2700000" algn="tl">
                    <a:srgbClr val="000000">
                      <a:alpha val="43137"/>
                    </a:srgbClr>
                  </a:outerShdw>
                </a:effectLst>
                <a:latin typeface="+mj-lt"/>
              </a:rPr>
              <a:t>4</a:t>
            </a:r>
          </a:p>
        </p:txBody>
      </p:sp>
      <p:cxnSp>
        <p:nvCxnSpPr>
          <p:cNvPr id="72" name="Straight Arrow Connector 71"/>
          <p:cNvCxnSpPr/>
          <p:nvPr/>
        </p:nvCxnSpPr>
        <p:spPr>
          <a:xfrm flipV="1">
            <a:off x="1953968" y="2509962"/>
            <a:ext cx="3764280" cy="990600"/>
          </a:xfrm>
          <a:prstGeom prst="straightConnector1">
            <a:avLst/>
          </a:prstGeom>
          <a:ln w="38100">
            <a:solidFill>
              <a:schemeClr val="accent3"/>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a:off x="3813248" y="2756850"/>
            <a:ext cx="365760" cy="480804"/>
          </a:xfrm>
          <a:prstGeom prst="roundRect">
            <a:avLst/>
          </a:prstGeom>
          <a:ln>
            <a:headEnd type="none" w="med" len="med"/>
            <a:tailEnd type="none" w="med" len="med"/>
          </a:ln>
        </p:spPr>
        <p:style>
          <a:lnRef idx="1">
            <a:schemeClr val="accent6"/>
          </a:lnRef>
          <a:fillRef idx="3">
            <a:schemeClr val="accent6"/>
          </a:fillRef>
          <a:effectRef idx="2">
            <a:schemeClr val="accent6"/>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2000" dirty="0" smtClean="0">
                <a:solidFill>
                  <a:srgbClr val="FFFFFF"/>
                </a:solidFill>
                <a:latin typeface="+mj-lt"/>
              </a:rPr>
              <a:t>2</a:t>
            </a:r>
            <a:endParaRPr lang="en-US" sz="2300" dirty="0" smtClean="0">
              <a:solidFill>
                <a:srgbClr val="FFFFFF"/>
              </a:solidFill>
              <a:latin typeface="+mj-lt"/>
            </a:endParaRPr>
          </a:p>
        </p:txBody>
      </p:sp>
      <p:cxnSp>
        <p:nvCxnSpPr>
          <p:cNvPr id="74" name="Straight Arrow Connector 73"/>
          <p:cNvCxnSpPr/>
          <p:nvPr/>
        </p:nvCxnSpPr>
        <p:spPr>
          <a:xfrm flipV="1">
            <a:off x="2013626" y="2068002"/>
            <a:ext cx="3780822" cy="1035121"/>
          </a:xfrm>
          <a:prstGeom prst="straightConnector1">
            <a:avLst/>
          </a:prstGeom>
          <a:ln w="38100">
            <a:solidFill>
              <a:schemeClr val="accent3"/>
            </a:solidFill>
            <a:tailEnd type="arrow"/>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4413604" y="2128962"/>
            <a:ext cx="365760" cy="438912"/>
          </a:xfrm>
          <a:prstGeom prst="roundRect">
            <a:avLst/>
          </a:prstGeom>
        </p:spPr>
        <p:style>
          <a:lnRef idx="1">
            <a:schemeClr val="accent2"/>
          </a:lnRef>
          <a:fillRef idx="3">
            <a:schemeClr val="accent2"/>
          </a:fillRef>
          <a:effectRef idx="2">
            <a:schemeClr val="accent2"/>
          </a:effectRef>
          <a:fontRef idx="minor">
            <a:schemeClr val="lt1"/>
          </a:fontRef>
        </p:style>
        <p:txBody>
          <a:bodyPr wrap="square" rtlCol="0" anchor="ctr">
            <a:spAutoFit/>
          </a:bodyPr>
          <a:lstStyle/>
          <a:p>
            <a:r>
              <a:rPr lang="en-US" sz="2000" b="1" dirty="0" smtClean="0">
                <a:solidFill>
                  <a:schemeClr val="tx1"/>
                </a:solidFill>
                <a:effectLst>
                  <a:outerShdw blurRad="38100" dist="38100" dir="2700000" algn="tl">
                    <a:srgbClr val="000000">
                      <a:alpha val="43137"/>
                    </a:srgbClr>
                  </a:outerShdw>
                </a:effectLst>
                <a:latin typeface="+mj-lt"/>
              </a:rPr>
              <a:t>1</a:t>
            </a:r>
          </a:p>
        </p:txBody>
      </p:sp>
      <p:sp>
        <p:nvSpPr>
          <p:cNvPr id="25" name="TextBox 24"/>
          <p:cNvSpPr txBox="1"/>
          <p:nvPr/>
        </p:nvSpPr>
        <p:spPr>
          <a:xfrm>
            <a:off x="381000" y="2572077"/>
            <a:ext cx="1524000" cy="1021556"/>
          </a:xfrm>
          <a:prstGeom prst="roundRect">
            <a:avLst/>
          </a:prstGeom>
          <a:ln/>
        </p:spPr>
        <p:style>
          <a:lnRef idx="1">
            <a:schemeClr val="accent2"/>
          </a:lnRef>
          <a:fillRef idx="3">
            <a:schemeClr val="accent2"/>
          </a:fillRef>
          <a:effectRef idx="2">
            <a:schemeClr val="accent2"/>
          </a:effectRef>
          <a:fontRef idx="minor">
            <a:schemeClr val="lt1"/>
          </a:fontRef>
        </p:style>
        <p:txBody>
          <a:bodyPr wrap="square" rtlCol="0">
            <a:spAutoFit/>
          </a:bodyPr>
          <a:lstStyle/>
          <a:p>
            <a:pPr algn="ctr"/>
            <a:r>
              <a:rPr lang="en-US" b="1" dirty="0" smtClean="0">
                <a:solidFill>
                  <a:schemeClr val="tx1"/>
                </a:solidFill>
                <a:effectLst>
                  <a:outerShdw blurRad="38100" dist="38100" dir="2700000" algn="tl">
                    <a:srgbClr val="000000">
                      <a:alpha val="43137"/>
                    </a:srgbClr>
                  </a:outerShdw>
                </a:effectLst>
                <a:latin typeface="+mj-lt"/>
              </a:rPr>
              <a:t>End User w/web browser</a:t>
            </a:r>
          </a:p>
        </p:txBody>
      </p:sp>
      <p:pic>
        <p:nvPicPr>
          <p:cNvPr id="98" name="Picture 4" descr="C:\Users\alogan\Desktop\Presentation Artwork\Latest DVD\Artwork_Imagery\Hardware Photos\OEM HW\SERVERS\HP ProLiant DL365 G5.png"/>
          <p:cNvPicPr>
            <a:picLocks noChangeAspect="1" noChangeArrowheads="1"/>
          </p:cNvPicPr>
          <p:nvPr/>
        </p:nvPicPr>
        <p:blipFill>
          <a:blip r:embed="rId3" cstate="print"/>
          <a:srcRect/>
          <a:stretch>
            <a:fillRect/>
          </a:stretch>
        </p:blipFill>
        <p:spPr bwMode="auto">
          <a:xfrm>
            <a:off x="6019798" y="5770812"/>
            <a:ext cx="2438405" cy="350521"/>
          </a:xfrm>
          <a:prstGeom prst="rect">
            <a:avLst/>
          </a:prstGeom>
          <a:noFill/>
        </p:spPr>
      </p:pic>
      <p:pic>
        <p:nvPicPr>
          <p:cNvPr id="99" name="Picture 4" descr="C:\Users\alogan\Desktop\Presentation Artwork\Latest DVD\Artwork_Imagery\Hardware Photos\OEM HW\SERVERS\HP ProLiant DL365 G5.png"/>
          <p:cNvPicPr>
            <a:picLocks noChangeAspect="1" noChangeArrowheads="1"/>
          </p:cNvPicPr>
          <p:nvPr/>
        </p:nvPicPr>
        <p:blipFill>
          <a:blip r:embed="rId3" cstate="print"/>
          <a:srcRect/>
          <a:stretch>
            <a:fillRect/>
          </a:stretch>
        </p:blipFill>
        <p:spPr bwMode="auto">
          <a:xfrm>
            <a:off x="6019798" y="5618412"/>
            <a:ext cx="2438405" cy="350521"/>
          </a:xfrm>
          <a:prstGeom prst="rect">
            <a:avLst/>
          </a:prstGeom>
          <a:noFill/>
        </p:spPr>
      </p:pic>
      <p:pic>
        <p:nvPicPr>
          <p:cNvPr id="100" name="Picture 4" descr="C:\Users\alogan\Desktop\Presentation Artwork\Latest DVD\Artwork_Imagery\Hardware Photos\OEM HW\SERVERS\HP ProLiant DL365 G5.png"/>
          <p:cNvPicPr>
            <a:picLocks noChangeAspect="1" noChangeArrowheads="1"/>
          </p:cNvPicPr>
          <p:nvPr/>
        </p:nvPicPr>
        <p:blipFill>
          <a:blip r:embed="rId3" cstate="print"/>
          <a:srcRect/>
          <a:stretch>
            <a:fillRect/>
          </a:stretch>
        </p:blipFill>
        <p:spPr bwMode="auto">
          <a:xfrm>
            <a:off x="6019798" y="5419101"/>
            <a:ext cx="2438405" cy="350521"/>
          </a:xfrm>
          <a:prstGeom prst="rect">
            <a:avLst/>
          </a:prstGeom>
          <a:noFill/>
        </p:spPr>
      </p:pic>
      <p:pic>
        <p:nvPicPr>
          <p:cNvPr id="101" name="Picture 4" descr="C:\Users\alogan\Desktop\Presentation Artwork\Latest DVD\Artwork_Imagery\Hardware Photos\OEM HW\SERVERS\HP ProLiant DL365 G5.png"/>
          <p:cNvPicPr>
            <a:picLocks noChangeAspect="1" noChangeArrowheads="1"/>
          </p:cNvPicPr>
          <p:nvPr/>
        </p:nvPicPr>
        <p:blipFill>
          <a:blip r:embed="rId3" cstate="print"/>
          <a:srcRect/>
          <a:stretch>
            <a:fillRect/>
          </a:stretch>
        </p:blipFill>
        <p:spPr bwMode="auto">
          <a:xfrm>
            <a:off x="6019798" y="5237412"/>
            <a:ext cx="2438405" cy="350521"/>
          </a:xfrm>
          <a:prstGeom prst="rect">
            <a:avLst/>
          </a:prstGeom>
          <a:noFill/>
        </p:spPr>
      </p:pic>
      <p:pic>
        <p:nvPicPr>
          <p:cNvPr id="102" name="Picture 4" descr="C:\Users\alogan\Desktop\Presentation Artwork\Latest DVD\Artwork_Imagery\Hardware Photos\OEM HW\SERVERS\HP ProLiant DL365 G5.png"/>
          <p:cNvPicPr>
            <a:picLocks noChangeAspect="1" noChangeArrowheads="1"/>
          </p:cNvPicPr>
          <p:nvPr/>
        </p:nvPicPr>
        <p:blipFill>
          <a:blip r:embed="rId3" cstate="print"/>
          <a:srcRect/>
          <a:stretch>
            <a:fillRect/>
          </a:stretch>
        </p:blipFill>
        <p:spPr bwMode="auto">
          <a:xfrm>
            <a:off x="6019798" y="5038101"/>
            <a:ext cx="2438405" cy="350521"/>
          </a:xfrm>
          <a:prstGeom prst="rect">
            <a:avLst/>
          </a:prstGeom>
          <a:noFill/>
        </p:spPr>
      </p:pic>
      <p:sp>
        <p:nvSpPr>
          <p:cNvPr id="33" name="TextBox 32"/>
          <p:cNvSpPr txBox="1"/>
          <p:nvPr/>
        </p:nvSpPr>
        <p:spPr>
          <a:xfrm>
            <a:off x="5731218" y="2837286"/>
            <a:ext cx="3384645" cy="2148280"/>
          </a:xfrm>
          <a:prstGeom prst="rect">
            <a:avLst/>
          </a:prstGeom>
          <a:noFill/>
        </p:spPr>
        <p:txBody>
          <a:bodyPr wrap="square" rtlCol="0">
            <a:spAutoFit/>
          </a:bodyPr>
          <a:lstStyle/>
          <a:p>
            <a:r>
              <a:rPr lang="en-US" sz="1600" b="1" dirty="0" smtClean="0">
                <a:solidFill>
                  <a:schemeClr val="accent3"/>
                </a:solidFill>
              </a:rPr>
              <a:t>Integration Steps:</a:t>
            </a:r>
          </a:p>
          <a:p>
            <a:pPr marL="342900" indent="-342900">
              <a:lnSpc>
                <a:spcPct val="120000"/>
              </a:lnSpc>
              <a:buAutoNum type="arabicPeriod"/>
            </a:pPr>
            <a:r>
              <a:rPr lang="en-US" sz="1400" dirty="0" smtClean="0"/>
              <a:t>Register </a:t>
            </a:r>
            <a:r>
              <a:rPr lang="en-US" sz="1400" dirty="0" err="1" smtClean="0"/>
              <a:t>AppID</a:t>
            </a:r>
            <a:endParaRPr lang="en-US" sz="1400" dirty="0" smtClean="0"/>
          </a:p>
          <a:p>
            <a:pPr marL="342900" indent="-342900">
              <a:lnSpc>
                <a:spcPct val="120000"/>
              </a:lnSpc>
              <a:buAutoNum type="arabicPeriod"/>
            </a:pPr>
            <a:r>
              <a:rPr lang="en-US" sz="1400" dirty="0" smtClean="0"/>
              <a:t>Get </a:t>
            </a:r>
            <a:r>
              <a:rPr lang="en-US" sz="1400" dirty="0" err="1" smtClean="0"/>
              <a:t>WebAuth</a:t>
            </a:r>
            <a:r>
              <a:rPr lang="en-US" sz="1400" dirty="0" smtClean="0"/>
              <a:t> library module from SDK</a:t>
            </a:r>
          </a:p>
          <a:p>
            <a:pPr marL="342900" indent="-342900">
              <a:lnSpc>
                <a:spcPct val="120000"/>
              </a:lnSpc>
              <a:buAutoNum type="arabicPeriod"/>
            </a:pPr>
            <a:r>
              <a:rPr lang="en-US" sz="1400" dirty="0" smtClean="0"/>
              <a:t>Use WL Tool ASP.NET controls – </a:t>
            </a:r>
            <a:r>
              <a:rPr lang="en-US" sz="1400" dirty="0" err="1" smtClean="0"/>
              <a:t>IDLoginStatus</a:t>
            </a:r>
            <a:r>
              <a:rPr lang="en-US" sz="1400" dirty="0" smtClean="0"/>
              <a:t> and/or </a:t>
            </a:r>
            <a:r>
              <a:rPr lang="en-US" sz="1400" dirty="0" err="1" smtClean="0"/>
              <a:t>IDLoginView</a:t>
            </a:r>
            <a:endParaRPr lang="en-US" sz="1400" dirty="0" smtClean="0"/>
          </a:p>
          <a:p>
            <a:pPr marL="342900" indent="-342900">
              <a:lnSpc>
                <a:spcPct val="120000"/>
              </a:lnSpc>
              <a:buAutoNum type="arabicPeriod"/>
            </a:pPr>
            <a:r>
              <a:rPr lang="en-US" sz="1400" dirty="0" smtClean="0"/>
              <a:t>Create Member ID association page (optional)</a:t>
            </a:r>
          </a:p>
          <a:p>
            <a:pPr marL="342900" indent="-342900">
              <a:lnSpc>
                <a:spcPct val="120000"/>
              </a:lnSpc>
              <a:buAutoNum type="arabicPeriod"/>
            </a:pPr>
            <a:r>
              <a:rPr lang="en-US" sz="1400" dirty="0" smtClean="0"/>
              <a:t>Test &amp; deploy!</a:t>
            </a:r>
            <a:endParaRPr lang="en-US" sz="1400" dirty="0"/>
          </a:p>
        </p:txBody>
      </p:sp>
      <p:sp>
        <p:nvSpPr>
          <p:cNvPr id="32" name="Rectangle 31"/>
          <p:cNvSpPr/>
          <p:nvPr/>
        </p:nvSpPr>
        <p:spPr>
          <a:xfrm>
            <a:off x="381000" y="1420813"/>
            <a:ext cx="8382000" cy="338554"/>
          </a:xfrm>
          <a:prstGeom prst="rect">
            <a:avLst/>
          </a:prstGeom>
        </p:spPr>
        <p:txBody>
          <a:bodyPr wrap="square">
            <a:spAutoFit/>
          </a:bodyPr>
          <a:lstStyle/>
          <a:p>
            <a:pPr algn="ctr"/>
            <a:r>
              <a:rPr lang="en-US" sz="1600" dirty="0" smtClean="0"/>
              <a:t>Windows Live ID Web Authentication SDK Docs </a:t>
            </a:r>
            <a:r>
              <a:rPr lang="en-US" sz="1600" dirty="0" smtClean="0">
                <a:hlinkClick r:id="rId5"/>
              </a:rPr>
              <a:t>http://go.microsoft.com/fwlink/?LinkID=91762</a:t>
            </a:r>
            <a:r>
              <a:rPr lang="en-US" sz="1600" dirty="0" smtClean="0"/>
              <a:t> </a:t>
            </a:r>
            <a:endParaRPr lang="en-US" sz="16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74"/>
                                        </p:tgtEl>
                                        <p:attrNameLst>
                                          <p:attrName>style.visibility</p:attrName>
                                        </p:attrNameLst>
                                      </p:cBhvr>
                                      <p:to>
                                        <p:strVal val="visible"/>
                                      </p:to>
                                    </p:set>
                                    <p:animEffect transition="in" filter="wipe(left)">
                                      <p:cBhvr>
                                        <p:cTn id="7" dur="500"/>
                                        <p:tgtEl>
                                          <p:spTgt spid="7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75"/>
                                        </p:tgtEl>
                                        <p:attrNameLst>
                                          <p:attrName>style.visibility</p:attrName>
                                        </p:attrNameLst>
                                      </p:cBhvr>
                                      <p:to>
                                        <p:strVal val="visible"/>
                                      </p:to>
                                    </p:set>
                                    <p:animEffect transition="in" filter="wipe(left)">
                                      <p:cBhvr>
                                        <p:cTn id="10" dur="500"/>
                                        <p:tgtEl>
                                          <p:spTgt spid="7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nodeType="clickEffect">
                                  <p:stCondLst>
                                    <p:cond delay="0"/>
                                  </p:stCondLst>
                                  <p:childTnLst>
                                    <p:set>
                                      <p:cBhvr>
                                        <p:cTn id="14" dur="1" fill="hold">
                                          <p:stCondLst>
                                            <p:cond delay="0"/>
                                          </p:stCondLst>
                                        </p:cTn>
                                        <p:tgtEl>
                                          <p:spTgt spid="72"/>
                                        </p:tgtEl>
                                        <p:attrNameLst>
                                          <p:attrName>style.visibility</p:attrName>
                                        </p:attrNameLst>
                                      </p:cBhvr>
                                      <p:to>
                                        <p:strVal val="visible"/>
                                      </p:to>
                                    </p:set>
                                    <p:animEffect transition="in" filter="wipe(right)">
                                      <p:cBhvr>
                                        <p:cTn id="15" dur="500"/>
                                        <p:tgtEl>
                                          <p:spTgt spid="72"/>
                                        </p:tgtEl>
                                      </p:cBhvr>
                                    </p:animEffect>
                                  </p:childTnLst>
                                </p:cTn>
                              </p:par>
                              <p:par>
                                <p:cTn id="16" presetID="22" presetClass="entr" presetSubtype="2" fill="hold" grpId="0" nodeType="withEffect">
                                  <p:stCondLst>
                                    <p:cond delay="0"/>
                                  </p:stCondLst>
                                  <p:childTnLst>
                                    <p:set>
                                      <p:cBhvr>
                                        <p:cTn id="17" dur="1" fill="hold">
                                          <p:stCondLst>
                                            <p:cond delay="0"/>
                                          </p:stCondLst>
                                        </p:cTn>
                                        <p:tgtEl>
                                          <p:spTgt spid="73"/>
                                        </p:tgtEl>
                                        <p:attrNameLst>
                                          <p:attrName>style.visibility</p:attrName>
                                        </p:attrNameLst>
                                      </p:cBhvr>
                                      <p:to>
                                        <p:strVal val="visible"/>
                                      </p:to>
                                    </p:set>
                                    <p:animEffect transition="in" filter="wipe(right)">
                                      <p:cBhvr>
                                        <p:cTn id="18" dur="500"/>
                                        <p:tgtEl>
                                          <p:spTgt spid="73"/>
                                        </p:tgtEl>
                                      </p:cBhvr>
                                    </p:animEffect>
                                  </p:childTnLst>
                                </p:cTn>
                              </p:par>
                            </p:childTnLst>
                          </p:cTn>
                        </p:par>
                        <p:par>
                          <p:cTn id="19" fill="hold">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47"/>
                                        </p:tgtEl>
                                        <p:attrNameLst>
                                          <p:attrName>style.visibility</p:attrName>
                                        </p:attrNameLst>
                                      </p:cBhvr>
                                      <p:to>
                                        <p:strVal val="visible"/>
                                      </p:to>
                                    </p:set>
                                    <p:animEffect transition="in" filter="wipe(left)">
                                      <p:cBhvr>
                                        <p:cTn id="22" dur="500"/>
                                        <p:tgtEl>
                                          <p:spTgt spid="47"/>
                                        </p:tgtEl>
                                      </p:cBhvr>
                                    </p:animEffect>
                                  </p:childTnLst>
                                </p:cTn>
                              </p:par>
                              <p:par>
                                <p:cTn id="23" presetID="22" presetClass="entr" presetSubtype="8" fill="hold" nodeType="withEffect">
                                  <p:stCondLst>
                                    <p:cond delay="0"/>
                                  </p:stCondLst>
                                  <p:childTnLst>
                                    <p:set>
                                      <p:cBhvr>
                                        <p:cTn id="24" dur="1" fill="hold">
                                          <p:stCondLst>
                                            <p:cond delay="0"/>
                                          </p:stCondLst>
                                        </p:cTn>
                                        <p:tgtEl>
                                          <p:spTgt spid="46"/>
                                        </p:tgtEl>
                                        <p:attrNameLst>
                                          <p:attrName>style.visibility</p:attrName>
                                        </p:attrNameLst>
                                      </p:cBhvr>
                                      <p:to>
                                        <p:strVal val="visible"/>
                                      </p:to>
                                    </p:set>
                                    <p:animEffect transition="in" filter="wipe(left)">
                                      <p:cBhvr>
                                        <p:cTn id="25" dur="500"/>
                                        <p:tgtEl>
                                          <p:spTgt spid="4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2" fill="hold" grpId="0" nodeType="clickEffect">
                                  <p:stCondLst>
                                    <p:cond delay="0"/>
                                  </p:stCondLst>
                                  <p:childTnLst>
                                    <p:set>
                                      <p:cBhvr>
                                        <p:cTn id="29" dur="1" fill="hold">
                                          <p:stCondLst>
                                            <p:cond delay="0"/>
                                          </p:stCondLst>
                                        </p:cTn>
                                        <p:tgtEl>
                                          <p:spTgt spid="60"/>
                                        </p:tgtEl>
                                        <p:attrNameLst>
                                          <p:attrName>style.visibility</p:attrName>
                                        </p:attrNameLst>
                                      </p:cBhvr>
                                      <p:to>
                                        <p:strVal val="visible"/>
                                      </p:to>
                                    </p:set>
                                    <p:animEffect transition="in" filter="wipe(right)">
                                      <p:cBhvr>
                                        <p:cTn id="30" dur="500"/>
                                        <p:tgtEl>
                                          <p:spTgt spid="60"/>
                                        </p:tgtEl>
                                      </p:cBhvr>
                                    </p:animEffect>
                                  </p:childTnLst>
                                </p:cTn>
                              </p:par>
                              <p:par>
                                <p:cTn id="31" presetID="22" presetClass="entr" presetSubtype="2" fill="hold" nodeType="withEffect">
                                  <p:stCondLst>
                                    <p:cond delay="0"/>
                                  </p:stCondLst>
                                  <p:childTnLst>
                                    <p:set>
                                      <p:cBhvr>
                                        <p:cTn id="32" dur="1" fill="hold">
                                          <p:stCondLst>
                                            <p:cond delay="0"/>
                                          </p:stCondLst>
                                        </p:cTn>
                                        <p:tgtEl>
                                          <p:spTgt spid="59"/>
                                        </p:tgtEl>
                                        <p:attrNameLst>
                                          <p:attrName>style.visibility</p:attrName>
                                        </p:attrNameLst>
                                      </p:cBhvr>
                                      <p:to>
                                        <p:strVal val="visible"/>
                                      </p:to>
                                    </p:set>
                                    <p:animEffect transition="in" filter="wipe(right)">
                                      <p:cBhvr>
                                        <p:cTn id="33" dur="500"/>
                                        <p:tgtEl>
                                          <p:spTgt spid="59"/>
                                        </p:tgtEl>
                                      </p:cBhvr>
                                    </p:animEffect>
                                  </p:childTnLst>
                                </p:cTn>
                              </p:par>
                            </p:childTnLst>
                          </p:cTn>
                        </p:par>
                        <p:par>
                          <p:cTn id="34" fill="hold">
                            <p:stCondLst>
                              <p:cond delay="500"/>
                            </p:stCondLst>
                            <p:childTnLst>
                              <p:par>
                                <p:cTn id="35" presetID="22" presetClass="entr" presetSubtype="8" fill="hold" grpId="0" nodeType="afterEffect">
                                  <p:stCondLst>
                                    <p:cond delay="0"/>
                                  </p:stCondLst>
                                  <p:childTnLst>
                                    <p:set>
                                      <p:cBhvr>
                                        <p:cTn id="36" dur="1" fill="hold">
                                          <p:stCondLst>
                                            <p:cond delay="0"/>
                                          </p:stCondLst>
                                        </p:cTn>
                                        <p:tgtEl>
                                          <p:spTgt spid="62"/>
                                        </p:tgtEl>
                                        <p:attrNameLst>
                                          <p:attrName>style.visibility</p:attrName>
                                        </p:attrNameLst>
                                      </p:cBhvr>
                                      <p:to>
                                        <p:strVal val="visible"/>
                                      </p:to>
                                    </p:set>
                                    <p:animEffect transition="in" filter="wipe(left)">
                                      <p:cBhvr>
                                        <p:cTn id="37" dur="500"/>
                                        <p:tgtEl>
                                          <p:spTgt spid="62"/>
                                        </p:tgtEl>
                                      </p:cBhvr>
                                    </p:animEffect>
                                  </p:childTnLst>
                                </p:cTn>
                              </p:par>
                              <p:par>
                                <p:cTn id="38" presetID="22" presetClass="entr" presetSubtype="8" fill="hold" nodeType="withEffect">
                                  <p:stCondLst>
                                    <p:cond delay="0"/>
                                  </p:stCondLst>
                                  <p:childTnLst>
                                    <p:set>
                                      <p:cBhvr>
                                        <p:cTn id="39" dur="1" fill="hold">
                                          <p:stCondLst>
                                            <p:cond delay="0"/>
                                          </p:stCondLst>
                                        </p:cTn>
                                        <p:tgtEl>
                                          <p:spTgt spid="61"/>
                                        </p:tgtEl>
                                        <p:attrNameLst>
                                          <p:attrName>style.visibility</p:attrName>
                                        </p:attrNameLst>
                                      </p:cBhvr>
                                      <p:to>
                                        <p:strVal val="visible"/>
                                      </p:to>
                                    </p:set>
                                    <p:animEffect transition="in" filter="wipe(left)">
                                      <p:cBhvr>
                                        <p:cTn id="40" dur="500"/>
                                        <p:tgtEl>
                                          <p:spTgt spid="61"/>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2" fill="hold" grpId="0" nodeType="clickEffect">
                                  <p:stCondLst>
                                    <p:cond delay="0"/>
                                  </p:stCondLst>
                                  <p:childTnLst>
                                    <p:set>
                                      <p:cBhvr>
                                        <p:cTn id="44" dur="1" fill="hold">
                                          <p:stCondLst>
                                            <p:cond delay="0"/>
                                          </p:stCondLst>
                                        </p:cTn>
                                        <p:tgtEl>
                                          <p:spTgt spid="64"/>
                                        </p:tgtEl>
                                        <p:attrNameLst>
                                          <p:attrName>style.visibility</p:attrName>
                                        </p:attrNameLst>
                                      </p:cBhvr>
                                      <p:to>
                                        <p:strVal val="visible"/>
                                      </p:to>
                                    </p:set>
                                    <p:animEffect transition="in" filter="wipe(right)">
                                      <p:cBhvr>
                                        <p:cTn id="45" dur="500"/>
                                        <p:tgtEl>
                                          <p:spTgt spid="64"/>
                                        </p:tgtEl>
                                      </p:cBhvr>
                                    </p:animEffect>
                                  </p:childTnLst>
                                </p:cTn>
                              </p:par>
                              <p:par>
                                <p:cTn id="46" presetID="22" presetClass="entr" presetSubtype="2" fill="hold" nodeType="withEffect">
                                  <p:stCondLst>
                                    <p:cond delay="0"/>
                                  </p:stCondLst>
                                  <p:childTnLst>
                                    <p:set>
                                      <p:cBhvr>
                                        <p:cTn id="47" dur="1" fill="hold">
                                          <p:stCondLst>
                                            <p:cond delay="0"/>
                                          </p:stCondLst>
                                        </p:cTn>
                                        <p:tgtEl>
                                          <p:spTgt spid="63"/>
                                        </p:tgtEl>
                                        <p:attrNameLst>
                                          <p:attrName>style.visibility</p:attrName>
                                        </p:attrNameLst>
                                      </p:cBhvr>
                                      <p:to>
                                        <p:strVal val="visible"/>
                                      </p:to>
                                    </p:set>
                                    <p:animEffect transition="in" filter="wipe(right)">
                                      <p:cBhvr>
                                        <p:cTn id="48" dur="500"/>
                                        <p:tgtEl>
                                          <p:spTgt spid="63"/>
                                        </p:tgtEl>
                                      </p:cBhvr>
                                    </p:animEffect>
                                  </p:childTnLst>
                                </p:cTn>
                              </p:par>
                            </p:childTnLst>
                          </p:cTn>
                        </p:par>
                        <p:par>
                          <p:cTn id="49" fill="hold">
                            <p:stCondLst>
                              <p:cond delay="500"/>
                            </p:stCondLst>
                            <p:childTnLst>
                              <p:par>
                                <p:cTn id="50" presetID="22" presetClass="entr" presetSubtype="8" fill="hold" nodeType="afterEffect">
                                  <p:stCondLst>
                                    <p:cond delay="0"/>
                                  </p:stCondLst>
                                  <p:childTnLst>
                                    <p:set>
                                      <p:cBhvr>
                                        <p:cTn id="51" dur="1" fill="hold">
                                          <p:stCondLst>
                                            <p:cond delay="0"/>
                                          </p:stCondLst>
                                        </p:cTn>
                                        <p:tgtEl>
                                          <p:spTgt spid="65"/>
                                        </p:tgtEl>
                                        <p:attrNameLst>
                                          <p:attrName>style.visibility</p:attrName>
                                        </p:attrNameLst>
                                      </p:cBhvr>
                                      <p:to>
                                        <p:strVal val="visible"/>
                                      </p:to>
                                    </p:set>
                                    <p:animEffect transition="in" filter="wipe(left)">
                                      <p:cBhvr>
                                        <p:cTn id="52" dur="500"/>
                                        <p:tgtEl>
                                          <p:spTgt spid="65"/>
                                        </p:tgtEl>
                                      </p:cBhvr>
                                    </p:animEffect>
                                  </p:childTnLst>
                                </p:cTn>
                              </p:par>
                              <p:par>
                                <p:cTn id="53" presetID="22" presetClass="entr" presetSubtype="8" fill="hold" grpId="0" nodeType="withEffect">
                                  <p:stCondLst>
                                    <p:cond delay="0"/>
                                  </p:stCondLst>
                                  <p:childTnLst>
                                    <p:set>
                                      <p:cBhvr>
                                        <p:cTn id="54" dur="1" fill="hold">
                                          <p:stCondLst>
                                            <p:cond delay="0"/>
                                          </p:stCondLst>
                                        </p:cTn>
                                        <p:tgtEl>
                                          <p:spTgt spid="71"/>
                                        </p:tgtEl>
                                        <p:attrNameLst>
                                          <p:attrName>style.visibility</p:attrName>
                                        </p:attrNameLst>
                                      </p:cBhvr>
                                      <p:to>
                                        <p:strVal val="visible"/>
                                      </p:to>
                                    </p:set>
                                    <p:animEffect transition="in" filter="wipe(left)">
                                      <p:cBhvr>
                                        <p:cTn id="55" dur="500"/>
                                        <p:tgtEl>
                                          <p:spTgt spid="71"/>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2" fill="hold" nodeType="clickEffect">
                                  <p:stCondLst>
                                    <p:cond delay="0"/>
                                  </p:stCondLst>
                                  <p:childTnLst>
                                    <p:set>
                                      <p:cBhvr>
                                        <p:cTn id="59" dur="1" fill="hold">
                                          <p:stCondLst>
                                            <p:cond delay="0"/>
                                          </p:stCondLst>
                                        </p:cTn>
                                        <p:tgtEl>
                                          <p:spTgt spid="67"/>
                                        </p:tgtEl>
                                        <p:attrNameLst>
                                          <p:attrName>style.visibility</p:attrName>
                                        </p:attrNameLst>
                                      </p:cBhvr>
                                      <p:to>
                                        <p:strVal val="visible"/>
                                      </p:to>
                                    </p:set>
                                    <p:animEffect transition="in" filter="wipe(right)">
                                      <p:cBhvr>
                                        <p:cTn id="60" dur="500"/>
                                        <p:tgtEl>
                                          <p:spTgt spid="67"/>
                                        </p:tgtEl>
                                      </p:cBhvr>
                                    </p:animEffect>
                                  </p:childTnLst>
                                </p:cTn>
                              </p:par>
                              <p:par>
                                <p:cTn id="61" presetID="22" presetClass="entr" presetSubtype="2" fill="hold" grpId="0" nodeType="withEffect">
                                  <p:stCondLst>
                                    <p:cond delay="0"/>
                                  </p:stCondLst>
                                  <p:childTnLst>
                                    <p:set>
                                      <p:cBhvr>
                                        <p:cTn id="62" dur="1" fill="hold">
                                          <p:stCondLst>
                                            <p:cond delay="0"/>
                                          </p:stCondLst>
                                        </p:cTn>
                                        <p:tgtEl>
                                          <p:spTgt spid="70"/>
                                        </p:tgtEl>
                                        <p:attrNameLst>
                                          <p:attrName>style.visibility</p:attrName>
                                        </p:attrNameLst>
                                      </p:cBhvr>
                                      <p:to>
                                        <p:strVal val="visible"/>
                                      </p:to>
                                    </p:set>
                                    <p:animEffect transition="in" filter="wipe(right)">
                                      <p:cBhvr>
                                        <p:cTn id="63" dur="500"/>
                                        <p:tgtEl>
                                          <p:spTgt spid="70"/>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33"/>
                                        </p:tgtEl>
                                        <p:attrNameLst>
                                          <p:attrName>style.visibility</p:attrName>
                                        </p:attrNameLst>
                                      </p:cBhvr>
                                      <p:to>
                                        <p:strVal val="visible"/>
                                      </p:to>
                                    </p:set>
                                  </p:childTnLst>
                                </p:cTn>
                              </p:par>
                            </p:childTnLst>
                          </p:cTn>
                        </p:par>
                        <p:par>
                          <p:cTn id="68" fill="hold">
                            <p:stCondLst>
                              <p:cond delay="0"/>
                            </p:stCondLst>
                            <p:childTnLst>
                              <p:par>
                                <p:cTn id="69" presetID="1" presetClass="entr" presetSubtype="0" fill="hold" grpId="0" nodeType="afterEffect">
                                  <p:stCondLst>
                                    <p:cond delay="0"/>
                                  </p:stCondLst>
                                  <p:childTnLst>
                                    <p:set>
                                      <p:cBhvr>
                                        <p:cTn id="70"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60" grpId="0" animBg="1"/>
      <p:bldP spid="62" grpId="0" animBg="1"/>
      <p:bldP spid="64" grpId="0" animBg="1"/>
      <p:bldP spid="70" grpId="0" animBg="1"/>
      <p:bldP spid="71" grpId="0" animBg="1"/>
      <p:bldP spid="73" grpId="0" animBg="1"/>
      <p:bldP spid="75" grpId="0" animBg="1"/>
      <p:bldP spid="33" grpId="0"/>
      <p:bldP spid="3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382000" cy="997196"/>
          </a:xfrm>
        </p:spPr>
        <p:txBody>
          <a:bodyPr/>
          <a:lstStyle/>
          <a:p>
            <a:r>
              <a:rPr smtClean="0"/>
              <a:t>Windows Live Tools</a:t>
            </a:r>
            <a:br>
              <a:rPr smtClean="0"/>
            </a:br>
            <a:r>
              <a:rPr sz="3200" smtClean="0"/>
              <a:t>IDLoginStatus Control (ASP.NET)</a:t>
            </a:r>
            <a:endParaRPr lang="en-US" sz="3200" dirty="0"/>
          </a:p>
        </p:txBody>
      </p:sp>
      <p:sp>
        <p:nvSpPr>
          <p:cNvPr id="3" name="Text Placeholder 2"/>
          <p:cNvSpPr>
            <a:spLocks noGrp="1"/>
          </p:cNvSpPr>
          <p:nvPr>
            <p:ph type="body" sz="quarter" idx="10"/>
          </p:nvPr>
        </p:nvSpPr>
        <p:spPr>
          <a:xfrm>
            <a:off x="576072" y="1463040"/>
            <a:ext cx="8162814" cy="5169254"/>
          </a:xfrm>
        </p:spPr>
        <p:txBody>
          <a:bodyPr>
            <a:normAutofit/>
          </a:bodyPr>
          <a:lstStyle/>
          <a:p>
            <a:r>
              <a:rPr lang="en-US" sz="3600" dirty="0" smtClean="0"/>
              <a:t>&lt;</a:t>
            </a:r>
            <a:r>
              <a:rPr lang="en-US" sz="3600" dirty="0" err="1" smtClean="0">
                <a:solidFill>
                  <a:schemeClr val="accent6"/>
                </a:solidFill>
              </a:rPr>
              <a:t>live:IDLoginStatus</a:t>
            </a:r>
            <a:r>
              <a:rPr lang="en-US" sz="3600" dirty="0" smtClean="0"/>
              <a:t> </a:t>
            </a:r>
          </a:p>
          <a:p>
            <a:pPr lvl="1"/>
            <a:r>
              <a:rPr lang="en-US" sz="3200" dirty="0" smtClean="0"/>
              <a:t>ID="IDLoginStatus1"</a:t>
            </a:r>
          </a:p>
          <a:p>
            <a:pPr lvl="1"/>
            <a:r>
              <a:rPr lang="en-US" sz="3200" dirty="0" err="1" smtClean="0"/>
              <a:t>runat</a:t>
            </a:r>
            <a:r>
              <a:rPr lang="en-US" sz="3200" dirty="0" smtClean="0"/>
              <a:t>="server" </a:t>
            </a:r>
          </a:p>
          <a:p>
            <a:pPr lvl="1"/>
            <a:r>
              <a:rPr lang="en-US" sz="3200" dirty="0" err="1" smtClean="0"/>
              <a:t>ApplicationContext</a:t>
            </a:r>
            <a:r>
              <a:rPr lang="en-US" sz="3200" dirty="0" smtClean="0"/>
              <a:t>="</a:t>
            </a:r>
            <a:r>
              <a:rPr lang="en-US" sz="3200" dirty="0" err="1" smtClean="0">
                <a:solidFill>
                  <a:schemeClr val="accent4"/>
                </a:solidFill>
              </a:rPr>
              <a:t>welcomepage</a:t>
            </a:r>
            <a:r>
              <a:rPr lang="en-US" sz="3200" dirty="0" smtClean="0"/>
              <a:t>"</a:t>
            </a:r>
          </a:p>
          <a:p>
            <a:pPr lvl="1"/>
            <a:r>
              <a:rPr lang="en-US" sz="3200" dirty="0" err="1" smtClean="0"/>
              <a:t>BackColor</a:t>
            </a:r>
            <a:r>
              <a:rPr lang="en-US" sz="3200" dirty="0" smtClean="0"/>
              <a:t>="</a:t>
            </a:r>
            <a:r>
              <a:rPr lang="en-US" sz="3200" dirty="0" smtClean="0">
                <a:solidFill>
                  <a:schemeClr val="accent4"/>
                </a:solidFill>
              </a:rPr>
              <a:t>#E5ECE5</a:t>
            </a:r>
            <a:r>
              <a:rPr lang="en-US" sz="3200" dirty="0" smtClean="0"/>
              <a:t>“</a:t>
            </a:r>
          </a:p>
          <a:p>
            <a:pPr lvl="1"/>
            <a:r>
              <a:rPr lang="en-US" sz="3200" dirty="0" err="1" smtClean="0"/>
              <a:t>onserversignin</a:t>
            </a:r>
            <a:r>
              <a:rPr lang="en-US" sz="3200" dirty="0" smtClean="0"/>
              <a:t>=</a:t>
            </a:r>
          </a:p>
          <a:p>
            <a:pPr lvl="2"/>
            <a:r>
              <a:rPr lang="en-US" sz="3200" dirty="0" smtClean="0"/>
              <a:t>"</a:t>
            </a:r>
            <a:r>
              <a:rPr lang="en-US" sz="3200" dirty="0" smtClean="0">
                <a:solidFill>
                  <a:schemeClr val="accent5"/>
                </a:solidFill>
              </a:rPr>
              <a:t>IDLoginStatus1_ServerSignIn</a:t>
            </a:r>
            <a:r>
              <a:rPr lang="en-US" sz="3200" dirty="0" smtClean="0"/>
              <a:t>" </a:t>
            </a:r>
            <a:endParaRPr lang="en-US" sz="2800" dirty="0" smtClean="0"/>
          </a:p>
          <a:p>
            <a:pPr marL="377016" lvl="2" indent="0"/>
            <a:r>
              <a:rPr lang="en-US" sz="3200" dirty="0" err="1" smtClean="0"/>
              <a:t>onserversignout</a:t>
            </a:r>
            <a:r>
              <a:rPr lang="en-US" sz="3200" dirty="0" smtClean="0"/>
              <a:t>=</a:t>
            </a:r>
          </a:p>
          <a:p>
            <a:pPr marL="709055" lvl="3" indent="0"/>
            <a:r>
              <a:rPr lang="en-US" sz="3200" dirty="0" smtClean="0"/>
              <a:t>"</a:t>
            </a:r>
            <a:r>
              <a:rPr lang="en-US" sz="3200" dirty="0" smtClean="0">
                <a:solidFill>
                  <a:schemeClr val="accent5"/>
                </a:solidFill>
              </a:rPr>
              <a:t>IDLoginStatus1_ServerSignOut</a:t>
            </a:r>
            <a:r>
              <a:rPr lang="en-US" sz="3200" dirty="0" smtClean="0"/>
              <a:t>" </a:t>
            </a:r>
          </a:p>
          <a:p>
            <a:r>
              <a:rPr lang="en-US" sz="3600" dirty="0" smtClean="0"/>
              <a:t>/&gt;</a:t>
            </a:r>
            <a:endParaRPr lang="en-US" sz="3600" dirty="0"/>
          </a:p>
        </p:txBody>
      </p:sp>
    </p:spTree>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1000" y="152400"/>
            <a:ext cx="8382000" cy="997196"/>
          </a:xfrm>
        </p:spPr>
        <p:txBody>
          <a:bodyPr/>
          <a:lstStyle/>
          <a:p>
            <a:r>
              <a:rPr smtClean="0"/>
              <a:t>WebAuth Sign-in Control </a:t>
            </a:r>
            <a:br>
              <a:rPr smtClean="0"/>
            </a:br>
            <a:r>
              <a:rPr sz="3200" smtClean="0"/>
              <a:t>(</a:t>
            </a:r>
            <a:r>
              <a:rPr sz="3200" smtClean="0">
                <a:solidFill>
                  <a:schemeClr val="accent1"/>
                </a:solidFill>
              </a:rPr>
              <a:t>Cross-platform HTML </a:t>
            </a:r>
            <a:r>
              <a:rPr lang="en-US" sz="3200" dirty="0" smtClean="0"/>
              <a:t>–</a:t>
            </a:r>
            <a:r>
              <a:rPr sz="3200" smtClean="0"/>
              <a:t> </a:t>
            </a:r>
            <a:r>
              <a:rPr sz="2400" smtClean="0"/>
              <a:t>URL decoded for readability</a:t>
            </a:r>
            <a:r>
              <a:rPr sz="3200" smtClean="0"/>
              <a:t>)</a:t>
            </a:r>
            <a:endParaRPr lang="en-US" dirty="0"/>
          </a:p>
        </p:txBody>
      </p:sp>
      <p:sp>
        <p:nvSpPr>
          <p:cNvPr id="4" name="Text Placeholder 3"/>
          <p:cNvSpPr>
            <a:spLocks noGrp="1"/>
          </p:cNvSpPr>
          <p:nvPr>
            <p:ph type="body" sz="quarter" idx="10"/>
          </p:nvPr>
        </p:nvSpPr>
        <p:spPr>
          <a:xfrm>
            <a:off x="385763" y="1363024"/>
            <a:ext cx="8348333" cy="5215552"/>
          </a:xfrm>
        </p:spPr>
        <p:txBody>
          <a:bodyPr>
            <a:noAutofit/>
          </a:bodyPr>
          <a:lstStyle/>
          <a:p>
            <a:r>
              <a:rPr lang="en-US" sz="3200" dirty="0" smtClean="0"/>
              <a:t>&lt;</a:t>
            </a:r>
            <a:r>
              <a:rPr lang="en-US" sz="3200" dirty="0" err="1" smtClean="0"/>
              <a:t>iframe</a:t>
            </a:r>
            <a:r>
              <a:rPr lang="en-US" sz="3200" dirty="0" smtClean="0"/>
              <a:t> id="</a:t>
            </a:r>
            <a:r>
              <a:rPr lang="en-US" sz="3200" dirty="0" err="1" smtClean="0"/>
              <a:t>WebAuthControl</a:t>
            </a:r>
            <a:r>
              <a:rPr lang="en-US" sz="3200" dirty="0" smtClean="0"/>
              <a:t>" </a:t>
            </a:r>
          </a:p>
          <a:p>
            <a:pPr lvl="1"/>
            <a:r>
              <a:rPr lang="en-US" sz="2000" dirty="0" err="1" smtClean="0"/>
              <a:t>src</a:t>
            </a:r>
            <a:r>
              <a:rPr lang="en-US" sz="2000" dirty="0" smtClean="0"/>
              <a:t>="</a:t>
            </a:r>
            <a:r>
              <a:rPr lang="en-US" dirty="0" smtClean="0">
                <a:solidFill>
                  <a:schemeClr val="accent6"/>
                </a:solidFill>
              </a:rPr>
              <a:t>http://login.live.com</a:t>
            </a:r>
            <a:r>
              <a:rPr lang="en-US" sz="2400" dirty="0" smtClean="0">
                <a:solidFill>
                  <a:schemeClr val="accent6"/>
                </a:solidFill>
              </a:rPr>
              <a:t>/controls/WebAuth.htm</a:t>
            </a:r>
            <a:endParaRPr lang="en-US" dirty="0" smtClean="0">
              <a:solidFill>
                <a:schemeClr val="accent6"/>
              </a:solidFill>
            </a:endParaRPr>
          </a:p>
          <a:p>
            <a:pPr lvl="2"/>
            <a:r>
              <a:rPr lang="en-US" sz="2400" dirty="0" smtClean="0"/>
              <a:t>?</a:t>
            </a:r>
            <a:r>
              <a:rPr lang="en-US" sz="2800" dirty="0" smtClean="0">
                <a:solidFill>
                  <a:schemeClr val="accent6"/>
                </a:solidFill>
              </a:rPr>
              <a:t>appid</a:t>
            </a:r>
            <a:r>
              <a:rPr lang="en-US" sz="2400" dirty="0" smtClean="0">
                <a:solidFill>
                  <a:schemeClr val="accent6"/>
                </a:solidFill>
              </a:rPr>
              <a:t>=</a:t>
            </a:r>
            <a:r>
              <a:rPr lang="en-US" sz="2400" b="1" dirty="0" smtClean="0">
                <a:solidFill>
                  <a:schemeClr val="accent2"/>
                </a:solidFill>
              </a:rPr>
              <a:t>&lt;%=</a:t>
            </a:r>
            <a:r>
              <a:rPr lang="en-US" sz="2400" b="1" dirty="0" err="1" smtClean="0">
                <a:solidFill>
                  <a:schemeClr val="accent2"/>
                </a:solidFill>
              </a:rPr>
              <a:t>AppId</a:t>
            </a:r>
            <a:r>
              <a:rPr lang="en-US" sz="2400" b="1" dirty="0" smtClean="0">
                <a:solidFill>
                  <a:schemeClr val="accent2"/>
                </a:solidFill>
              </a:rPr>
              <a:t>%&gt;</a:t>
            </a:r>
          </a:p>
          <a:p>
            <a:pPr lvl="2"/>
            <a:r>
              <a:rPr lang="en-US" sz="2400" dirty="0" smtClean="0"/>
              <a:t>	&amp;</a:t>
            </a:r>
            <a:r>
              <a:rPr lang="en-US" sz="2800" dirty="0" smtClean="0">
                <a:solidFill>
                  <a:schemeClr val="accent6"/>
                </a:solidFill>
              </a:rPr>
              <a:t>context</a:t>
            </a:r>
            <a:r>
              <a:rPr lang="en-US" sz="2400" dirty="0" smtClean="0">
                <a:solidFill>
                  <a:schemeClr val="accent6"/>
                </a:solidFill>
              </a:rPr>
              <a:t>=</a:t>
            </a:r>
            <a:r>
              <a:rPr lang="en-US" sz="2800" b="1" dirty="0" err="1" smtClean="0">
                <a:solidFill>
                  <a:schemeClr val="accent4"/>
                </a:solidFill>
              </a:rPr>
              <a:t>welcomepage</a:t>
            </a:r>
            <a:endParaRPr lang="en-US" sz="2400" b="1" dirty="0" smtClean="0"/>
          </a:p>
          <a:p>
            <a:pPr lvl="2"/>
            <a:r>
              <a:rPr lang="en-US" sz="2400" dirty="0" smtClean="0"/>
              <a:t>&amp;</a:t>
            </a:r>
            <a:r>
              <a:rPr lang="en-US" sz="2800" dirty="0" smtClean="0">
                <a:solidFill>
                  <a:schemeClr val="accent6"/>
                </a:solidFill>
              </a:rPr>
              <a:t>style</a:t>
            </a:r>
            <a:r>
              <a:rPr lang="en-US" sz="2400" dirty="0" smtClean="0">
                <a:solidFill>
                  <a:schemeClr val="accent6"/>
                </a:solidFill>
              </a:rPr>
              <a:t>=</a:t>
            </a:r>
            <a:r>
              <a:rPr lang="en-US" sz="2400" b="1" dirty="0" smtClean="0">
                <a:solidFill>
                  <a:schemeClr val="accent4"/>
                </a:solidFill>
              </a:rPr>
              <a:t>font-size=</a:t>
            </a:r>
            <a:r>
              <a:rPr lang="en-US" sz="2400" b="1" dirty="0" smtClean="0">
                <a:solidFill>
                  <a:schemeClr val="accent5"/>
                </a:solidFill>
              </a:rPr>
              <a:t>10pt</a:t>
            </a:r>
            <a:r>
              <a:rPr lang="en-US" sz="2400" b="1" dirty="0" smtClean="0">
                <a:solidFill>
                  <a:schemeClr val="accent4"/>
                </a:solidFill>
              </a:rPr>
              <a:t>;</a:t>
            </a:r>
            <a:endParaRPr lang="en-US" sz="2400" b="1" dirty="0" smtClean="0"/>
          </a:p>
          <a:p>
            <a:pPr lvl="3"/>
            <a:r>
              <a:rPr lang="en-US" sz="2400" b="1" dirty="0" smtClean="0"/>
              <a:t>+</a:t>
            </a:r>
            <a:r>
              <a:rPr lang="en-US" sz="2400" b="1" dirty="0" smtClean="0">
                <a:solidFill>
                  <a:schemeClr val="accent4"/>
                </a:solidFill>
              </a:rPr>
              <a:t>font-family=</a:t>
            </a:r>
            <a:r>
              <a:rPr lang="en-US" sz="2400" b="1" dirty="0" err="1" smtClean="0">
                <a:solidFill>
                  <a:schemeClr val="accent5"/>
                </a:solidFill>
              </a:rPr>
              <a:t>verdana</a:t>
            </a:r>
            <a:r>
              <a:rPr lang="en-US" sz="2400" b="1" dirty="0" smtClean="0">
                <a:solidFill>
                  <a:schemeClr val="accent4"/>
                </a:solidFill>
              </a:rPr>
              <a:t>;</a:t>
            </a:r>
            <a:endParaRPr lang="en-US" sz="2400" b="1" dirty="0" smtClean="0"/>
          </a:p>
          <a:p>
            <a:pPr lvl="3"/>
            <a:r>
              <a:rPr lang="en-US" sz="2400" b="1" dirty="0" smtClean="0"/>
              <a:t>+</a:t>
            </a:r>
            <a:r>
              <a:rPr lang="en-US" sz="2400" b="1" dirty="0" smtClean="0">
                <a:solidFill>
                  <a:schemeClr val="accent4"/>
                </a:solidFill>
              </a:rPr>
              <a:t>font-style=</a:t>
            </a:r>
            <a:r>
              <a:rPr lang="en-US" sz="2400" b="1" dirty="0" smtClean="0">
                <a:solidFill>
                  <a:schemeClr val="accent5"/>
                </a:solidFill>
              </a:rPr>
              <a:t>normal</a:t>
            </a:r>
            <a:r>
              <a:rPr lang="en-US" sz="2400" b="1" dirty="0" smtClean="0">
                <a:solidFill>
                  <a:schemeClr val="accent4"/>
                </a:solidFill>
              </a:rPr>
              <a:t>;</a:t>
            </a:r>
            <a:endParaRPr lang="en-US" sz="2400" b="1" dirty="0" smtClean="0"/>
          </a:p>
          <a:p>
            <a:pPr lvl="3"/>
            <a:r>
              <a:rPr lang="en-US" sz="2400" b="1" dirty="0" smtClean="0"/>
              <a:t>+</a:t>
            </a:r>
            <a:r>
              <a:rPr lang="en-US" sz="2400" b="1" dirty="0" smtClean="0">
                <a:solidFill>
                  <a:schemeClr val="accent4"/>
                </a:solidFill>
              </a:rPr>
              <a:t>font-weight=</a:t>
            </a:r>
            <a:r>
              <a:rPr lang="en-US" sz="2400" b="1" dirty="0" smtClean="0">
                <a:solidFill>
                  <a:schemeClr val="accent5"/>
                </a:solidFill>
              </a:rPr>
              <a:t>bold</a:t>
            </a:r>
            <a:r>
              <a:rPr lang="en-US" sz="2400" b="1" dirty="0" smtClean="0">
                <a:solidFill>
                  <a:schemeClr val="accent4"/>
                </a:solidFill>
              </a:rPr>
              <a:t>;</a:t>
            </a:r>
            <a:endParaRPr lang="en-US" sz="2400" b="1" dirty="0" smtClean="0"/>
          </a:p>
          <a:p>
            <a:pPr lvl="3"/>
            <a:r>
              <a:rPr lang="en-US" sz="2400" b="1" dirty="0" smtClean="0"/>
              <a:t>+</a:t>
            </a:r>
            <a:r>
              <a:rPr lang="en-US" sz="2400" b="1" dirty="0" smtClean="0">
                <a:solidFill>
                  <a:schemeClr val="accent4"/>
                </a:solidFill>
              </a:rPr>
              <a:t>background=</a:t>
            </a:r>
            <a:r>
              <a:rPr lang="en-US" sz="2400" b="1" dirty="0" smtClean="0">
                <a:solidFill>
                  <a:schemeClr val="accent5"/>
                </a:solidFill>
              </a:rPr>
              <a:t>white</a:t>
            </a:r>
            <a:r>
              <a:rPr lang="en-US" sz="2400" b="1" dirty="0" smtClean="0">
                <a:solidFill>
                  <a:schemeClr val="accent4"/>
                </a:solidFill>
              </a:rPr>
              <a:t>;</a:t>
            </a:r>
            <a:endParaRPr lang="en-US" sz="2400" b="1" dirty="0" smtClean="0"/>
          </a:p>
          <a:p>
            <a:pPr lvl="3"/>
            <a:r>
              <a:rPr lang="en-US" sz="2400" b="1" dirty="0" smtClean="0"/>
              <a:t>+</a:t>
            </a:r>
            <a:r>
              <a:rPr lang="en-US" sz="2400" b="1" dirty="0" smtClean="0">
                <a:solidFill>
                  <a:schemeClr val="accent4"/>
                </a:solidFill>
              </a:rPr>
              <a:t>color=</a:t>
            </a:r>
            <a:r>
              <a:rPr lang="en-US" sz="2400" b="1" dirty="0" smtClean="0">
                <a:solidFill>
                  <a:schemeClr val="accent5"/>
                </a:solidFill>
              </a:rPr>
              <a:t>black</a:t>
            </a:r>
            <a:r>
              <a:rPr lang="en-US" sz="2400" b="1" dirty="0" smtClean="0">
                <a:solidFill>
                  <a:schemeClr val="accent4"/>
                </a:solidFill>
              </a:rPr>
              <a:t>;</a:t>
            </a:r>
            <a:r>
              <a:rPr lang="en-US" sz="2400" dirty="0" smtClean="0"/>
              <a:t>"</a:t>
            </a:r>
          </a:p>
          <a:p>
            <a:pPr lvl="2"/>
            <a:r>
              <a:rPr lang="en-US" sz="2800" dirty="0" smtClean="0"/>
              <a:t>width</a:t>
            </a:r>
            <a:r>
              <a:rPr lang="en-US" sz="2400" dirty="0" smtClean="0"/>
              <a:t>="80px" </a:t>
            </a:r>
            <a:r>
              <a:rPr lang="en-US" sz="2800" dirty="0" smtClean="0"/>
              <a:t>height</a:t>
            </a:r>
            <a:r>
              <a:rPr lang="en-US" sz="2400" dirty="0" smtClean="0"/>
              <a:t>="20px"&gt; </a:t>
            </a:r>
          </a:p>
          <a:p>
            <a:r>
              <a:rPr lang="en-US" sz="3200" dirty="0" smtClean="0"/>
              <a:t>&lt;/</a:t>
            </a:r>
            <a:r>
              <a:rPr lang="en-US" sz="3200" dirty="0" err="1" smtClean="0"/>
              <a:t>iframe</a:t>
            </a:r>
            <a:r>
              <a:rPr lang="en-US" sz="3200" dirty="0" smtClean="0"/>
              <a:t>&gt;</a:t>
            </a:r>
            <a:endParaRPr lang="en-US" sz="3200" dirty="0"/>
          </a:p>
        </p:txBody>
      </p:sp>
      <p:grpSp>
        <p:nvGrpSpPr>
          <p:cNvPr id="16" name="Group 15"/>
          <p:cNvGrpSpPr/>
          <p:nvPr/>
        </p:nvGrpSpPr>
        <p:grpSpPr>
          <a:xfrm>
            <a:off x="5557838" y="2428875"/>
            <a:ext cx="3114675" cy="2728913"/>
            <a:chOff x="5557838" y="2428875"/>
            <a:chExt cx="3114675" cy="2728913"/>
          </a:xfrm>
        </p:grpSpPr>
        <p:sp>
          <p:nvSpPr>
            <p:cNvPr id="7" name="Line Callout 3 (Border and Accent Bar) 6"/>
            <p:cNvSpPr/>
            <p:nvPr/>
          </p:nvSpPr>
          <p:spPr bwMode="auto">
            <a:xfrm>
              <a:off x="5557838" y="2428875"/>
              <a:ext cx="3114675" cy="2728913"/>
            </a:xfrm>
            <a:prstGeom prst="accentBorderCallout3">
              <a:avLst>
                <a:gd name="adj1" fmla="val 20149"/>
                <a:gd name="adj2" fmla="val -3660"/>
                <a:gd name="adj3" fmla="val 20149"/>
                <a:gd name="adj4" fmla="val -8416"/>
                <a:gd name="adj5" fmla="val -5792"/>
                <a:gd name="adj6" fmla="val -8335"/>
                <a:gd name="adj7" fmla="val -12073"/>
                <a:gd name="adj8" fmla="val 45211"/>
              </a:avLst>
            </a:prstGeom>
            <a:noFill/>
            <a:ln w="19050">
              <a:solidFill>
                <a:srgbClr val="0070C0"/>
              </a:solidFill>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109728" tIns="54864" rIns="109728" bIns="54864" numCol="1" rtlCol="0" anchor="ctr" anchorCtr="0" compatLnSpc="1">
              <a:prstTxWarp prst="textNoShape">
                <a:avLst/>
              </a:prstTxWarp>
            </a:bodyPr>
            <a:lstStyle/>
            <a:p>
              <a:pPr marL="0" marR="0" indent="0" algn="ctr" defTabSz="1096963" rtl="0" eaLnBrk="1" fontAlgn="base" latinLnBrk="0" hangingPunct="1">
                <a:lnSpc>
                  <a:spcPct val="100000"/>
                </a:lnSpc>
                <a:spcBef>
                  <a:spcPct val="0"/>
                </a:spcBef>
                <a:spcAft>
                  <a:spcPct val="0"/>
                </a:spcAft>
                <a:buClrTx/>
                <a:buSzTx/>
                <a:buFontTx/>
                <a:buNone/>
                <a:tabLst/>
              </a:pPr>
              <a:endParaRPr kumimoji="0" lang="en-US" sz="2000" b="0" i="0" u="none" strike="noStrike" cap="none" normalizeH="0" baseline="0" dirty="0" smtClean="0">
                <a:solidFill>
                  <a:schemeClr val="tx1"/>
                </a:solidFill>
                <a:effectLst>
                  <a:outerShdw blurRad="38100" dist="38100" dir="2700000" algn="tl">
                    <a:srgbClr val="000000">
                      <a:alpha val="43137"/>
                    </a:srgbClr>
                  </a:outerShdw>
                </a:effectLst>
                <a:latin typeface="Segoe" pitchFamily="34" charset="0"/>
              </a:endParaRPr>
            </a:p>
          </p:txBody>
        </p:sp>
        <p:grpSp>
          <p:nvGrpSpPr>
            <p:cNvPr id="14" name="Group 13"/>
            <p:cNvGrpSpPr/>
            <p:nvPr/>
          </p:nvGrpSpPr>
          <p:grpSpPr>
            <a:xfrm>
              <a:off x="5697640" y="2486025"/>
              <a:ext cx="2924840" cy="2562224"/>
              <a:chOff x="5791201" y="6858000"/>
              <a:chExt cx="2924840" cy="2562224"/>
            </a:xfrm>
          </p:grpSpPr>
          <p:pic>
            <p:nvPicPr>
              <p:cNvPr id="8" name="Picture 7" descr="C:\DATA\jt-share\PDC\WebAuth-Control-Text.PNG"/>
              <p:cNvPicPr>
                <a:picLocks noChangeAspect="1"/>
              </p:cNvPicPr>
              <p:nvPr/>
            </p:nvPicPr>
            <p:blipFill>
              <a:blip r:embed="rId3"/>
              <a:srcRect/>
              <a:stretch>
                <a:fillRect/>
              </a:stretch>
            </p:blipFill>
            <p:spPr bwMode="auto">
              <a:xfrm>
                <a:off x="6730038" y="7210425"/>
                <a:ext cx="957396" cy="400106"/>
              </a:xfrm>
              <a:prstGeom prst="rect">
                <a:avLst/>
              </a:prstGeom>
              <a:noFill/>
              <a:ln w="9525">
                <a:noFill/>
                <a:miter lim="800000"/>
                <a:headEnd/>
                <a:tailEnd/>
              </a:ln>
            </p:spPr>
          </p:pic>
          <p:sp>
            <p:nvSpPr>
              <p:cNvPr id="9" name="TextBox 8"/>
              <p:cNvSpPr txBox="1"/>
              <p:nvPr/>
            </p:nvSpPr>
            <p:spPr>
              <a:xfrm>
                <a:off x="5791201" y="6858000"/>
                <a:ext cx="2514471" cy="369332"/>
              </a:xfrm>
              <a:prstGeom prst="rect">
                <a:avLst/>
              </a:prstGeom>
              <a:noFill/>
              <a:ln>
                <a:noFill/>
              </a:ln>
            </p:spPr>
            <p:txBody>
              <a:bodyPr wrap="none" rtlCol="0">
                <a:spAutoFit/>
              </a:bodyPr>
              <a:lstStyle/>
              <a:p>
                <a:r>
                  <a:rPr lang="en-US" dirty="0" smtClean="0">
                    <a:effectLst>
                      <a:outerShdw blurRad="38100" dist="38100" dir="2700000" algn="tl">
                        <a:srgbClr val="000000">
                          <a:alpha val="43137"/>
                        </a:srgbClr>
                      </a:outerShdw>
                    </a:effectLst>
                    <a:latin typeface="Segoe" pitchFamily="34" charset="0"/>
                  </a:rPr>
                  <a:t>Existing: WebAuth.htm</a:t>
                </a:r>
              </a:p>
            </p:txBody>
          </p:sp>
          <p:sp>
            <p:nvSpPr>
              <p:cNvPr id="10" name="TextBox 9"/>
              <p:cNvSpPr txBox="1"/>
              <p:nvPr/>
            </p:nvSpPr>
            <p:spPr>
              <a:xfrm>
                <a:off x="5791201" y="7610475"/>
                <a:ext cx="2745303" cy="369332"/>
              </a:xfrm>
              <a:prstGeom prst="rect">
                <a:avLst/>
              </a:prstGeom>
              <a:noFill/>
              <a:ln>
                <a:noFill/>
              </a:ln>
            </p:spPr>
            <p:txBody>
              <a:bodyPr wrap="none" rtlCol="0">
                <a:spAutoFit/>
              </a:bodyPr>
              <a:lstStyle/>
              <a:p>
                <a:r>
                  <a:rPr lang="en-US" b="1" dirty="0" smtClean="0">
                    <a:effectLst>
                      <a:outerShdw blurRad="38100" dist="38100" dir="2700000" algn="tl">
                        <a:srgbClr val="000000">
                          <a:alpha val="43137"/>
                        </a:srgbClr>
                      </a:outerShdw>
                    </a:effectLst>
                    <a:latin typeface="Segoe" pitchFamily="34" charset="0"/>
                  </a:rPr>
                  <a:t>New</a:t>
                </a:r>
                <a:r>
                  <a:rPr lang="en-US" dirty="0" smtClean="0">
                    <a:effectLst>
                      <a:outerShdw blurRad="38100" dist="38100" dir="2700000" algn="tl">
                        <a:srgbClr val="000000">
                          <a:alpha val="43137"/>
                        </a:srgbClr>
                      </a:outerShdw>
                    </a:effectLst>
                    <a:latin typeface="Segoe" pitchFamily="34" charset="0"/>
                  </a:rPr>
                  <a:t>: WebAuth</a:t>
                </a:r>
                <a:r>
                  <a:rPr lang="en-US" b="1" dirty="0" smtClean="0">
                    <a:solidFill>
                      <a:srgbClr val="FF0000"/>
                    </a:solidFill>
                    <a:effectLst>
                      <a:outerShdw blurRad="38100" dist="38100" dir="2700000" algn="tl">
                        <a:srgbClr val="000000">
                          <a:alpha val="43137"/>
                        </a:srgbClr>
                      </a:outerShdw>
                    </a:effectLst>
                    <a:latin typeface="Segoe" pitchFamily="34" charset="0"/>
                  </a:rPr>
                  <a:t>Logo</a:t>
                </a:r>
                <a:r>
                  <a:rPr lang="en-US" dirty="0" smtClean="0">
                    <a:effectLst>
                      <a:outerShdw blurRad="38100" dist="38100" dir="2700000" algn="tl">
                        <a:srgbClr val="000000">
                          <a:alpha val="43137"/>
                        </a:srgbClr>
                      </a:outerShdw>
                    </a:effectLst>
                    <a:latin typeface="Segoe" pitchFamily="34" charset="0"/>
                  </a:rPr>
                  <a:t>.htm</a:t>
                </a:r>
              </a:p>
            </p:txBody>
          </p:sp>
          <p:sp>
            <p:nvSpPr>
              <p:cNvPr id="11" name="TextBox 10"/>
              <p:cNvSpPr txBox="1"/>
              <p:nvPr/>
            </p:nvSpPr>
            <p:spPr>
              <a:xfrm>
                <a:off x="5791201" y="8434388"/>
                <a:ext cx="2924840" cy="369332"/>
              </a:xfrm>
              <a:prstGeom prst="rect">
                <a:avLst/>
              </a:prstGeom>
              <a:noFill/>
              <a:ln>
                <a:noFill/>
              </a:ln>
            </p:spPr>
            <p:txBody>
              <a:bodyPr wrap="none" rtlCol="0">
                <a:spAutoFit/>
              </a:bodyPr>
              <a:lstStyle/>
              <a:p>
                <a:pPr defTabSz="1096963" fontAlgn="base">
                  <a:spcBef>
                    <a:spcPct val="0"/>
                  </a:spcBef>
                  <a:spcAft>
                    <a:spcPct val="0"/>
                  </a:spcAft>
                </a:pPr>
                <a:r>
                  <a:rPr lang="en-US" b="1" dirty="0" smtClean="0">
                    <a:effectLst>
                      <a:outerShdw blurRad="38100" dist="38100" dir="2700000" algn="tl">
                        <a:srgbClr val="000000">
                          <a:alpha val="43137"/>
                        </a:srgbClr>
                      </a:outerShdw>
                    </a:effectLst>
                    <a:latin typeface="Segoe" pitchFamily="34" charset="0"/>
                  </a:rPr>
                  <a:t>New</a:t>
                </a:r>
                <a:r>
                  <a:rPr lang="en-US" dirty="0" smtClean="0">
                    <a:effectLst>
                      <a:outerShdw blurRad="38100" dist="38100" dir="2700000" algn="tl">
                        <a:srgbClr val="000000">
                          <a:alpha val="43137"/>
                        </a:srgbClr>
                      </a:outerShdw>
                    </a:effectLst>
                    <a:latin typeface="Segoe" pitchFamily="34" charset="0"/>
                  </a:rPr>
                  <a:t>: WebAuth</a:t>
                </a:r>
                <a:r>
                  <a:rPr lang="en-US" b="1" dirty="0" smtClean="0">
                    <a:solidFill>
                      <a:srgbClr val="FF0000"/>
                    </a:solidFill>
                    <a:effectLst>
                      <a:outerShdw blurRad="38100" dist="38100" dir="2700000" algn="tl">
                        <a:srgbClr val="000000">
                          <a:alpha val="43137"/>
                        </a:srgbClr>
                      </a:outerShdw>
                    </a:effectLst>
                    <a:latin typeface="Segoe" pitchFamily="34" charset="0"/>
                  </a:rPr>
                  <a:t>Button.</a:t>
                </a:r>
                <a:r>
                  <a:rPr lang="en-US" dirty="0" smtClean="0">
                    <a:effectLst>
                      <a:outerShdw blurRad="38100" dist="38100" dir="2700000" algn="tl">
                        <a:srgbClr val="000000">
                          <a:alpha val="43137"/>
                        </a:srgbClr>
                      </a:outerShdw>
                    </a:effectLst>
                    <a:latin typeface="Segoe" pitchFamily="34" charset="0"/>
                  </a:rPr>
                  <a:t>htm</a:t>
                </a:r>
              </a:p>
            </p:txBody>
          </p:sp>
          <p:pic>
            <p:nvPicPr>
              <p:cNvPr id="12" name="Picture 11" descr="C:\DATA\jt-share\PDC\WebAuth-Control-Logo-Text.PNG"/>
              <p:cNvPicPr>
                <a:picLocks noChangeAspect="1"/>
              </p:cNvPicPr>
              <p:nvPr/>
            </p:nvPicPr>
            <p:blipFill>
              <a:blip r:embed="rId4"/>
              <a:srcRect/>
              <a:stretch>
                <a:fillRect/>
              </a:stretch>
            </p:blipFill>
            <p:spPr bwMode="auto">
              <a:xfrm>
                <a:off x="6601517" y="7943850"/>
                <a:ext cx="1214438" cy="514350"/>
              </a:xfrm>
              <a:prstGeom prst="rect">
                <a:avLst/>
              </a:prstGeom>
              <a:noFill/>
              <a:ln w="9525">
                <a:noFill/>
                <a:miter lim="800000"/>
                <a:headEnd/>
                <a:tailEnd/>
              </a:ln>
            </p:spPr>
          </p:pic>
          <p:pic>
            <p:nvPicPr>
              <p:cNvPr id="13" name="Picture 12" descr="WebAuth-Control-Button.PNG"/>
              <p:cNvPicPr>
                <a:picLocks noChangeAspect="1"/>
              </p:cNvPicPr>
              <p:nvPr/>
            </p:nvPicPr>
            <p:blipFill>
              <a:blip r:embed="rId5"/>
              <a:stretch>
                <a:fillRect/>
              </a:stretch>
            </p:blipFill>
            <p:spPr>
              <a:xfrm>
                <a:off x="6565799" y="8834436"/>
                <a:ext cx="1285875" cy="585788"/>
              </a:xfrm>
              <a:prstGeom prst="rect">
                <a:avLst/>
              </a:prstGeom>
              <a:ln>
                <a:noFill/>
              </a:ln>
            </p:spPr>
          </p:pic>
        </p:gr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7350" y="152400"/>
            <a:ext cx="8369300" cy="664797"/>
          </a:xfrm>
        </p:spPr>
        <p:txBody>
          <a:bodyPr/>
          <a:lstStyle/>
          <a:p>
            <a:r>
              <a:rPr sz="4800" smtClean="0"/>
              <a:t>WebAuth Sign-in Messages</a:t>
            </a:r>
            <a:endParaRPr lang="en-US" sz="4800" dirty="0"/>
          </a:p>
        </p:txBody>
      </p:sp>
      <p:sp>
        <p:nvSpPr>
          <p:cNvPr id="6" name="TextBox 5"/>
          <p:cNvSpPr txBox="1"/>
          <p:nvPr/>
        </p:nvSpPr>
        <p:spPr>
          <a:xfrm>
            <a:off x="381000" y="1065213"/>
            <a:ext cx="6750246" cy="461665"/>
          </a:xfrm>
          <a:prstGeom prst="rect">
            <a:avLst/>
          </a:prstGeom>
          <a:noFill/>
        </p:spPr>
        <p:txBody>
          <a:bodyPr wrap="none" rtlCol="0">
            <a:spAutoFit/>
          </a:bodyPr>
          <a:lstStyle/>
          <a:p>
            <a:pPr algn="ctr"/>
            <a:r>
              <a:rPr lang="en-US" sz="2400" dirty="0" smtClean="0">
                <a:solidFill>
                  <a:schemeClr val="accent3"/>
                </a:solidFill>
              </a:rPr>
              <a:t>Don’t panic! The SDK libraries handle all this for you!</a:t>
            </a:r>
            <a:endParaRPr lang="en-US" sz="2400" dirty="0">
              <a:solidFill>
                <a:schemeClr val="accent3"/>
              </a:solidFill>
            </a:endParaRPr>
          </a:p>
        </p:txBody>
      </p:sp>
      <p:grpSp>
        <p:nvGrpSpPr>
          <p:cNvPr id="8" name="Group 7"/>
          <p:cNvGrpSpPr/>
          <p:nvPr/>
        </p:nvGrpSpPr>
        <p:grpSpPr>
          <a:xfrm>
            <a:off x="2403204" y="1647246"/>
            <a:ext cx="6296894" cy="2301870"/>
            <a:chOff x="2022203" y="1848"/>
            <a:chExt cx="6296894" cy="2338066"/>
          </a:xfrm>
        </p:grpSpPr>
        <p:sp>
          <p:nvSpPr>
            <p:cNvPr id="9" name="Round Same Side Corner Rectangle 8"/>
            <p:cNvSpPr/>
            <p:nvPr/>
          </p:nvSpPr>
          <p:spPr>
            <a:xfrm rot="5400000">
              <a:off x="4001617" y="-1977566"/>
              <a:ext cx="2338066" cy="6296894"/>
            </a:xfrm>
            <a:prstGeom prst="round2SameRect">
              <a:avLst/>
            </a:prstGeom>
            <a:solidFill>
              <a:schemeClr val="accent3">
                <a:lumMod val="20000"/>
                <a:lumOff val="80000"/>
                <a:alpha val="90000"/>
              </a:schemeClr>
            </a:solidFill>
            <a:ln>
              <a:solidFill>
                <a:schemeClr val="accent3">
                  <a:lumMod val="60000"/>
                  <a:lumOff val="40000"/>
                  <a:alpha val="90000"/>
                </a:schemeClr>
              </a:solidFill>
            </a:ln>
            <a:effectLst>
              <a:outerShdw blurRad="50800" dist="38100" dir="2700000" algn="tl" rotWithShape="0">
                <a:prstClr val="black">
                  <a:alpha val="40000"/>
                </a:prstClr>
              </a:outerShdw>
            </a:effectLst>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12" name="Round Same Side Corner Rectangle 4"/>
            <p:cNvSpPr/>
            <p:nvPr/>
          </p:nvSpPr>
          <p:spPr>
            <a:xfrm>
              <a:off x="2022204" y="115982"/>
              <a:ext cx="6182759" cy="2109796"/>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247650" tIns="123825" rIns="247650" bIns="123825" numCol="1" spcCol="1270" anchor="ctr" anchorCtr="0">
              <a:noAutofit/>
            </a:bodyPr>
            <a:lstStyle/>
            <a:p>
              <a:pPr marL="228600" lvl="1" indent="-228600" algn="l" defTabSz="1066800" rtl="0">
                <a:lnSpc>
                  <a:spcPct val="90000"/>
                </a:lnSpc>
                <a:spcBef>
                  <a:spcPct val="0"/>
                </a:spcBef>
                <a:spcAft>
                  <a:spcPct val="15000"/>
                </a:spcAft>
                <a:buChar char="••"/>
              </a:pPr>
              <a:r>
                <a:rPr kumimoji="0" lang="en-US" sz="2400" b="0" i="0" u="none" strike="noStrike" kern="1200" cap="none" spc="0" normalizeH="0" baseline="0" noProof="0" dirty="0" smtClean="0">
                  <a:ln>
                    <a:noFill/>
                  </a:ln>
                  <a:gradFill>
                    <a:gsLst>
                      <a:gs pos="0">
                        <a:srgbClr val="000000"/>
                      </a:gs>
                      <a:gs pos="100000">
                        <a:srgbClr val="000000"/>
                      </a:gs>
                    </a:gsLst>
                    <a:lin ang="5400000" scaled="0"/>
                  </a:gradFill>
                  <a:effectLst/>
                  <a:uLnTx/>
                  <a:uFillTx/>
                  <a:latin typeface="Consolas" pitchFamily="49" charset="0"/>
                  <a:ea typeface="+mn-ea"/>
                  <a:cs typeface="Courier New" pitchFamily="49" charset="0"/>
                </a:rPr>
                <a:t>GET http://login.live.com/wlogin.srf</a:t>
              </a:r>
              <a:br>
                <a:rPr kumimoji="0" lang="en-US" sz="2400" b="0" i="0" u="none" strike="noStrike" kern="1200" cap="none" spc="0" normalizeH="0" baseline="0" noProof="0" dirty="0" smtClean="0">
                  <a:ln>
                    <a:noFill/>
                  </a:ln>
                  <a:gradFill>
                    <a:gsLst>
                      <a:gs pos="0">
                        <a:srgbClr val="000000"/>
                      </a:gs>
                      <a:gs pos="100000">
                        <a:srgbClr val="000000"/>
                      </a:gs>
                    </a:gsLst>
                    <a:lin ang="5400000" scaled="0"/>
                  </a:gradFill>
                  <a:effectLst/>
                  <a:uLnTx/>
                  <a:uFillTx/>
                  <a:latin typeface="Consolas" pitchFamily="49" charset="0"/>
                  <a:ea typeface="+mn-ea"/>
                  <a:cs typeface="Courier New" pitchFamily="49" charset="0"/>
                </a:rPr>
              </a:br>
              <a:r>
                <a:rPr kumimoji="0" lang="en-US" sz="2400" b="0" i="0" u="none" strike="noStrike" kern="1200" cap="none" spc="0" normalizeH="0" baseline="0" noProof="0" dirty="0" smtClean="0">
                  <a:ln>
                    <a:noFill/>
                  </a:ln>
                  <a:gradFill>
                    <a:gsLst>
                      <a:gs pos="0">
                        <a:srgbClr val="000000"/>
                      </a:gs>
                      <a:gs pos="100000">
                        <a:srgbClr val="000000"/>
                      </a:gs>
                    </a:gsLst>
                    <a:lin ang="5400000" scaled="0"/>
                  </a:gradFill>
                  <a:effectLst/>
                  <a:uLnTx/>
                  <a:uFillTx/>
                  <a:latin typeface="Consolas" pitchFamily="49" charset="0"/>
                  <a:ea typeface="+mn-ea"/>
                  <a:cs typeface="Courier New" pitchFamily="49" charset="0"/>
                </a:rPr>
                <a:t>?</a:t>
              </a:r>
              <a:r>
                <a:rPr kumimoji="0" lang="en-US" sz="2400" b="0" i="0" u="none" strike="noStrike" kern="1200" cap="none" spc="0" normalizeH="0" baseline="0" noProof="0" dirty="0" err="1" smtClean="0">
                  <a:ln>
                    <a:noFill/>
                  </a:ln>
                  <a:solidFill>
                    <a:schemeClr val="accent6"/>
                  </a:solidFill>
                  <a:effectLst/>
                  <a:uLnTx/>
                  <a:uFillTx/>
                  <a:latin typeface="Consolas" pitchFamily="49" charset="0"/>
                  <a:ea typeface="+mn-ea"/>
                  <a:cs typeface="Courier New" pitchFamily="49" charset="0"/>
                </a:rPr>
                <a:t>appid</a:t>
              </a:r>
              <a:r>
                <a:rPr kumimoji="0" lang="en-US" sz="2400" b="0" i="0" u="none" strike="noStrike" kern="1200" cap="none" spc="0" normalizeH="0" baseline="0" noProof="0" dirty="0" smtClean="0">
                  <a:ln>
                    <a:noFill/>
                  </a:ln>
                  <a:solidFill>
                    <a:schemeClr val="accent6"/>
                  </a:solidFill>
                  <a:effectLst/>
                  <a:uLnTx/>
                  <a:uFillTx/>
                  <a:latin typeface="Consolas" pitchFamily="49" charset="0"/>
                  <a:ea typeface="+mn-ea"/>
                  <a:cs typeface="Courier New" pitchFamily="49" charset="0"/>
                </a:rPr>
                <a:t>=</a:t>
              </a:r>
              <a:r>
                <a:rPr kumimoji="0" lang="en-US" sz="2400" b="0" i="0" u="none" strike="noStrike" kern="1200" cap="none" spc="0" normalizeH="0" baseline="0" noProof="0" dirty="0" smtClean="0">
                  <a:ln>
                    <a:noFill/>
                  </a:ln>
                  <a:gradFill>
                    <a:gsLst>
                      <a:gs pos="0">
                        <a:srgbClr val="000000"/>
                      </a:gs>
                      <a:gs pos="100000">
                        <a:srgbClr val="000000"/>
                      </a:gs>
                    </a:gsLst>
                    <a:lin ang="5400000" scaled="0"/>
                  </a:gradFill>
                  <a:effectLst/>
                  <a:uLnTx/>
                  <a:uFillTx/>
                  <a:latin typeface="Consolas" pitchFamily="49" charset="0"/>
                  <a:ea typeface="+mn-ea"/>
                  <a:cs typeface="Courier New" pitchFamily="49" charset="0"/>
                </a:rPr>
                <a:t>00167FFE80002700</a:t>
              </a:r>
              <a:br>
                <a:rPr kumimoji="0" lang="en-US" sz="2400" b="0" i="0" u="none" strike="noStrike" kern="1200" cap="none" spc="0" normalizeH="0" baseline="0" noProof="0" dirty="0" smtClean="0">
                  <a:ln>
                    <a:noFill/>
                  </a:ln>
                  <a:gradFill>
                    <a:gsLst>
                      <a:gs pos="0">
                        <a:srgbClr val="000000"/>
                      </a:gs>
                      <a:gs pos="100000">
                        <a:srgbClr val="000000"/>
                      </a:gs>
                    </a:gsLst>
                    <a:lin ang="5400000" scaled="0"/>
                  </a:gradFill>
                  <a:effectLst/>
                  <a:uLnTx/>
                  <a:uFillTx/>
                  <a:latin typeface="Consolas" pitchFamily="49" charset="0"/>
                  <a:ea typeface="+mn-ea"/>
                  <a:cs typeface="Courier New" pitchFamily="49" charset="0"/>
                </a:rPr>
              </a:br>
              <a:r>
                <a:rPr kumimoji="0" lang="en-US" sz="2400" b="0" i="0" u="none" strike="noStrike" kern="1200" cap="none" spc="0" normalizeH="0" baseline="0" noProof="0" dirty="0" smtClean="0">
                  <a:ln>
                    <a:noFill/>
                  </a:ln>
                  <a:gradFill>
                    <a:gsLst>
                      <a:gs pos="0">
                        <a:srgbClr val="000000"/>
                      </a:gs>
                      <a:gs pos="100000">
                        <a:srgbClr val="000000"/>
                      </a:gs>
                    </a:gsLst>
                    <a:lin ang="5400000" scaled="0"/>
                  </a:gradFill>
                  <a:effectLst/>
                  <a:uLnTx/>
                  <a:uFillTx/>
                  <a:latin typeface="Consolas" pitchFamily="49" charset="0"/>
                  <a:ea typeface="+mn-ea"/>
                  <a:cs typeface="Courier New" pitchFamily="49" charset="0"/>
                </a:rPr>
                <a:t>&amp;</a:t>
              </a:r>
              <a:r>
                <a:rPr lang="en-US" sz="2400" kern="1200" dirty="0" err="1" smtClean="0">
                  <a:solidFill>
                    <a:schemeClr val="accent6"/>
                  </a:solidFill>
                </a:rPr>
                <a:t>appctx</a:t>
              </a:r>
              <a:r>
                <a:rPr lang="en-US" sz="2400" kern="1200" dirty="0" smtClean="0">
                  <a:solidFill>
                    <a:schemeClr val="accent6"/>
                  </a:solidFill>
                </a:rPr>
                <a:t>=</a:t>
              </a:r>
              <a:r>
                <a:rPr lang="en-US" sz="2400" kern="1200" dirty="0" err="1" smtClean="0">
                  <a:solidFill>
                    <a:schemeClr val="accent5">
                      <a:lumMod val="75000"/>
                    </a:schemeClr>
                  </a:solidFill>
                </a:rPr>
                <a:t>welcomepage</a:t>
              </a:r>
              <a:r>
                <a:rPr lang="en-US" sz="2400" kern="1200" dirty="0" smtClean="0"/>
                <a:t/>
              </a:r>
              <a:br>
                <a:rPr lang="en-US" sz="2400" kern="1200" dirty="0" smtClean="0"/>
              </a:br>
              <a:r>
                <a:rPr kumimoji="0" lang="en-US" sz="2400" b="0" i="0" u="none" strike="noStrike" kern="1200" cap="none" spc="0" normalizeH="0" baseline="0" noProof="0" dirty="0" smtClean="0">
                  <a:ln>
                    <a:noFill/>
                  </a:ln>
                  <a:gradFill>
                    <a:gsLst>
                      <a:gs pos="0">
                        <a:srgbClr val="000000"/>
                      </a:gs>
                      <a:gs pos="100000">
                        <a:srgbClr val="000000"/>
                      </a:gs>
                    </a:gsLst>
                    <a:lin ang="5400000" scaled="0"/>
                  </a:gradFill>
                  <a:effectLst/>
                  <a:uLnTx/>
                  <a:uFillTx/>
                  <a:latin typeface="Consolas" pitchFamily="49" charset="0"/>
                  <a:ea typeface="+mn-ea"/>
                  <a:cs typeface="Courier New" pitchFamily="49" charset="0"/>
                </a:rPr>
                <a:t>HTTP/1.1</a:t>
              </a:r>
              <a:br>
                <a:rPr kumimoji="0" lang="en-US" sz="2400" b="0" i="0" u="none" strike="noStrike" kern="1200" cap="none" spc="0" normalizeH="0" baseline="0" noProof="0" dirty="0" smtClean="0">
                  <a:ln>
                    <a:noFill/>
                  </a:ln>
                  <a:gradFill>
                    <a:gsLst>
                      <a:gs pos="0">
                        <a:srgbClr val="000000"/>
                      </a:gs>
                      <a:gs pos="100000">
                        <a:srgbClr val="000000"/>
                      </a:gs>
                    </a:gsLst>
                    <a:lin ang="5400000" scaled="0"/>
                  </a:gradFill>
                  <a:effectLst/>
                  <a:uLnTx/>
                  <a:uFillTx/>
                  <a:latin typeface="Consolas" pitchFamily="49" charset="0"/>
                  <a:ea typeface="+mn-ea"/>
                  <a:cs typeface="Courier New" pitchFamily="49" charset="0"/>
                </a:rPr>
              </a:br>
              <a:r>
                <a:rPr kumimoji="0" lang="en-US" sz="2400" b="0" i="0" u="none" strike="noStrike" kern="1200" cap="none" spc="0" normalizeH="0" baseline="0" noProof="0" dirty="0" smtClean="0">
                  <a:ln>
                    <a:noFill/>
                  </a:ln>
                  <a:gradFill>
                    <a:gsLst>
                      <a:gs pos="0">
                        <a:srgbClr val="000000"/>
                      </a:gs>
                      <a:gs pos="100000">
                        <a:srgbClr val="000000"/>
                      </a:gs>
                    </a:gsLst>
                    <a:lin ang="5400000" scaled="0"/>
                  </a:gradFill>
                  <a:effectLst/>
                  <a:uLnTx/>
                  <a:uFillTx/>
                  <a:latin typeface="Consolas" pitchFamily="49" charset="0"/>
                  <a:ea typeface="+mn-ea"/>
                  <a:cs typeface="Courier New" pitchFamily="49" charset="0"/>
                </a:rPr>
                <a:t>...</a:t>
              </a:r>
              <a:endParaRPr lang="en-US" sz="2400" kern="1200" dirty="0"/>
            </a:p>
          </p:txBody>
        </p:sp>
      </p:grpSp>
      <p:grpSp>
        <p:nvGrpSpPr>
          <p:cNvPr id="13" name="Group 12"/>
          <p:cNvGrpSpPr/>
          <p:nvPr/>
        </p:nvGrpSpPr>
        <p:grpSpPr>
          <a:xfrm>
            <a:off x="381000" y="1532052"/>
            <a:ext cx="2185001" cy="2532259"/>
            <a:chOff x="0" y="58"/>
            <a:chExt cx="2020526" cy="2341644"/>
          </a:xfrm>
        </p:grpSpPr>
        <p:sp>
          <p:nvSpPr>
            <p:cNvPr id="14" name="Rounded Rectangle 13"/>
            <p:cNvSpPr/>
            <p:nvPr/>
          </p:nvSpPr>
          <p:spPr>
            <a:xfrm>
              <a:off x="0" y="58"/>
              <a:ext cx="2020526" cy="2341644"/>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sp>
        <p:sp>
          <p:nvSpPr>
            <p:cNvPr id="15" name="Rounded Rectangle 6"/>
            <p:cNvSpPr/>
            <p:nvPr/>
          </p:nvSpPr>
          <p:spPr>
            <a:xfrm>
              <a:off x="98634" y="98692"/>
              <a:ext cx="1823258" cy="214437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1920" tIns="60960" rIns="121920" bIns="60960" numCol="1" spcCol="1270" anchor="ctr" anchorCtr="0">
              <a:noAutofit/>
            </a:bodyPr>
            <a:lstStyle/>
            <a:p>
              <a:pPr lvl="0" algn="ctr" defTabSz="1422400">
                <a:lnSpc>
                  <a:spcPct val="90000"/>
                </a:lnSpc>
                <a:spcBef>
                  <a:spcPct val="0"/>
                </a:spcBef>
                <a:spcAft>
                  <a:spcPct val="35000"/>
                </a:spcAft>
              </a:pPr>
              <a:r>
                <a:rPr lang="en-US" sz="3200" kern="1200" dirty="0" smtClean="0"/>
                <a:t>Sign-in Request</a:t>
              </a:r>
              <a:endParaRPr lang="en-US" sz="3200" kern="1200" dirty="0"/>
            </a:p>
          </p:txBody>
        </p:sp>
      </p:grpSp>
      <p:grpSp>
        <p:nvGrpSpPr>
          <p:cNvPr id="22" name="Group 21"/>
          <p:cNvGrpSpPr/>
          <p:nvPr/>
        </p:nvGrpSpPr>
        <p:grpSpPr>
          <a:xfrm>
            <a:off x="382677" y="4168579"/>
            <a:ext cx="8318212" cy="2532259"/>
            <a:chOff x="382677" y="4168579"/>
            <a:chExt cx="8318212" cy="2532259"/>
          </a:xfrm>
        </p:grpSpPr>
        <p:grpSp>
          <p:nvGrpSpPr>
            <p:cNvPr id="16" name="Group 15"/>
            <p:cNvGrpSpPr/>
            <p:nvPr/>
          </p:nvGrpSpPr>
          <p:grpSpPr>
            <a:xfrm>
              <a:off x="2435228" y="4268410"/>
              <a:ext cx="6265661" cy="2332596"/>
              <a:chOff x="2054227" y="2463310"/>
              <a:chExt cx="6265661" cy="2332596"/>
            </a:xfrm>
          </p:grpSpPr>
          <p:sp>
            <p:nvSpPr>
              <p:cNvPr id="17" name="Round Same Side Corner Rectangle 16"/>
              <p:cNvSpPr/>
              <p:nvPr/>
            </p:nvSpPr>
            <p:spPr>
              <a:xfrm rot="5400000">
                <a:off x="4020760" y="496777"/>
                <a:ext cx="2332596" cy="6265661"/>
              </a:xfrm>
              <a:prstGeom prst="round2SameRect">
                <a:avLst/>
              </a:prstGeom>
              <a:solidFill>
                <a:schemeClr val="accent3">
                  <a:lumMod val="20000"/>
                  <a:lumOff val="80000"/>
                  <a:alpha val="90000"/>
                </a:schemeClr>
              </a:solidFill>
              <a:ln>
                <a:solidFill>
                  <a:schemeClr val="accent3">
                    <a:lumMod val="60000"/>
                    <a:lumOff val="40000"/>
                    <a:alpha val="90000"/>
                  </a:schemeClr>
                </a:solidFill>
              </a:ln>
              <a:effectLst>
                <a:outerShdw blurRad="50800" dist="38100" dir="2700000" algn="tl" rotWithShape="0">
                  <a:prstClr val="black">
                    <a:alpha val="40000"/>
                  </a:prstClr>
                </a:outerShdw>
              </a:effectLst>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18" name="Round Same Side Corner Rectangle 8"/>
              <p:cNvSpPr/>
              <p:nvPr/>
            </p:nvSpPr>
            <p:spPr>
              <a:xfrm>
                <a:off x="2054228" y="2577177"/>
                <a:ext cx="6151793" cy="210486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n-US" sz="2400" kern="1200" dirty="0" smtClean="0"/>
                  <a:t>POST http://www.mydomain.com/wl-handler.aspx HTTP/1.1</a:t>
                </a:r>
                <a:br>
                  <a:rPr lang="en-US" sz="2400" kern="1200" dirty="0" smtClean="0"/>
                </a:br>
                <a:r>
                  <a:rPr lang="en-US" sz="2400" kern="1200" dirty="0" smtClean="0"/>
                  <a:t/>
                </a:r>
                <a:br>
                  <a:rPr lang="en-US" sz="2400" kern="1200" dirty="0" smtClean="0"/>
                </a:br>
                <a:r>
                  <a:rPr lang="en-US" sz="2400" kern="1200" dirty="0" smtClean="0">
                    <a:solidFill>
                      <a:schemeClr val="accent6"/>
                    </a:solidFill>
                  </a:rPr>
                  <a:t>action=</a:t>
                </a:r>
                <a:r>
                  <a:rPr lang="en-US" sz="2400" kern="1200" dirty="0" smtClean="0"/>
                  <a:t>login</a:t>
                </a:r>
                <a:br>
                  <a:rPr lang="en-US" sz="2400" kern="1200" dirty="0" smtClean="0"/>
                </a:br>
                <a:r>
                  <a:rPr lang="en-US" sz="2400" kern="1200" dirty="0" smtClean="0"/>
                  <a:t>&amp;</a:t>
                </a:r>
                <a:r>
                  <a:rPr lang="en-US" sz="2400" kern="1200" dirty="0" err="1" smtClean="0">
                    <a:solidFill>
                      <a:schemeClr val="accent6"/>
                    </a:solidFill>
                  </a:rPr>
                  <a:t>appctx</a:t>
                </a:r>
                <a:r>
                  <a:rPr lang="en-US" sz="2400" kern="1200" dirty="0" smtClean="0">
                    <a:solidFill>
                      <a:schemeClr val="accent6"/>
                    </a:solidFill>
                  </a:rPr>
                  <a:t>=</a:t>
                </a:r>
                <a:r>
                  <a:rPr lang="en-US" sz="2400" kern="1200" dirty="0" err="1" smtClean="0">
                    <a:solidFill>
                      <a:schemeClr val="accent5">
                        <a:lumMod val="75000"/>
                      </a:schemeClr>
                    </a:solidFill>
                  </a:rPr>
                  <a:t>welcomepage</a:t>
                </a:r>
                <a:r>
                  <a:rPr lang="en-US" sz="2400" kern="1200" dirty="0" smtClean="0"/>
                  <a:t/>
                </a:r>
                <a:br>
                  <a:rPr lang="en-US" sz="2400" kern="1200" dirty="0" smtClean="0"/>
                </a:br>
                <a:r>
                  <a:rPr lang="en-US" sz="2400" kern="1200" dirty="0" smtClean="0"/>
                  <a:t>&amp;</a:t>
                </a:r>
                <a:r>
                  <a:rPr lang="en-US" sz="2400" kern="1200" dirty="0" err="1" smtClean="0">
                    <a:solidFill>
                      <a:schemeClr val="accent6"/>
                    </a:solidFill>
                  </a:rPr>
                  <a:t>stoken</a:t>
                </a:r>
                <a:r>
                  <a:rPr lang="en-US" sz="2400" kern="1200" dirty="0" smtClean="0">
                    <a:solidFill>
                      <a:schemeClr val="accent6"/>
                    </a:solidFill>
                  </a:rPr>
                  <a:t>=</a:t>
                </a:r>
                <a:r>
                  <a:rPr lang="en-US" sz="2400" kern="1200" dirty="0" smtClean="0"/>
                  <a:t>MA12BCF0012BAM567890MABD123456ABCDEF12345667890</a:t>
                </a:r>
                <a:endParaRPr lang="en-US" sz="2400" kern="1200" dirty="0"/>
              </a:p>
            </p:txBody>
          </p:sp>
        </p:grpSp>
        <p:grpSp>
          <p:nvGrpSpPr>
            <p:cNvPr id="19" name="Group 18"/>
            <p:cNvGrpSpPr/>
            <p:nvPr/>
          </p:nvGrpSpPr>
          <p:grpSpPr>
            <a:xfrm>
              <a:off x="382677" y="4168579"/>
              <a:ext cx="2219633" cy="2532259"/>
              <a:chOff x="1676" y="2458785"/>
              <a:chExt cx="2052551" cy="2341644"/>
            </a:xfrm>
          </p:grpSpPr>
          <p:sp>
            <p:nvSpPr>
              <p:cNvPr id="20" name="Rounded Rectangle 19"/>
              <p:cNvSpPr/>
              <p:nvPr/>
            </p:nvSpPr>
            <p:spPr>
              <a:xfrm>
                <a:off x="1676" y="2458785"/>
                <a:ext cx="2052551" cy="2341644"/>
              </a:xfrm>
              <a:prstGeom prst="roundRect">
                <a:avLst/>
              </a:prstGeom>
              <a:ln>
                <a:headEnd type="none" w="med" len="med"/>
                <a:tailEnd type="none" w="med" len="med"/>
              </a:ln>
            </p:spPr>
            <p:style>
              <a:lnRef idx="1">
                <a:schemeClr val="accent5"/>
              </a:lnRef>
              <a:fillRef idx="3">
                <a:schemeClr val="accent5"/>
              </a:fillRef>
              <a:effectRef idx="2">
                <a:schemeClr val="accent5"/>
              </a:effectRef>
              <a:fontRef idx="minor">
                <a:schemeClr val="lt1"/>
              </a:fontRef>
            </p:style>
          </p:sp>
          <p:sp>
            <p:nvSpPr>
              <p:cNvPr id="21" name="Rounded Rectangle 10"/>
              <p:cNvSpPr/>
              <p:nvPr/>
            </p:nvSpPr>
            <p:spPr>
              <a:xfrm>
                <a:off x="101873" y="2558982"/>
                <a:ext cx="1852157" cy="2141250"/>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121920" tIns="60960" rIns="121920" bIns="60960" numCol="1" spcCol="1270" anchor="ctr" anchorCtr="0">
                <a:noAutofit/>
              </a:bodyPr>
              <a:lstStyle/>
              <a:p>
                <a:pPr lvl="0" algn="ctr" defTabSz="1422400">
                  <a:lnSpc>
                    <a:spcPct val="90000"/>
                  </a:lnSpc>
                  <a:spcBef>
                    <a:spcPct val="0"/>
                  </a:spcBef>
                  <a:spcAft>
                    <a:spcPct val="35000"/>
                  </a:spcAft>
                </a:pPr>
                <a:r>
                  <a:rPr lang="en-US" sz="3200" kern="1200" dirty="0" smtClean="0"/>
                  <a:t>Sign-in Response</a:t>
                </a:r>
                <a:endParaRPr lang="en-US" sz="3200" kern="1200" dirty="0"/>
              </a:p>
            </p:txBody>
          </p:sp>
        </p:grpSp>
      </p:grpSp>
      <p:grpSp>
        <p:nvGrpSpPr>
          <p:cNvPr id="26" name="Group 25"/>
          <p:cNvGrpSpPr/>
          <p:nvPr/>
        </p:nvGrpSpPr>
        <p:grpSpPr>
          <a:xfrm>
            <a:off x="3090041" y="4643438"/>
            <a:ext cx="5453884" cy="1443275"/>
            <a:chOff x="3090041" y="4643438"/>
            <a:chExt cx="5453884" cy="1443275"/>
          </a:xfrm>
        </p:grpSpPr>
        <p:sp>
          <p:nvSpPr>
            <p:cNvPr id="23" name="Line Callout 3 (Border and Accent Bar) 22"/>
            <p:cNvSpPr/>
            <p:nvPr/>
          </p:nvSpPr>
          <p:spPr bwMode="auto">
            <a:xfrm>
              <a:off x="6570254" y="4643438"/>
              <a:ext cx="1973671" cy="1200325"/>
            </a:xfrm>
            <a:prstGeom prst="accentBorderCallout3">
              <a:avLst>
                <a:gd name="adj1" fmla="val 18750"/>
                <a:gd name="adj2" fmla="val -8333"/>
                <a:gd name="adj3" fmla="val 18750"/>
                <a:gd name="adj4" fmla="val -32292"/>
                <a:gd name="adj5" fmla="val 100000"/>
                <a:gd name="adj6" fmla="val -32292"/>
                <a:gd name="adj7" fmla="val 110984"/>
                <a:gd name="adj8" fmla="val -32083"/>
              </a:avLst>
            </a:prstGeom>
            <a:solidFill>
              <a:schemeClr val="accent2">
                <a:lumMod val="40000"/>
                <a:lumOff val="60000"/>
              </a:schemeClr>
            </a:solidFill>
            <a:ln w="28575">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spAutoFit/>
            </a:bodyPr>
            <a:lstStyle/>
            <a:p>
              <a:pPr defTabSz="914099" fontAlgn="base">
                <a:spcBef>
                  <a:spcPct val="0"/>
                </a:spcBef>
                <a:spcAft>
                  <a:spcPct val="0"/>
                </a:spcAft>
              </a:pPr>
              <a:r>
                <a:rPr lang="en-US" sz="1600" u="sng" dirty="0" smtClean="0">
                  <a:solidFill>
                    <a:schemeClr val="accent2">
                      <a:lumMod val="75000"/>
                    </a:schemeClr>
                  </a:solidFill>
                </a:rPr>
                <a:t>Encrypted Contents:</a:t>
              </a:r>
            </a:p>
            <a:p>
              <a:pPr lvl="0"/>
              <a:r>
                <a:rPr lang="fr-FR" sz="1400" b="1" dirty="0" err="1" smtClean="0">
                  <a:solidFill>
                    <a:srgbClr val="B45082"/>
                  </a:solidFill>
                </a:rPr>
                <a:t>appid</a:t>
              </a:r>
              <a:r>
                <a:rPr lang="fr-FR" sz="1400" dirty="0" smtClean="0">
                  <a:solidFill>
                    <a:srgbClr val="B45082"/>
                  </a:solidFill>
                </a:rPr>
                <a:t>=</a:t>
              </a:r>
              <a:r>
                <a:rPr lang="fr-FR" sz="1400" dirty="0" smtClean="0">
                  <a:solidFill>
                    <a:schemeClr val="accent2">
                      <a:lumMod val="50000"/>
                    </a:schemeClr>
                  </a:solidFill>
                </a:rPr>
                <a:t>&lt;application id&gt;</a:t>
              </a:r>
            </a:p>
            <a:p>
              <a:pPr lvl="0"/>
              <a:r>
                <a:rPr lang="fr-FR" sz="1400" dirty="0" smtClean="0">
                  <a:solidFill>
                    <a:srgbClr val="000000"/>
                  </a:solidFill>
                </a:rPr>
                <a:t>&amp;</a:t>
              </a:r>
              <a:r>
                <a:rPr lang="fr-FR" sz="1400" b="1" dirty="0" err="1" smtClean="0">
                  <a:solidFill>
                    <a:srgbClr val="B45082"/>
                  </a:solidFill>
                </a:rPr>
                <a:t>uid</a:t>
              </a:r>
              <a:r>
                <a:rPr lang="fr-FR" sz="1400" dirty="0" smtClean="0">
                  <a:solidFill>
                    <a:srgbClr val="B45082"/>
                  </a:solidFill>
                </a:rPr>
                <a:t>=</a:t>
              </a:r>
              <a:r>
                <a:rPr lang="fr-FR" sz="1400" dirty="0" smtClean="0">
                  <a:solidFill>
                    <a:schemeClr val="accent2">
                      <a:lumMod val="50000"/>
                    </a:schemeClr>
                  </a:solidFill>
                </a:rPr>
                <a:t>&lt;user identifier&gt;</a:t>
              </a:r>
            </a:p>
            <a:p>
              <a:pPr lvl="0"/>
              <a:r>
                <a:rPr lang="fr-FR" sz="1400" dirty="0" smtClean="0">
                  <a:solidFill>
                    <a:srgbClr val="000000"/>
                  </a:solidFill>
                </a:rPr>
                <a:t>&amp;</a:t>
              </a:r>
              <a:r>
                <a:rPr lang="fr-FR" sz="1400" b="1" dirty="0" err="1" smtClean="0">
                  <a:solidFill>
                    <a:srgbClr val="B45082"/>
                  </a:solidFill>
                </a:rPr>
                <a:t>ts</a:t>
              </a:r>
              <a:r>
                <a:rPr lang="fr-FR" sz="1400" dirty="0" smtClean="0">
                  <a:solidFill>
                    <a:srgbClr val="B45082"/>
                  </a:solidFill>
                </a:rPr>
                <a:t>=</a:t>
              </a:r>
              <a:r>
                <a:rPr lang="fr-FR" sz="1400" dirty="0" smtClean="0">
                  <a:solidFill>
                    <a:schemeClr val="accent2">
                      <a:lumMod val="50000"/>
                    </a:schemeClr>
                  </a:solidFill>
                </a:rPr>
                <a:t>&lt;</a:t>
              </a:r>
              <a:r>
                <a:rPr lang="fr-FR" sz="1400" dirty="0" err="1" smtClean="0">
                  <a:solidFill>
                    <a:schemeClr val="accent2">
                      <a:lumMod val="50000"/>
                    </a:schemeClr>
                  </a:solidFill>
                </a:rPr>
                <a:t>timestamp</a:t>
              </a:r>
              <a:r>
                <a:rPr lang="fr-FR" sz="1400" dirty="0" smtClean="0">
                  <a:solidFill>
                    <a:schemeClr val="accent2">
                      <a:lumMod val="50000"/>
                    </a:schemeClr>
                  </a:solidFill>
                </a:rPr>
                <a:t>&gt;</a:t>
              </a:r>
            </a:p>
            <a:p>
              <a:pPr lvl="0"/>
              <a:r>
                <a:rPr lang="fr-FR" sz="1400" dirty="0" smtClean="0">
                  <a:solidFill>
                    <a:srgbClr val="000000"/>
                  </a:solidFill>
                </a:rPr>
                <a:t>&amp;</a:t>
              </a:r>
              <a:r>
                <a:rPr lang="fr-FR" sz="1400" b="1" dirty="0" err="1" smtClean="0">
                  <a:solidFill>
                    <a:srgbClr val="B45082"/>
                  </a:solidFill>
                </a:rPr>
                <a:t>sig</a:t>
              </a:r>
              <a:r>
                <a:rPr lang="fr-FR" sz="1400" dirty="0" smtClean="0">
                  <a:solidFill>
                    <a:srgbClr val="B45082"/>
                  </a:solidFill>
                </a:rPr>
                <a:t>=</a:t>
              </a:r>
              <a:r>
                <a:rPr lang="fr-FR" sz="1400" dirty="0" smtClean="0">
                  <a:solidFill>
                    <a:schemeClr val="accent2">
                      <a:lumMod val="50000"/>
                    </a:schemeClr>
                  </a:solidFill>
                </a:rPr>
                <a:t>&lt;signature&gt;</a:t>
              </a:r>
            </a:p>
          </p:txBody>
        </p:sp>
        <p:sp>
          <p:nvSpPr>
            <p:cNvPr id="24" name="Left Bracket 23"/>
            <p:cNvSpPr/>
            <p:nvPr/>
          </p:nvSpPr>
          <p:spPr>
            <a:xfrm rot="5400000">
              <a:off x="5635004" y="3418545"/>
              <a:ext cx="123205" cy="5213131"/>
            </a:xfrm>
            <a:prstGeom prst="leftBracket">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1000"/>
                                  </p:stCondLst>
                                  <p:childTnLst>
                                    <p:set>
                                      <p:cBhvr>
                                        <p:cTn id="9"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945953" y="3712684"/>
            <a:ext cx="3767123" cy="1240316"/>
          </a:xfrm>
        </p:spPr>
        <p:txBody>
          <a:bodyPr/>
          <a:lstStyle/>
          <a:p>
            <a:r>
              <a:rPr lang="en-US" sz="3200" dirty="0" smtClean="0"/>
              <a:t>Live Identity Services</a:t>
            </a:r>
            <a:br>
              <a:rPr lang="en-US" sz="3200" dirty="0" smtClean="0"/>
            </a:br>
            <a:r>
              <a:rPr lang="en-US" sz="3200" dirty="0" smtClean="0"/>
              <a:t>Web Authentication with </a:t>
            </a:r>
            <a:r>
              <a:rPr lang="en-US" sz="3200" dirty="0" smtClean="0">
                <a:solidFill>
                  <a:schemeClr val="accent3"/>
                </a:solidFill>
              </a:rPr>
              <a:t>Sign-in Screen Customization </a:t>
            </a:r>
            <a:endParaRPr lang="en-US" sz="3200" dirty="0">
              <a:solidFill>
                <a:schemeClr val="accent3"/>
              </a:solidFill>
            </a:endParaRPr>
          </a:p>
        </p:txBody>
      </p:sp>
      <p:sp>
        <p:nvSpPr>
          <p:cNvPr id="5" name="Subtitle 4"/>
          <p:cNvSpPr>
            <a:spLocks noGrp="1"/>
          </p:cNvSpPr>
          <p:nvPr>
            <p:ph type="subTitle" idx="1"/>
          </p:nvPr>
        </p:nvSpPr>
        <p:spPr>
          <a:xfrm>
            <a:off x="4945954" y="5629619"/>
            <a:ext cx="3456094" cy="771181"/>
          </a:xfrm>
        </p:spPr>
        <p:txBody>
          <a:bodyPr/>
          <a:lstStyle/>
          <a:p>
            <a:pPr marL="0"/>
            <a:r>
              <a:rPr lang="en-US" sz="2400" dirty="0" smtClean="0"/>
              <a:t>Enabling seamless sign-in / sign-up user experience</a:t>
            </a:r>
            <a:endParaRPr lang="en-US" sz="2400" dirty="0"/>
          </a:p>
        </p:txBody>
      </p:sp>
      <p:sp>
        <p:nvSpPr>
          <p:cNvPr id="4" name="Text Placeholder 3"/>
          <p:cNvSpPr>
            <a:spLocks noGrp="1"/>
          </p:cNvSpPr>
          <p:nvPr>
            <p:ph type="body" sz="quarter" idx="10"/>
          </p:nvPr>
        </p:nvSpPr>
        <p:spPr/>
        <p:txBody>
          <a:bodyPr/>
          <a:lstStyle/>
          <a:p>
            <a:r>
              <a:rPr lang="en-US" sz="8800" dirty="0" smtClean="0"/>
              <a:t>Tech Preview Demo</a:t>
            </a:r>
            <a:endParaRPr lang="en-US" sz="8800" dirty="0"/>
          </a:p>
        </p:txBody>
      </p:sp>
    </p:spTree>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Customizable Sign-in Screen</a:t>
            </a:r>
            <a:endParaRPr lang="en-US" dirty="0"/>
          </a:p>
        </p:txBody>
      </p:sp>
      <p:sp>
        <p:nvSpPr>
          <p:cNvPr id="4" name="Text Placeholder 3"/>
          <p:cNvSpPr>
            <a:spLocks noGrp="1"/>
          </p:cNvSpPr>
          <p:nvPr>
            <p:ph type="body" sz="quarter" idx="10"/>
          </p:nvPr>
        </p:nvSpPr>
        <p:spPr>
          <a:xfrm>
            <a:off x="730044" y="1411553"/>
            <a:ext cx="7672004" cy="780535"/>
          </a:xfrm>
        </p:spPr>
        <p:txBody>
          <a:bodyPr/>
          <a:lstStyle/>
          <a:p>
            <a:pPr marL="457200" indent="-457200"/>
            <a:r>
              <a:rPr lang="en-US" dirty="0" smtClean="0"/>
              <a:t>Flexible sign-in customization options allow creative and seamless user experience</a:t>
            </a:r>
          </a:p>
        </p:txBody>
      </p:sp>
      <p:pic>
        <p:nvPicPr>
          <p:cNvPr id="1026" name="Picture 3" descr="image001"/>
          <p:cNvPicPr>
            <a:picLocks noChangeAspect="1" noChangeArrowheads="1"/>
          </p:cNvPicPr>
          <p:nvPr/>
        </p:nvPicPr>
        <p:blipFill>
          <a:blip r:embed="rId2"/>
          <a:srcRect/>
          <a:stretch>
            <a:fillRect/>
          </a:stretch>
        </p:blipFill>
        <p:spPr bwMode="auto">
          <a:xfrm>
            <a:off x="465252" y="2214392"/>
            <a:ext cx="5950246" cy="4520756"/>
          </a:xfrm>
          <a:prstGeom prst="rect">
            <a:avLst/>
          </a:prstGeom>
          <a:noFill/>
          <a:ln w="9525">
            <a:noFill/>
            <a:miter lim="800000"/>
            <a:headEnd/>
            <a:tailEnd/>
          </a:ln>
          <a:effectLst>
            <a:outerShdw blurRad="50800" dist="38100" dir="2700000" algn="tl" rotWithShape="0">
              <a:prstClr val="black">
                <a:alpha val="40000"/>
              </a:prstClr>
            </a:outerShdw>
          </a:effectLst>
        </p:spPr>
      </p:pic>
      <p:sp>
        <p:nvSpPr>
          <p:cNvPr id="6" name="TextBox 5"/>
          <p:cNvSpPr txBox="1"/>
          <p:nvPr/>
        </p:nvSpPr>
        <p:spPr>
          <a:xfrm>
            <a:off x="6427572" y="2140670"/>
            <a:ext cx="2530691" cy="2308324"/>
          </a:xfrm>
          <a:prstGeom prst="rect">
            <a:avLst/>
          </a:prstGeom>
          <a:noFill/>
        </p:spPr>
        <p:txBody>
          <a:bodyPr wrap="square" rtlCol="0">
            <a:spAutoFit/>
          </a:bodyPr>
          <a:lstStyle/>
          <a:p>
            <a:pPr lvl="0"/>
            <a:r>
              <a:rPr lang="en-US" sz="1600" b="1" dirty="0" smtClean="0">
                <a:solidFill>
                  <a:schemeClr val="accent3">
                    <a:lumMod val="60000"/>
                    <a:lumOff val="40000"/>
                  </a:schemeClr>
                </a:solidFill>
              </a:rPr>
              <a:t>Customizable Contents Area (Orange)</a:t>
            </a:r>
          </a:p>
          <a:p>
            <a:pPr lvl="0"/>
            <a:r>
              <a:rPr lang="en-US" sz="1600" dirty="0" smtClean="0">
                <a:solidFill>
                  <a:prstClr val="white"/>
                </a:solidFill>
              </a:rPr>
              <a:t>Elements that can be customized.</a:t>
            </a:r>
          </a:p>
          <a:p>
            <a:pPr marL="225425" lvl="1" indent="-112713">
              <a:buFont typeface="Wingdings" pitchFamily="2" charset="2"/>
              <a:buChar char="Ø"/>
            </a:pPr>
            <a:r>
              <a:rPr lang="en-US" sz="1600" dirty="0" smtClean="0"/>
              <a:t>Partner Logo</a:t>
            </a:r>
          </a:p>
          <a:p>
            <a:pPr marL="225425" lvl="1" indent="-112713">
              <a:buFont typeface="Wingdings" pitchFamily="2" charset="2"/>
              <a:buChar char="Ø"/>
            </a:pPr>
            <a:r>
              <a:rPr lang="en-US" sz="1600" dirty="0" smtClean="0"/>
              <a:t>Task statement</a:t>
            </a:r>
          </a:p>
          <a:p>
            <a:pPr marL="225425" lvl="1" indent="-112713">
              <a:buFont typeface="Wingdings" pitchFamily="2" charset="2"/>
              <a:buChar char="Ø"/>
            </a:pPr>
            <a:r>
              <a:rPr lang="en-US" sz="1600" dirty="0" smtClean="0"/>
              <a:t>Product description</a:t>
            </a:r>
          </a:p>
          <a:p>
            <a:pPr marL="225425" lvl="1" indent="-112713">
              <a:buFont typeface="Wingdings" pitchFamily="2" charset="2"/>
              <a:buChar char="Ø"/>
            </a:pPr>
            <a:r>
              <a:rPr lang="en-US" sz="1600" dirty="0" smtClean="0"/>
              <a:t>Sign up section</a:t>
            </a:r>
          </a:p>
          <a:p>
            <a:pPr marL="225425" lvl="1" indent="-112713">
              <a:buFont typeface="Wingdings" pitchFamily="2" charset="2"/>
              <a:buChar char="Ø"/>
            </a:pPr>
            <a:r>
              <a:rPr lang="en-US" sz="1600" dirty="0" smtClean="0"/>
              <a:t>Header background</a:t>
            </a:r>
          </a:p>
        </p:txBody>
      </p:sp>
      <p:sp>
        <p:nvSpPr>
          <p:cNvPr id="7" name="Rectangle 6"/>
          <p:cNvSpPr/>
          <p:nvPr/>
        </p:nvSpPr>
        <p:spPr bwMode="auto">
          <a:xfrm>
            <a:off x="593124" y="3707027"/>
            <a:ext cx="5560541" cy="222422"/>
          </a:xfrm>
          <a:prstGeom prst="rect">
            <a:avLst/>
          </a:prstGeom>
          <a:solidFill>
            <a:srgbClr val="00B0F0">
              <a:alpha val="20000"/>
            </a:srgbClr>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8" name="Rectangle 7"/>
          <p:cNvSpPr/>
          <p:nvPr/>
        </p:nvSpPr>
        <p:spPr bwMode="auto">
          <a:xfrm>
            <a:off x="3595815" y="3945927"/>
            <a:ext cx="2561965" cy="2294235"/>
          </a:xfrm>
          <a:prstGeom prst="rect">
            <a:avLst/>
          </a:prstGeom>
          <a:solidFill>
            <a:srgbClr val="00B0F0">
              <a:alpha val="20000"/>
            </a:srgbClr>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9" name="Rectangle 8"/>
          <p:cNvSpPr/>
          <p:nvPr/>
        </p:nvSpPr>
        <p:spPr bwMode="auto">
          <a:xfrm>
            <a:off x="597243" y="6244281"/>
            <a:ext cx="5560541" cy="222422"/>
          </a:xfrm>
          <a:prstGeom prst="rect">
            <a:avLst/>
          </a:prstGeom>
          <a:solidFill>
            <a:srgbClr val="00B0F0">
              <a:alpha val="20000"/>
            </a:srgbClr>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10" name="Rectangle 9"/>
          <p:cNvSpPr/>
          <p:nvPr/>
        </p:nvSpPr>
        <p:spPr bwMode="auto">
          <a:xfrm>
            <a:off x="609597" y="2842054"/>
            <a:ext cx="5560541" cy="869085"/>
          </a:xfrm>
          <a:prstGeom prst="rect">
            <a:avLst/>
          </a:prstGeom>
          <a:solidFill>
            <a:srgbClr val="FFC000">
              <a:alpha val="20000"/>
            </a:srgbClr>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1400" dirty="0" smtClean="0">
              <a:solidFill>
                <a:srgbClr val="FFFFFF"/>
              </a:solidFill>
            </a:endParaRPr>
          </a:p>
        </p:txBody>
      </p:sp>
      <p:sp>
        <p:nvSpPr>
          <p:cNvPr id="11" name="Rectangle 10"/>
          <p:cNvSpPr/>
          <p:nvPr/>
        </p:nvSpPr>
        <p:spPr bwMode="auto">
          <a:xfrm>
            <a:off x="601359" y="3945924"/>
            <a:ext cx="2982100" cy="2281881"/>
          </a:xfrm>
          <a:prstGeom prst="rect">
            <a:avLst/>
          </a:prstGeom>
          <a:solidFill>
            <a:srgbClr val="FFC000">
              <a:alpha val="20000"/>
            </a:srgbClr>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grpSp>
        <p:nvGrpSpPr>
          <p:cNvPr id="14" name="Group 13"/>
          <p:cNvGrpSpPr/>
          <p:nvPr/>
        </p:nvGrpSpPr>
        <p:grpSpPr>
          <a:xfrm>
            <a:off x="2236573" y="3385751"/>
            <a:ext cx="3253534" cy="283634"/>
            <a:chOff x="2236573" y="3385751"/>
            <a:chExt cx="3253534" cy="283634"/>
          </a:xfrm>
        </p:grpSpPr>
        <p:sp>
          <p:nvSpPr>
            <p:cNvPr id="12" name="Rectangle 11"/>
            <p:cNvSpPr/>
            <p:nvPr/>
          </p:nvSpPr>
          <p:spPr bwMode="auto">
            <a:xfrm>
              <a:off x="2236573" y="3409894"/>
              <a:ext cx="1383957" cy="259491"/>
            </a:xfrm>
            <a:prstGeom prst="rect">
              <a:avLst/>
            </a:prstGeom>
            <a:noFill/>
            <a:ln>
              <a:solidFill>
                <a:srgbClr val="C00000"/>
              </a:solid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13" name="TextBox 12"/>
            <p:cNvSpPr txBox="1"/>
            <p:nvPr/>
          </p:nvSpPr>
          <p:spPr>
            <a:xfrm>
              <a:off x="3645243" y="3385751"/>
              <a:ext cx="1844864" cy="276999"/>
            </a:xfrm>
            <a:prstGeom prst="rect">
              <a:avLst/>
            </a:prstGeom>
            <a:noFill/>
          </p:spPr>
          <p:txBody>
            <a:bodyPr wrap="none" rtlCol="0">
              <a:spAutoFit/>
            </a:bodyPr>
            <a:lstStyle/>
            <a:p>
              <a:r>
                <a:rPr lang="en-US" sz="1200" dirty="0" smtClean="0">
                  <a:solidFill>
                    <a:srgbClr val="C00000"/>
                  </a:solidFill>
                </a:rPr>
                <a:t>Task integration statement</a:t>
              </a:r>
              <a:endParaRPr lang="en-US" sz="1200" dirty="0">
                <a:solidFill>
                  <a:srgbClr val="C00000"/>
                </a:solidFill>
              </a:endParaRPr>
            </a:p>
          </p:txBody>
        </p:sp>
      </p:grpSp>
      <p:grpSp>
        <p:nvGrpSpPr>
          <p:cNvPr id="20" name="Group 19"/>
          <p:cNvGrpSpPr/>
          <p:nvPr/>
        </p:nvGrpSpPr>
        <p:grpSpPr>
          <a:xfrm>
            <a:off x="1170467" y="5094532"/>
            <a:ext cx="2165857" cy="540149"/>
            <a:chOff x="1170467" y="5094532"/>
            <a:chExt cx="2165857" cy="540149"/>
          </a:xfrm>
        </p:grpSpPr>
        <p:sp>
          <p:nvSpPr>
            <p:cNvPr id="16" name="Rectangle 15"/>
            <p:cNvSpPr/>
            <p:nvPr/>
          </p:nvSpPr>
          <p:spPr bwMode="auto">
            <a:xfrm>
              <a:off x="1170467" y="5094532"/>
              <a:ext cx="2165857" cy="540149"/>
            </a:xfrm>
            <a:prstGeom prst="rect">
              <a:avLst/>
            </a:prstGeom>
            <a:noFill/>
            <a:ln>
              <a:solidFill>
                <a:srgbClr val="C00000"/>
              </a:solid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17" name="TextBox 16"/>
            <p:cNvSpPr txBox="1"/>
            <p:nvPr/>
          </p:nvSpPr>
          <p:spPr>
            <a:xfrm>
              <a:off x="2196081" y="5193956"/>
              <a:ext cx="1136850" cy="276999"/>
            </a:xfrm>
            <a:prstGeom prst="rect">
              <a:avLst/>
            </a:prstGeom>
            <a:noFill/>
          </p:spPr>
          <p:txBody>
            <a:bodyPr wrap="none" rtlCol="0">
              <a:spAutoFit/>
            </a:bodyPr>
            <a:lstStyle/>
            <a:p>
              <a:r>
                <a:rPr lang="en-US" sz="1200" dirty="0" smtClean="0">
                  <a:solidFill>
                    <a:srgbClr val="C00000"/>
                  </a:solidFill>
                </a:rPr>
                <a:t>Sign-up section</a:t>
              </a:r>
              <a:endParaRPr lang="en-US" sz="1200" dirty="0">
                <a:solidFill>
                  <a:srgbClr val="C00000"/>
                </a:solidFill>
              </a:endParaRPr>
            </a:p>
          </p:txBody>
        </p:sp>
      </p:grpSp>
      <p:sp>
        <p:nvSpPr>
          <p:cNvPr id="18" name="Rectangle 17"/>
          <p:cNvSpPr/>
          <p:nvPr/>
        </p:nvSpPr>
        <p:spPr bwMode="auto">
          <a:xfrm>
            <a:off x="1164771" y="3986213"/>
            <a:ext cx="2188029" cy="1064758"/>
          </a:xfrm>
          <a:prstGeom prst="rect">
            <a:avLst/>
          </a:prstGeom>
          <a:noFill/>
          <a:ln>
            <a:solidFill>
              <a:srgbClr val="C00000"/>
            </a:solid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19" name="Rectangle 18"/>
          <p:cNvSpPr/>
          <p:nvPr/>
        </p:nvSpPr>
        <p:spPr bwMode="auto">
          <a:xfrm>
            <a:off x="1023256" y="3386138"/>
            <a:ext cx="1105581" cy="293233"/>
          </a:xfrm>
          <a:prstGeom prst="rect">
            <a:avLst/>
          </a:prstGeom>
          <a:noFill/>
          <a:ln>
            <a:solidFill>
              <a:srgbClr val="C00000"/>
            </a:solid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21" name="Rectangle 20"/>
          <p:cNvSpPr/>
          <p:nvPr/>
        </p:nvSpPr>
        <p:spPr bwMode="auto">
          <a:xfrm>
            <a:off x="628650" y="2830286"/>
            <a:ext cx="5521779" cy="544285"/>
          </a:xfrm>
          <a:prstGeom prst="rect">
            <a:avLst/>
          </a:prstGeom>
          <a:noFill/>
          <a:ln>
            <a:solidFill>
              <a:srgbClr val="C00000"/>
            </a:solid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24" name="TextBox 23"/>
          <p:cNvSpPr txBox="1"/>
          <p:nvPr/>
        </p:nvSpPr>
        <p:spPr>
          <a:xfrm>
            <a:off x="6427572" y="4393342"/>
            <a:ext cx="2530691" cy="2308324"/>
          </a:xfrm>
          <a:prstGeom prst="rect">
            <a:avLst/>
          </a:prstGeom>
          <a:noFill/>
        </p:spPr>
        <p:txBody>
          <a:bodyPr wrap="square" rtlCol="0">
            <a:spAutoFit/>
          </a:bodyPr>
          <a:lstStyle/>
          <a:p>
            <a:pPr lvl="0"/>
            <a:r>
              <a:rPr lang="en-US" sz="1600" b="1" dirty="0" smtClean="0">
                <a:solidFill>
                  <a:schemeClr val="accent4">
                    <a:lumMod val="60000"/>
                    <a:lumOff val="40000"/>
                  </a:schemeClr>
                </a:solidFill>
              </a:rPr>
              <a:t>Customizable Theme Area (Blue)</a:t>
            </a:r>
          </a:p>
          <a:p>
            <a:r>
              <a:rPr lang="en-US" sz="1600" dirty="0" smtClean="0"/>
              <a:t>Elements cannot change. </a:t>
            </a:r>
            <a:br>
              <a:rPr lang="en-US" sz="1600" dirty="0" smtClean="0"/>
            </a:br>
            <a:r>
              <a:rPr lang="en-US" sz="1600" dirty="0" smtClean="0"/>
              <a:t>Customize look &amp; feel.</a:t>
            </a:r>
          </a:p>
          <a:p>
            <a:pPr marL="225425" lvl="1" indent="-112713">
              <a:buFont typeface="Wingdings" pitchFamily="2" charset="2"/>
              <a:buChar char="Ø"/>
            </a:pPr>
            <a:r>
              <a:rPr lang="en-US" sz="1600" dirty="0" smtClean="0"/>
              <a:t>Font color</a:t>
            </a:r>
          </a:p>
          <a:p>
            <a:pPr marL="225425" lvl="1" indent="-112713">
              <a:buFont typeface="Wingdings" pitchFamily="2" charset="2"/>
              <a:buChar char="Ø"/>
            </a:pPr>
            <a:r>
              <a:rPr lang="en-US" sz="1600" dirty="0" smtClean="0"/>
              <a:t>Background color</a:t>
            </a:r>
          </a:p>
          <a:p>
            <a:pPr marL="225425" lvl="1" indent="-112713">
              <a:buFont typeface="Wingdings" pitchFamily="2" charset="2"/>
              <a:buChar char="Ø"/>
            </a:pPr>
            <a:r>
              <a:rPr lang="en-US" sz="1600" dirty="0" smtClean="0"/>
              <a:t>Button color</a:t>
            </a:r>
          </a:p>
          <a:p>
            <a:pPr marL="225425" lvl="1" indent="-112713">
              <a:buFont typeface="Wingdings" pitchFamily="2" charset="2"/>
              <a:buChar char="Ø"/>
            </a:pPr>
            <a:r>
              <a:rPr lang="en-US" sz="1600" dirty="0" smtClean="0"/>
              <a:t>User tile color</a:t>
            </a:r>
          </a:p>
          <a:p>
            <a:pPr marL="225425" lvl="1" indent="-112713">
              <a:buFont typeface="Wingdings" pitchFamily="2" charset="2"/>
              <a:buChar char="Ø"/>
            </a:pPr>
            <a:r>
              <a:rPr lang="en-US" sz="1600" dirty="0" smtClean="0"/>
              <a:t>Live ID description color</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mtClean="0"/>
              <a:t>Sign-in Screen Customization XML</a:t>
            </a:r>
            <a:endParaRPr lang="en-US" dirty="0"/>
          </a:p>
        </p:txBody>
      </p:sp>
      <p:sp>
        <p:nvSpPr>
          <p:cNvPr id="3" name="Text Placeholder 2"/>
          <p:cNvSpPr>
            <a:spLocks noGrp="1"/>
          </p:cNvSpPr>
          <p:nvPr>
            <p:ph type="body" sz="quarter" idx="10"/>
          </p:nvPr>
        </p:nvSpPr>
        <p:spPr/>
        <p:txBody>
          <a:bodyPr wrap="square">
            <a:noAutofit/>
          </a:bodyPr>
          <a:lstStyle/>
          <a:p>
            <a:r>
              <a:rPr lang="en-US" sz="1050" dirty="0" smtClean="0"/>
              <a:t>&lt;</a:t>
            </a:r>
            <a:r>
              <a:rPr lang="en-US" sz="1050" dirty="0" err="1" smtClean="0"/>
              <a:t>WhiteLabelProperties</a:t>
            </a:r>
            <a:r>
              <a:rPr lang="en-US" sz="1050" dirty="0" smtClean="0"/>
              <a:t>&gt;</a:t>
            </a:r>
          </a:p>
          <a:p>
            <a:pPr lvl="1"/>
            <a:r>
              <a:rPr lang="en-US" sz="1050" dirty="0" smtClean="0"/>
              <a:t>&lt;</a:t>
            </a:r>
            <a:r>
              <a:rPr lang="en-US" sz="1050" dirty="0" smtClean="0">
                <a:solidFill>
                  <a:schemeClr val="accent6"/>
                </a:solidFill>
              </a:rPr>
              <a:t>Logo</a:t>
            </a:r>
            <a:r>
              <a:rPr lang="en-US" sz="1050" dirty="0" smtClean="0"/>
              <a:t>&gt;</a:t>
            </a:r>
            <a:r>
              <a:rPr lang="en-US" sz="1050" dirty="0" smtClean="0">
                <a:solidFill>
                  <a:schemeClr val="accent3"/>
                </a:solidFill>
              </a:rPr>
              <a:t>STRID_LOGO</a:t>
            </a:r>
            <a:r>
              <a:rPr lang="en-US" sz="1050" dirty="0" smtClean="0"/>
              <a:t>&lt;/Logo&gt;</a:t>
            </a:r>
          </a:p>
          <a:p>
            <a:pPr lvl="1"/>
            <a:r>
              <a:rPr lang="en-US" sz="1050" dirty="0" smtClean="0"/>
              <a:t>&lt;</a:t>
            </a:r>
            <a:r>
              <a:rPr lang="en-US" sz="1050" dirty="0" err="1" smtClean="0">
                <a:solidFill>
                  <a:schemeClr val="accent6"/>
                </a:solidFill>
              </a:rPr>
              <a:t>LogoAltText</a:t>
            </a:r>
            <a:r>
              <a:rPr lang="en-US" sz="1050" dirty="0" smtClean="0"/>
              <a:t>&gt;</a:t>
            </a:r>
            <a:r>
              <a:rPr lang="en-US" sz="1050" dirty="0" smtClean="0">
                <a:solidFill>
                  <a:schemeClr val="accent5"/>
                </a:solidFill>
              </a:rPr>
              <a:t>STRID_LOGOALTTEXT</a:t>
            </a:r>
            <a:r>
              <a:rPr lang="en-US" sz="1050" dirty="0" smtClean="0"/>
              <a:t>&lt;/</a:t>
            </a:r>
            <a:r>
              <a:rPr lang="en-US" sz="1050" dirty="0" err="1" smtClean="0"/>
              <a:t>LogoAltText</a:t>
            </a:r>
            <a:r>
              <a:rPr lang="en-US" sz="1050" dirty="0" smtClean="0"/>
              <a:t>&gt; </a:t>
            </a:r>
          </a:p>
          <a:p>
            <a:pPr lvl="1"/>
            <a:r>
              <a:rPr lang="en-US" sz="1050" dirty="0" smtClean="0"/>
              <a:t>&lt;</a:t>
            </a:r>
            <a:r>
              <a:rPr lang="en-US" sz="1050" dirty="0" err="1" smtClean="0">
                <a:solidFill>
                  <a:schemeClr val="accent6"/>
                </a:solidFill>
              </a:rPr>
              <a:t>HeaderBkgndColor</a:t>
            </a:r>
            <a:r>
              <a:rPr lang="en-US" sz="1050" dirty="0" smtClean="0"/>
              <a:t>&gt;</a:t>
            </a:r>
            <a:r>
              <a:rPr lang="en-US" sz="1050" dirty="0" smtClean="0">
                <a:solidFill>
                  <a:schemeClr val="accent4"/>
                </a:solidFill>
              </a:rPr>
              <a:t>#336633</a:t>
            </a:r>
            <a:r>
              <a:rPr lang="en-US" sz="1050" dirty="0" smtClean="0"/>
              <a:t>&lt;/</a:t>
            </a:r>
            <a:r>
              <a:rPr lang="en-US" sz="1050" dirty="0" err="1" smtClean="0"/>
              <a:t>HeaderBkgndColor</a:t>
            </a:r>
            <a:r>
              <a:rPr lang="en-US" sz="1050" dirty="0" smtClean="0"/>
              <a:t>&gt;</a:t>
            </a:r>
          </a:p>
          <a:p>
            <a:pPr lvl="1"/>
            <a:r>
              <a:rPr lang="en-US" sz="1050" dirty="0" smtClean="0"/>
              <a:t>&lt;</a:t>
            </a:r>
            <a:r>
              <a:rPr lang="en-US" sz="1050" dirty="0" err="1" smtClean="0">
                <a:solidFill>
                  <a:schemeClr val="accent6"/>
                </a:solidFill>
              </a:rPr>
              <a:t>BkgndColor</a:t>
            </a:r>
            <a:r>
              <a:rPr lang="en-US" sz="1050" dirty="0" smtClean="0"/>
              <a:t>&gt;</a:t>
            </a:r>
            <a:r>
              <a:rPr lang="en-US" sz="1050" dirty="0" smtClean="0">
                <a:solidFill>
                  <a:schemeClr val="accent4"/>
                </a:solidFill>
              </a:rPr>
              <a:t>#e5ece5</a:t>
            </a:r>
            <a:r>
              <a:rPr lang="en-US" sz="1050" dirty="0" smtClean="0"/>
              <a:t>&lt;/</a:t>
            </a:r>
            <a:r>
              <a:rPr lang="en-US" sz="1050" dirty="0" err="1" smtClean="0"/>
              <a:t>BkgndColor</a:t>
            </a:r>
            <a:r>
              <a:rPr lang="en-US" sz="1050" dirty="0" smtClean="0"/>
              <a:t>&gt;</a:t>
            </a:r>
          </a:p>
          <a:p>
            <a:pPr lvl="1"/>
            <a:r>
              <a:rPr lang="en-US" sz="1050" dirty="0" smtClean="0"/>
              <a:t>&lt;</a:t>
            </a:r>
            <a:r>
              <a:rPr lang="en-US" sz="1050" dirty="0" err="1" smtClean="0">
                <a:solidFill>
                  <a:schemeClr val="accent6"/>
                </a:solidFill>
              </a:rPr>
              <a:t>FontColorLight</a:t>
            </a:r>
            <a:r>
              <a:rPr lang="en-US" sz="1050" dirty="0" smtClean="0"/>
              <a:t>&gt;</a:t>
            </a:r>
            <a:r>
              <a:rPr lang="en-US" sz="1050" dirty="0" smtClean="0">
                <a:solidFill>
                  <a:schemeClr val="accent4"/>
                </a:solidFill>
              </a:rPr>
              <a:t>#b5781e</a:t>
            </a:r>
            <a:r>
              <a:rPr lang="en-US" sz="1050" dirty="0" smtClean="0"/>
              <a:t>&lt;/</a:t>
            </a:r>
            <a:r>
              <a:rPr lang="en-US" sz="1050" dirty="0" err="1" smtClean="0"/>
              <a:t>FontColorLight</a:t>
            </a:r>
            <a:r>
              <a:rPr lang="en-US" sz="1050" dirty="0" smtClean="0"/>
              <a:t>&gt;</a:t>
            </a:r>
          </a:p>
          <a:p>
            <a:pPr lvl="1"/>
            <a:r>
              <a:rPr lang="en-US" sz="1050" dirty="0" smtClean="0"/>
              <a:t>&lt;</a:t>
            </a:r>
            <a:r>
              <a:rPr lang="en-US" sz="1050" dirty="0" err="1" smtClean="0">
                <a:solidFill>
                  <a:schemeClr val="accent6"/>
                </a:solidFill>
              </a:rPr>
              <a:t>FontColorLink</a:t>
            </a:r>
            <a:r>
              <a:rPr lang="en-US" sz="1050" dirty="0" smtClean="0"/>
              <a:t>&gt;</a:t>
            </a:r>
            <a:r>
              <a:rPr lang="en-US" sz="1050" dirty="0" smtClean="0">
                <a:solidFill>
                  <a:schemeClr val="accent4"/>
                </a:solidFill>
              </a:rPr>
              <a:t>#b5781e</a:t>
            </a:r>
            <a:r>
              <a:rPr lang="en-US" sz="1050" dirty="0" smtClean="0"/>
              <a:t>&lt;/</a:t>
            </a:r>
            <a:r>
              <a:rPr lang="en-US" sz="1050" dirty="0" err="1" smtClean="0"/>
              <a:t>FontColorLink</a:t>
            </a:r>
            <a:r>
              <a:rPr lang="en-US" sz="1050" dirty="0" smtClean="0"/>
              <a:t>&gt;</a:t>
            </a:r>
          </a:p>
          <a:p>
            <a:pPr lvl="1"/>
            <a:r>
              <a:rPr lang="en-US" sz="1050" dirty="0" smtClean="0"/>
              <a:t>&lt;</a:t>
            </a:r>
            <a:r>
              <a:rPr lang="en-US" sz="1050" dirty="0" err="1" smtClean="0">
                <a:solidFill>
                  <a:schemeClr val="accent6"/>
                </a:solidFill>
              </a:rPr>
              <a:t>ButtonColor</a:t>
            </a:r>
            <a:r>
              <a:rPr lang="en-US" sz="1050" dirty="0" smtClean="0"/>
              <a:t>&gt;</a:t>
            </a:r>
            <a:r>
              <a:rPr lang="en-US" sz="1050" dirty="0" smtClean="0">
                <a:solidFill>
                  <a:schemeClr val="accent4"/>
                </a:solidFill>
              </a:rPr>
              <a:t>#9EB39B</a:t>
            </a:r>
            <a:r>
              <a:rPr lang="en-US" sz="1050" dirty="0" smtClean="0"/>
              <a:t>&lt;/</a:t>
            </a:r>
            <a:r>
              <a:rPr lang="en-US" sz="1050" dirty="0" err="1" smtClean="0"/>
              <a:t>ButtonColor</a:t>
            </a:r>
            <a:r>
              <a:rPr lang="en-US" sz="1050" dirty="0" smtClean="0"/>
              <a:t>&gt;</a:t>
            </a:r>
          </a:p>
          <a:p>
            <a:pPr lvl="1"/>
            <a:r>
              <a:rPr lang="en-US" sz="1050" dirty="0" smtClean="0"/>
              <a:t>&lt;</a:t>
            </a:r>
            <a:r>
              <a:rPr lang="en-US" sz="1050" dirty="0" err="1" smtClean="0">
                <a:solidFill>
                  <a:schemeClr val="accent6"/>
                </a:solidFill>
              </a:rPr>
              <a:t>ButtonBorder</a:t>
            </a:r>
            <a:r>
              <a:rPr lang="en-US" sz="1050" dirty="0" smtClean="0"/>
              <a:t>&gt;</a:t>
            </a:r>
            <a:r>
              <a:rPr lang="en-US" sz="1050" dirty="0" smtClean="0">
                <a:solidFill>
                  <a:schemeClr val="accent4"/>
                </a:solidFill>
              </a:rPr>
              <a:t>#336633</a:t>
            </a:r>
            <a:r>
              <a:rPr lang="en-US" sz="1050" dirty="0" smtClean="0"/>
              <a:t>&lt;/</a:t>
            </a:r>
            <a:r>
              <a:rPr lang="en-US" sz="1050" dirty="0" err="1" smtClean="0"/>
              <a:t>ButtonBorder</a:t>
            </a:r>
            <a:r>
              <a:rPr lang="en-US" sz="1050" dirty="0" smtClean="0"/>
              <a:t>&gt;</a:t>
            </a:r>
          </a:p>
          <a:p>
            <a:pPr lvl="1"/>
            <a:r>
              <a:rPr lang="en-US" sz="1050" dirty="0" smtClean="0"/>
              <a:t>&lt;</a:t>
            </a:r>
            <a:r>
              <a:rPr lang="en-US" sz="1050" dirty="0" err="1" smtClean="0">
                <a:solidFill>
                  <a:schemeClr val="accent6"/>
                </a:solidFill>
              </a:rPr>
              <a:t>FontColor</a:t>
            </a:r>
            <a:r>
              <a:rPr lang="en-US" sz="1050" dirty="0" smtClean="0"/>
              <a:t>&gt;</a:t>
            </a:r>
            <a:r>
              <a:rPr lang="en-US" sz="1050" dirty="0" smtClean="0">
                <a:solidFill>
                  <a:schemeClr val="accent4"/>
                </a:solidFill>
              </a:rPr>
              <a:t>black</a:t>
            </a:r>
            <a:r>
              <a:rPr lang="en-US" sz="1050" dirty="0" smtClean="0"/>
              <a:t>&lt;/</a:t>
            </a:r>
            <a:r>
              <a:rPr lang="en-US" sz="1050" dirty="0" err="1" smtClean="0"/>
              <a:t>FontColor</a:t>
            </a:r>
            <a:r>
              <a:rPr lang="en-US" sz="1050" dirty="0" smtClean="0"/>
              <a:t>&gt;</a:t>
            </a:r>
          </a:p>
          <a:p>
            <a:pPr lvl="1"/>
            <a:r>
              <a:rPr lang="en-US" sz="1050" dirty="0" smtClean="0"/>
              <a:t>&lt;</a:t>
            </a:r>
            <a:r>
              <a:rPr lang="en-US" sz="1050" dirty="0" err="1" smtClean="0">
                <a:solidFill>
                  <a:schemeClr val="accent6"/>
                </a:solidFill>
              </a:rPr>
              <a:t>UserTileColor</a:t>
            </a:r>
            <a:r>
              <a:rPr lang="en-US" sz="1050" dirty="0" smtClean="0"/>
              <a:t>&gt;</a:t>
            </a:r>
            <a:r>
              <a:rPr lang="en-US" sz="1050" dirty="0" smtClean="0">
                <a:solidFill>
                  <a:schemeClr val="accent4"/>
                </a:solidFill>
              </a:rPr>
              <a:t>#C6D6B9</a:t>
            </a:r>
            <a:r>
              <a:rPr lang="en-US" sz="1050" dirty="0" smtClean="0"/>
              <a:t>&lt;/</a:t>
            </a:r>
            <a:r>
              <a:rPr lang="en-US" sz="1050" dirty="0" err="1" smtClean="0"/>
              <a:t>UserTileColor</a:t>
            </a:r>
            <a:r>
              <a:rPr lang="en-US" sz="1050" dirty="0" smtClean="0"/>
              <a:t>&gt;</a:t>
            </a:r>
          </a:p>
          <a:p>
            <a:r>
              <a:rPr lang="en-US" sz="1050" dirty="0" smtClean="0"/>
              <a:t>&lt;/</a:t>
            </a:r>
            <a:r>
              <a:rPr lang="en-US" sz="1050" dirty="0" err="1" smtClean="0"/>
              <a:t>WhiteLabelProperties</a:t>
            </a:r>
            <a:r>
              <a:rPr lang="en-US" sz="1050" dirty="0" smtClean="0"/>
              <a:t>&gt;</a:t>
            </a:r>
          </a:p>
          <a:p>
            <a:r>
              <a:rPr lang="en-US" sz="1050" dirty="0" smtClean="0"/>
              <a:t>&lt;</a:t>
            </a:r>
            <a:r>
              <a:rPr lang="en-US" sz="1050" dirty="0" err="1" smtClean="0"/>
              <a:t>SiteLoginUIProperties</a:t>
            </a:r>
            <a:r>
              <a:rPr lang="en-US" sz="1050" dirty="0" smtClean="0"/>
              <a:t>&gt;</a:t>
            </a:r>
          </a:p>
          <a:p>
            <a:pPr lvl="1"/>
            <a:r>
              <a:rPr lang="en-US" sz="1050" dirty="0" smtClean="0"/>
              <a:t>&lt;</a:t>
            </a:r>
            <a:r>
              <a:rPr lang="en-US" sz="1050" dirty="0" smtClean="0">
                <a:solidFill>
                  <a:schemeClr val="accent6"/>
                </a:solidFill>
              </a:rPr>
              <a:t>Header</a:t>
            </a:r>
            <a:r>
              <a:rPr lang="en-US" sz="1050" dirty="0" smtClean="0"/>
              <a:t> id ="default"&gt;</a:t>
            </a:r>
            <a:r>
              <a:rPr lang="en-US" sz="1050" dirty="0" smtClean="0">
                <a:solidFill>
                  <a:schemeClr val="accent3"/>
                </a:solidFill>
              </a:rPr>
              <a:t>STRID_HEADER</a:t>
            </a:r>
            <a:r>
              <a:rPr lang="en-US" sz="1050" dirty="0" smtClean="0"/>
              <a:t>&lt;/Header&gt;</a:t>
            </a:r>
          </a:p>
          <a:p>
            <a:pPr lvl="1"/>
            <a:r>
              <a:rPr lang="en-US" sz="1050" dirty="0" smtClean="0"/>
              <a:t>&lt;</a:t>
            </a:r>
            <a:r>
              <a:rPr lang="en-US" sz="1050" dirty="0" smtClean="0">
                <a:solidFill>
                  <a:schemeClr val="accent6"/>
                </a:solidFill>
              </a:rPr>
              <a:t>Title</a:t>
            </a:r>
            <a:r>
              <a:rPr lang="en-US" sz="1050" dirty="0" smtClean="0"/>
              <a:t> id="default"&gt;</a:t>
            </a:r>
            <a:r>
              <a:rPr lang="en-US" sz="1050" dirty="0" smtClean="0">
                <a:solidFill>
                  <a:schemeClr val="accent3"/>
                </a:solidFill>
              </a:rPr>
              <a:t>STRID_TITLE</a:t>
            </a:r>
            <a:r>
              <a:rPr lang="en-US" sz="1050" dirty="0" smtClean="0"/>
              <a:t>&lt;/Title&gt;</a:t>
            </a:r>
          </a:p>
          <a:p>
            <a:pPr lvl="1"/>
            <a:r>
              <a:rPr lang="en-US" sz="1050" dirty="0" smtClean="0"/>
              <a:t>&lt;</a:t>
            </a:r>
            <a:r>
              <a:rPr lang="en-US" sz="1050" dirty="0" smtClean="0">
                <a:solidFill>
                  <a:schemeClr val="accent6"/>
                </a:solidFill>
              </a:rPr>
              <a:t>Subtitle</a:t>
            </a:r>
            <a:r>
              <a:rPr lang="en-US" sz="1050" dirty="0" smtClean="0"/>
              <a:t> id="default"&gt;</a:t>
            </a:r>
            <a:r>
              <a:rPr lang="en-US" sz="1050" dirty="0" smtClean="0">
                <a:solidFill>
                  <a:schemeClr val="accent3"/>
                </a:solidFill>
              </a:rPr>
              <a:t>STRID_SUBTITLE</a:t>
            </a:r>
            <a:r>
              <a:rPr lang="en-US" sz="1050" dirty="0" smtClean="0"/>
              <a:t>&lt;/Subtitle&gt;</a:t>
            </a:r>
          </a:p>
          <a:p>
            <a:r>
              <a:rPr lang="en-US" sz="1050" dirty="0" smtClean="0"/>
              <a:t>&lt;/</a:t>
            </a:r>
            <a:r>
              <a:rPr lang="en-US" sz="1050" dirty="0" err="1" smtClean="0"/>
              <a:t>SiteLoginUIProperties</a:t>
            </a:r>
            <a:r>
              <a:rPr lang="en-US" sz="1050" dirty="0" smtClean="0"/>
              <a:t>&gt;</a:t>
            </a:r>
          </a:p>
          <a:p>
            <a:r>
              <a:rPr lang="en-US" sz="1050" dirty="0" smtClean="0"/>
              <a:t>&lt;</a:t>
            </a:r>
            <a:r>
              <a:rPr lang="en-US" sz="1050" dirty="0" err="1" smtClean="0"/>
              <a:t>StringTable</a:t>
            </a:r>
            <a:r>
              <a:rPr lang="en-US" sz="1050" dirty="0" smtClean="0"/>
              <a:t>&gt;</a:t>
            </a:r>
          </a:p>
          <a:p>
            <a:pPr lvl="1"/>
            <a:r>
              <a:rPr lang="en-US" sz="1050" dirty="0" smtClean="0"/>
              <a:t>&lt;Language </a:t>
            </a:r>
            <a:r>
              <a:rPr lang="en-US" sz="1050" dirty="0" err="1" smtClean="0"/>
              <a:t>langID</a:t>
            </a:r>
            <a:r>
              <a:rPr lang="en-US" sz="1050" dirty="0" smtClean="0"/>
              <a:t>="en"&gt;</a:t>
            </a:r>
          </a:p>
          <a:p>
            <a:pPr lvl="2"/>
            <a:r>
              <a:rPr lang="en-US" sz="1050" dirty="0" smtClean="0"/>
              <a:t>&lt;String id="</a:t>
            </a:r>
            <a:r>
              <a:rPr lang="en-US" sz="1050" dirty="0" smtClean="0">
                <a:solidFill>
                  <a:schemeClr val="accent3"/>
                </a:solidFill>
              </a:rPr>
              <a:t>STRID_HEADER</a:t>
            </a:r>
            <a:r>
              <a:rPr lang="en-US" sz="1050" dirty="0" smtClean="0"/>
              <a:t>"&gt;</a:t>
            </a:r>
            <a:r>
              <a:rPr lang="en-US" sz="1050" dirty="0" smtClean="0">
                <a:solidFill>
                  <a:schemeClr val="accent2"/>
                </a:solidFill>
              </a:rPr>
              <a:t>To make a Reservation, Sign in with your Windows Live ID</a:t>
            </a:r>
            <a:r>
              <a:rPr lang="en-US" sz="1050" dirty="0" smtClean="0"/>
              <a:t>&lt;/String&gt;</a:t>
            </a:r>
          </a:p>
          <a:p>
            <a:pPr lvl="2"/>
            <a:r>
              <a:rPr lang="en-US" sz="1050" dirty="0" smtClean="0"/>
              <a:t>&lt;String id="</a:t>
            </a:r>
            <a:r>
              <a:rPr lang="en-US" sz="1050" dirty="0" smtClean="0">
                <a:solidFill>
                  <a:schemeClr val="accent3"/>
                </a:solidFill>
              </a:rPr>
              <a:t>STRID_TITLE</a:t>
            </a:r>
            <a:r>
              <a:rPr lang="en-US" sz="1050" dirty="0" smtClean="0"/>
              <a:t>"&gt;</a:t>
            </a:r>
            <a:r>
              <a:rPr lang="en-US" sz="1050" dirty="0" smtClean="0">
                <a:solidFill>
                  <a:schemeClr val="accent2"/>
                </a:solidFill>
              </a:rPr>
              <a:t>Welcome to AdventureWorks Resorts</a:t>
            </a:r>
            <a:r>
              <a:rPr lang="en-US" sz="1050" dirty="0" smtClean="0"/>
              <a:t>&lt;/String&gt;</a:t>
            </a:r>
          </a:p>
          <a:p>
            <a:pPr lvl="2"/>
            <a:r>
              <a:rPr lang="en-US" sz="1050" dirty="0" smtClean="0"/>
              <a:t>&lt;String id="</a:t>
            </a:r>
            <a:r>
              <a:rPr lang="en-US" sz="1050" dirty="0" smtClean="0">
                <a:solidFill>
                  <a:schemeClr val="accent3"/>
                </a:solidFill>
              </a:rPr>
              <a:t>STRID_SUBTITLE</a:t>
            </a:r>
            <a:r>
              <a:rPr lang="en-US" sz="1050" dirty="0" smtClean="0"/>
              <a:t>"&gt;</a:t>
            </a:r>
          </a:p>
          <a:p>
            <a:pPr lvl="2"/>
            <a:r>
              <a:rPr lang="en-US" sz="1050" dirty="0" smtClean="0">
                <a:solidFill>
                  <a:schemeClr val="accent2"/>
                </a:solidFill>
              </a:rPr>
              <a:t>##li5## Experience the very pinnacle of ##b##</a:t>
            </a:r>
            <a:r>
              <a:rPr lang="en-US" sz="1050" b="1" dirty="0" smtClean="0">
                <a:solidFill>
                  <a:schemeClr val="accent2"/>
                </a:solidFill>
              </a:rPr>
              <a:t>all-inclusive excellence</a:t>
            </a:r>
            <a:r>
              <a:rPr lang="en-US" sz="1050" dirty="0" smtClean="0">
                <a:solidFill>
                  <a:schemeClr val="accent2"/>
                </a:solidFill>
              </a:rPr>
              <a:t>##/b## </a:t>
            </a:r>
            <a:br>
              <a:rPr lang="en-US" sz="1050" dirty="0" smtClean="0">
                <a:solidFill>
                  <a:schemeClr val="accent2"/>
                </a:solidFill>
              </a:rPr>
            </a:br>
            <a:r>
              <a:rPr lang="en-US" sz="1050" dirty="0" smtClean="0">
                <a:solidFill>
                  <a:schemeClr val="accent2"/>
                </a:solidFill>
              </a:rPr>
              <a:t>        anywhere in the world at our 8 exclusive destinations.</a:t>
            </a:r>
            <a:br>
              <a:rPr lang="en-US" sz="1050" dirty="0" smtClean="0">
                <a:solidFill>
                  <a:schemeClr val="accent2"/>
                </a:solidFill>
              </a:rPr>
            </a:br>
            <a:r>
              <a:rPr lang="en-US" sz="1050" dirty="0" smtClean="0">
                <a:solidFill>
                  <a:schemeClr val="accent2"/>
                </a:solidFill>
              </a:rPr>
              <a:t>##li2## Make a ##b##</a:t>
            </a:r>
            <a:r>
              <a:rPr lang="en-US" sz="1050" b="1" dirty="0" smtClean="0">
                <a:solidFill>
                  <a:schemeClr val="accent2"/>
                </a:solidFill>
              </a:rPr>
              <a:t>reservation</a:t>
            </a:r>
            <a:r>
              <a:rPr lang="en-US" sz="1050" dirty="0" smtClean="0">
                <a:solidFill>
                  <a:schemeClr val="accent2"/>
                </a:solidFill>
              </a:rPr>
              <a:t>##/b## today and ensure yourself </a:t>
            </a:r>
            <a:br>
              <a:rPr lang="en-US" sz="1050" dirty="0" smtClean="0">
                <a:solidFill>
                  <a:schemeClr val="accent2"/>
                </a:solidFill>
              </a:rPr>
            </a:br>
            <a:r>
              <a:rPr lang="en-US" sz="1050" dirty="0" smtClean="0">
                <a:solidFill>
                  <a:schemeClr val="accent2"/>
                </a:solidFill>
              </a:rPr>
              <a:t>        a get away like you've ##</a:t>
            </a:r>
            <a:r>
              <a:rPr lang="en-US" sz="1050" dirty="0" err="1" smtClean="0">
                <a:solidFill>
                  <a:schemeClr val="accent2"/>
                </a:solidFill>
              </a:rPr>
              <a:t>i</a:t>
            </a:r>
            <a:r>
              <a:rPr lang="en-US" sz="1050" dirty="0" smtClean="0">
                <a:solidFill>
                  <a:schemeClr val="accent2"/>
                </a:solidFill>
              </a:rPr>
              <a:t>##</a:t>
            </a:r>
            <a:r>
              <a:rPr lang="en-US" sz="1050" i="1" dirty="0" smtClean="0">
                <a:solidFill>
                  <a:schemeClr val="accent2"/>
                </a:solidFill>
              </a:rPr>
              <a:t>never</a:t>
            </a:r>
            <a:r>
              <a:rPr lang="en-US" sz="1050" dirty="0" smtClean="0">
                <a:solidFill>
                  <a:schemeClr val="accent2"/>
                </a:solidFill>
              </a:rPr>
              <a:t>##/</a:t>
            </a:r>
            <a:r>
              <a:rPr lang="en-US" sz="1050" dirty="0" err="1" smtClean="0">
                <a:solidFill>
                  <a:schemeClr val="accent2"/>
                </a:solidFill>
              </a:rPr>
              <a:t>i</a:t>
            </a:r>
            <a:r>
              <a:rPr lang="en-US" sz="1050" dirty="0" smtClean="0">
                <a:solidFill>
                  <a:schemeClr val="accent2"/>
                </a:solidFill>
              </a:rPr>
              <a:t>## experienced before.</a:t>
            </a:r>
            <a:br>
              <a:rPr lang="en-US" sz="1050" dirty="0" smtClean="0">
                <a:solidFill>
                  <a:schemeClr val="accent2"/>
                </a:solidFill>
              </a:rPr>
            </a:br>
            <a:r>
              <a:rPr lang="en-US" sz="1050" dirty="0" smtClean="0">
                <a:solidFill>
                  <a:schemeClr val="accent2"/>
                </a:solidFill>
              </a:rPr>
              <a:t>##li3## Join our exciting new ##b##</a:t>
            </a:r>
            <a:r>
              <a:rPr lang="en-US" sz="1050" b="1" dirty="0" smtClean="0">
                <a:solidFill>
                  <a:schemeClr val="accent2"/>
                </a:solidFill>
              </a:rPr>
              <a:t>online community</a:t>
            </a:r>
            <a:r>
              <a:rPr lang="en-US" sz="1050" dirty="0" smtClean="0">
                <a:solidFill>
                  <a:schemeClr val="accent2"/>
                </a:solidFill>
              </a:rPr>
              <a:t>##/b## of vacationers.</a:t>
            </a:r>
          </a:p>
          <a:p>
            <a:pPr lvl="2"/>
            <a:r>
              <a:rPr lang="en-US" sz="1050" dirty="0" smtClean="0"/>
              <a:t>&lt;/String&gt;</a:t>
            </a:r>
          </a:p>
          <a:p>
            <a:pPr lvl="2"/>
            <a:r>
              <a:rPr lang="en-US" sz="1050" dirty="0" smtClean="0"/>
              <a:t>&lt;String id="</a:t>
            </a:r>
            <a:r>
              <a:rPr lang="en-US" sz="1050" dirty="0" smtClean="0">
                <a:solidFill>
                  <a:schemeClr val="accent3"/>
                </a:solidFill>
              </a:rPr>
              <a:t>STRID_LOGOALTTEXT</a:t>
            </a:r>
            <a:r>
              <a:rPr lang="en-US" sz="1050" dirty="0" smtClean="0"/>
              <a:t>"&gt;</a:t>
            </a:r>
            <a:r>
              <a:rPr lang="en-US" sz="1050" dirty="0" smtClean="0">
                <a:solidFill>
                  <a:schemeClr val="accent2"/>
                </a:solidFill>
              </a:rPr>
              <a:t>AdventureWorks Resort</a:t>
            </a:r>
            <a:r>
              <a:rPr lang="en-US" sz="1050" dirty="0" smtClean="0"/>
              <a:t>&lt;/String&gt;</a:t>
            </a:r>
          </a:p>
          <a:p>
            <a:pPr lvl="2"/>
            <a:r>
              <a:rPr lang="en-US" sz="1050" dirty="0" smtClean="0"/>
              <a:t>&lt;String id="</a:t>
            </a:r>
            <a:r>
              <a:rPr lang="en-US" sz="1050" dirty="0" smtClean="0">
                <a:solidFill>
                  <a:schemeClr val="accent3"/>
                </a:solidFill>
              </a:rPr>
              <a:t>STRID_LOGO</a:t>
            </a:r>
            <a:r>
              <a:rPr lang="en-US" sz="1050" dirty="0" smtClean="0"/>
              <a:t>"&gt;</a:t>
            </a:r>
          </a:p>
          <a:p>
            <a:pPr lvl="2"/>
            <a:r>
              <a:rPr lang="en-US" sz="1050" dirty="0" smtClean="0">
                <a:solidFill>
                  <a:schemeClr val="tx2"/>
                </a:solidFill>
              </a:rPr>
              <a:t>http://adventureworksresorts.sharplogic.com/App_Themes/AWR/images/logo.png</a:t>
            </a:r>
          </a:p>
          <a:p>
            <a:pPr lvl="2"/>
            <a:r>
              <a:rPr lang="en-US" sz="1050" dirty="0" smtClean="0"/>
              <a:t>&lt;/String&gt;</a:t>
            </a:r>
          </a:p>
          <a:p>
            <a:pPr lvl="1"/>
            <a:r>
              <a:rPr lang="en-US" sz="1050" dirty="0" smtClean="0"/>
              <a:t>&lt;/Language&gt;</a:t>
            </a:r>
          </a:p>
          <a:p>
            <a:r>
              <a:rPr lang="en-US" sz="1050" dirty="0" smtClean="0"/>
              <a:t>&lt;/</a:t>
            </a:r>
            <a:r>
              <a:rPr lang="en-US" sz="1050" dirty="0" err="1" smtClean="0"/>
              <a:t>StringTable</a:t>
            </a:r>
            <a:r>
              <a:rPr lang="en-US" sz="1050" dirty="0" smtClean="0"/>
              <a:t>&gt;</a:t>
            </a:r>
          </a:p>
        </p:txBody>
      </p:sp>
      <p:pic>
        <p:nvPicPr>
          <p:cNvPr id="5" name="Picture 2" descr="image002"/>
          <p:cNvPicPr>
            <a:picLocks noChangeAspect="1" noChangeArrowheads="1"/>
          </p:cNvPicPr>
          <p:nvPr/>
        </p:nvPicPr>
        <p:blipFill>
          <a:blip r:embed="rId2"/>
          <a:srcRect/>
          <a:stretch>
            <a:fillRect/>
          </a:stretch>
        </p:blipFill>
        <p:spPr bwMode="auto">
          <a:xfrm>
            <a:off x="5155970" y="1420813"/>
            <a:ext cx="3256193" cy="2994779"/>
          </a:xfrm>
          <a:prstGeom prst="rect">
            <a:avLst/>
          </a:prstGeom>
          <a:noFill/>
          <a:ln w="9525">
            <a:noFill/>
            <a:miter lim="800000"/>
            <a:headEnd/>
            <a:tailEnd/>
          </a:ln>
          <a:effectLst>
            <a:outerShdw blurRad="50800" dist="38100" dir="2700000" algn="tl" rotWithShape="0">
              <a:prstClr val="black">
                <a:alpha val="40000"/>
              </a:prstClr>
            </a:outerShdw>
          </a:effectLst>
        </p:spPr>
      </p:pic>
      <p:cxnSp>
        <p:nvCxnSpPr>
          <p:cNvPr id="7" name="Straight Arrow Connector 6"/>
          <p:cNvCxnSpPr/>
          <p:nvPr/>
        </p:nvCxnSpPr>
        <p:spPr>
          <a:xfrm flipV="1">
            <a:off x="3982720" y="2753360"/>
            <a:ext cx="1544320" cy="924560"/>
          </a:xfrm>
          <a:prstGeom prst="straightConnector1">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V="1">
            <a:off x="4185920" y="2885440"/>
            <a:ext cx="1371600" cy="904240"/>
          </a:xfrm>
          <a:prstGeom prst="straightConnector1">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3850640" y="2631440"/>
            <a:ext cx="863600" cy="8128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4699412" y="2355850"/>
            <a:ext cx="1569308" cy="271849"/>
          </a:xfrm>
          <a:prstGeom prst="straightConnector1">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4246880" y="1747520"/>
            <a:ext cx="1158240" cy="447040"/>
          </a:xfrm>
          <a:prstGeom prst="straightConnector1">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p:nvPr/>
        </p:nvCxnSpPr>
        <p:spPr>
          <a:xfrm rot="10800000">
            <a:off x="518160" y="6096000"/>
            <a:ext cx="766354" cy="1086"/>
          </a:xfrm>
          <a:prstGeom prst="straightConnector1">
            <a:avLst/>
          </a:prstGeom>
          <a:ln w="12700">
            <a:solidFill>
              <a:schemeClr val="tx1"/>
            </a:solidFill>
            <a:prstDash val="sysDash"/>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p:nvPr/>
        </p:nvCxnSpPr>
        <p:spPr>
          <a:xfrm flipV="1">
            <a:off x="508000" y="1680050"/>
            <a:ext cx="447431" cy="6510"/>
          </a:xfrm>
          <a:prstGeom prst="straightConnector1">
            <a:avLst/>
          </a:prstGeom>
          <a:ln w="12700">
            <a:solidFill>
              <a:schemeClr val="tx1"/>
            </a:solidFill>
            <a:prstDash val="sysDash"/>
            <a:tailEnd type="oval"/>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rot="16200000" flipV="1">
            <a:off x="-1692183" y="3885658"/>
            <a:ext cx="4435565" cy="5442"/>
          </a:xfrm>
          <a:prstGeom prst="straightConnector1">
            <a:avLst/>
          </a:prstGeom>
          <a:ln w="12700">
            <a:solidFill>
              <a:schemeClr val="tx1"/>
            </a:solidFill>
            <a:prstDash val="sysDash"/>
            <a:tailEnd type="arrow"/>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p:nvPr/>
        </p:nvCxnSpPr>
        <p:spPr>
          <a:xfrm rot="5400000" flipH="1" flipV="1">
            <a:off x="2071468" y="4038601"/>
            <a:ext cx="890953" cy="11723"/>
          </a:xfrm>
          <a:prstGeom prst="straightConnector1">
            <a:avLst/>
          </a:prstGeom>
          <a:ln w="12700">
            <a:solidFill>
              <a:schemeClr val="tx1"/>
            </a:solidFill>
            <a:prstDash val="sysDash"/>
            <a:tailEnd type="oval"/>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p:nvPr/>
        </p:nvCxnSpPr>
        <p:spPr>
          <a:xfrm rot="5400000" flipH="1" flipV="1">
            <a:off x="2352821" y="4191001"/>
            <a:ext cx="890953" cy="11723"/>
          </a:xfrm>
          <a:prstGeom prst="straightConnector1">
            <a:avLst/>
          </a:prstGeom>
          <a:ln w="12700">
            <a:solidFill>
              <a:schemeClr val="tx1"/>
            </a:solidFill>
            <a:prstDash val="sysDash"/>
            <a:tailEnd type="oval"/>
          </a:ln>
        </p:spPr>
        <p:style>
          <a:lnRef idx="1">
            <a:schemeClr val="accent1"/>
          </a:lnRef>
          <a:fillRef idx="0">
            <a:schemeClr val="accent1"/>
          </a:fillRef>
          <a:effectRef idx="0">
            <a:schemeClr val="accent1"/>
          </a:effectRef>
          <a:fontRef idx="minor">
            <a:schemeClr val="tx1"/>
          </a:fontRef>
        </p:style>
      </p:cxnSp>
      <p:cxnSp>
        <p:nvCxnSpPr>
          <p:cNvPr id="90" name="Straight Arrow Connector 89"/>
          <p:cNvCxnSpPr/>
          <p:nvPr/>
        </p:nvCxnSpPr>
        <p:spPr>
          <a:xfrm rot="5400000" flipH="1" flipV="1">
            <a:off x="2599005" y="4355124"/>
            <a:ext cx="890953" cy="11723"/>
          </a:xfrm>
          <a:prstGeom prst="straightConnector1">
            <a:avLst/>
          </a:prstGeom>
          <a:ln w="12700">
            <a:solidFill>
              <a:schemeClr val="tx1"/>
            </a:solidFill>
            <a:prstDash val="sysDash"/>
            <a:tailEnd type="oval"/>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a:off x="2560320" y="1681480"/>
            <a:ext cx="1706880" cy="66040"/>
          </a:xfrm>
          <a:prstGeom prst="straightConnector1">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mtClean="0"/>
              <a:t>Customizable Registration Screens</a:t>
            </a:r>
            <a:endParaRPr lang="en-US" dirty="0"/>
          </a:p>
        </p:txBody>
      </p:sp>
      <p:sp>
        <p:nvSpPr>
          <p:cNvPr id="3" name="Text Placeholder 2"/>
          <p:cNvSpPr>
            <a:spLocks noGrp="1"/>
          </p:cNvSpPr>
          <p:nvPr>
            <p:ph type="body" sz="quarter" idx="10"/>
          </p:nvPr>
        </p:nvSpPr>
        <p:spPr>
          <a:xfrm>
            <a:off x="730044" y="1389781"/>
            <a:ext cx="7672004" cy="1994841"/>
          </a:xfrm>
        </p:spPr>
        <p:txBody>
          <a:bodyPr>
            <a:normAutofit/>
          </a:bodyPr>
          <a:lstStyle/>
          <a:p>
            <a:pPr marL="457200" indent="-457200"/>
            <a:r>
              <a:rPr lang="en-US" dirty="0" smtClean="0"/>
              <a:t>Flexible registration screen options</a:t>
            </a:r>
            <a:endParaRPr lang="en-US" dirty="0"/>
          </a:p>
        </p:txBody>
      </p:sp>
      <p:sp>
        <p:nvSpPr>
          <p:cNvPr id="22" name="TextBox 21"/>
          <p:cNvSpPr txBox="1"/>
          <p:nvPr/>
        </p:nvSpPr>
        <p:spPr>
          <a:xfrm>
            <a:off x="4394226" y="6092110"/>
            <a:ext cx="355547" cy="307777"/>
          </a:xfrm>
          <a:prstGeom prst="rect">
            <a:avLst/>
          </a:prstGeom>
          <a:noFill/>
          <a:ln>
            <a:noFill/>
          </a:ln>
        </p:spPr>
        <p:txBody>
          <a:bodyPr wrap="none" lIns="0" tIns="0" rIns="0" bIns="0" rtlCol="0">
            <a:spAutoFit/>
          </a:bodyPr>
          <a:lstStyle/>
          <a:p>
            <a:pPr algn="ctr" defTabSz="914363" rtl="0"/>
            <a:r>
              <a:rPr lang="en-US" sz="2000" kern="1200" dirty="0">
                <a:solidFill>
                  <a:srgbClr val="FFD72F"/>
                </a:solidFill>
                <a:latin typeface="Calibri"/>
                <a:ea typeface="+mn-ea"/>
                <a:cs typeface="+mn-cs"/>
              </a:rPr>
              <a:t>ToS</a:t>
            </a:r>
          </a:p>
        </p:txBody>
      </p:sp>
      <p:sp>
        <p:nvSpPr>
          <p:cNvPr id="24" name="TextBox 23"/>
          <p:cNvSpPr txBox="1"/>
          <p:nvPr/>
        </p:nvSpPr>
        <p:spPr>
          <a:xfrm>
            <a:off x="4080679" y="5565904"/>
            <a:ext cx="982641" cy="307777"/>
          </a:xfrm>
          <a:prstGeom prst="rect">
            <a:avLst/>
          </a:prstGeom>
          <a:noFill/>
          <a:ln>
            <a:noFill/>
          </a:ln>
        </p:spPr>
        <p:txBody>
          <a:bodyPr wrap="none" lIns="0" tIns="0" rIns="0" bIns="0" rtlCol="0">
            <a:spAutoFit/>
          </a:bodyPr>
          <a:lstStyle/>
          <a:p>
            <a:pPr algn="ctr" defTabSz="914363" rtl="0"/>
            <a:r>
              <a:rPr lang="en-US" sz="2000" kern="1200" dirty="0">
                <a:solidFill>
                  <a:srgbClr val="FFD72F"/>
                </a:solidFill>
                <a:latin typeface="Calibri"/>
                <a:ea typeface="+mn-ea"/>
                <a:cs typeface="+mn-cs"/>
              </a:rPr>
              <a:t>CAPTCHA</a:t>
            </a:r>
          </a:p>
        </p:txBody>
      </p:sp>
      <p:sp>
        <p:nvSpPr>
          <p:cNvPr id="25" name="TextBox 24"/>
          <p:cNvSpPr txBox="1"/>
          <p:nvPr/>
        </p:nvSpPr>
        <p:spPr>
          <a:xfrm>
            <a:off x="4194530" y="3371727"/>
            <a:ext cx="987578" cy="307777"/>
          </a:xfrm>
          <a:prstGeom prst="rect">
            <a:avLst/>
          </a:prstGeom>
          <a:noFill/>
          <a:ln>
            <a:noFill/>
          </a:ln>
        </p:spPr>
        <p:txBody>
          <a:bodyPr wrap="none" lIns="0" tIns="0" rIns="0" bIns="0" rtlCol="0">
            <a:spAutoFit/>
          </a:bodyPr>
          <a:lstStyle/>
          <a:p>
            <a:pPr algn="ctr" defTabSz="914363" rtl="0"/>
            <a:r>
              <a:rPr lang="en-US" sz="2000" kern="1200" dirty="0">
                <a:solidFill>
                  <a:srgbClr val="FFD72F"/>
                </a:solidFill>
                <a:latin typeface="Calibri"/>
                <a:ea typeface="+mn-ea"/>
                <a:cs typeface="+mn-cs"/>
              </a:rPr>
              <a:t>Password</a:t>
            </a:r>
          </a:p>
        </p:txBody>
      </p:sp>
      <p:sp>
        <p:nvSpPr>
          <p:cNvPr id="26" name="TextBox 25"/>
          <p:cNvSpPr txBox="1"/>
          <p:nvPr/>
        </p:nvSpPr>
        <p:spPr>
          <a:xfrm>
            <a:off x="4150512" y="2845519"/>
            <a:ext cx="1075615" cy="307777"/>
          </a:xfrm>
          <a:prstGeom prst="rect">
            <a:avLst/>
          </a:prstGeom>
          <a:noFill/>
          <a:ln>
            <a:noFill/>
          </a:ln>
        </p:spPr>
        <p:txBody>
          <a:bodyPr wrap="none" lIns="0" tIns="0" rIns="0" bIns="0" rtlCol="0">
            <a:spAutoFit/>
          </a:bodyPr>
          <a:lstStyle/>
          <a:p>
            <a:pPr algn="ctr" defTabSz="914363" rtl="0"/>
            <a:r>
              <a:rPr lang="en-US" sz="2000" kern="1200" dirty="0">
                <a:solidFill>
                  <a:srgbClr val="FFD72F"/>
                </a:solidFill>
                <a:latin typeface="Calibri"/>
                <a:ea typeface="+mn-ea"/>
                <a:cs typeface="+mn-cs"/>
              </a:rPr>
              <a:t>Username</a:t>
            </a:r>
          </a:p>
        </p:txBody>
      </p:sp>
      <p:sp>
        <p:nvSpPr>
          <p:cNvPr id="27" name="TextBox 26"/>
          <p:cNvSpPr txBox="1"/>
          <p:nvPr/>
        </p:nvSpPr>
        <p:spPr>
          <a:xfrm>
            <a:off x="3868223" y="2319311"/>
            <a:ext cx="1648721" cy="307777"/>
          </a:xfrm>
          <a:prstGeom prst="rect">
            <a:avLst/>
          </a:prstGeom>
          <a:noFill/>
          <a:ln>
            <a:noFill/>
          </a:ln>
        </p:spPr>
        <p:txBody>
          <a:bodyPr wrap="none" lIns="0" tIns="0" rIns="0" bIns="0" rtlCol="0">
            <a:spAutoFit/>
          </a:bodyPr>
          <a:lstStyle/>
          <a:p>
            <a:pPr algn="ctr" defTabSz="914363" rtl="0"/>
            <a:r>
              <a:rPr lang="en-US" sz="2000" kern="1200" dirty="0">
                <a:solidFill>
                  <a:srgbClr val="FFD72F"/>
                </a:solidFill>
                <a:latin typeface="Calibri"/>
                <a:ea typeface="+mn-ea"/>
                <a:cs typeface="+mn-cs"/>
              </a:rPr>
              <a:t>Task integration</a:t>
            </a:r>
          </a:p>
        </p:txBody>
      </p:sp>
      <p:sp>
        <p:nvSpPr>
          <p:cNvPr id="28" name="TextBox 27"/>
          <p:cNvSpPr txBox="1"/>
          <p:nvPr/>
        </p:nvSpPr>
        <p:spPr>
          <a:xfrm>
            <a:off x="3960011" y="1793103"/>
            <a:ext cx="1456617" cy="307777"/>
          </a:xfrm>
          <a:prstGeom prst="rect">
            <a:avLst/>
          </a:prstGeom>
          <a:noFill/>
          <a:ln>
            <a:noFill/>
          </a:ln>
        </p:spPr>
        <p:txBody>
          <a:bodyPr wrap="none" lIns="0" tIns="0" rIns="0" bIns="0" rtlCol="0">
            <a:spAutoFit/>
          </a:bodyPr>
          <a:lstStyle/>
          <a:p>
            <a:pPr algn="ctr" defTabSz="914363" rtl="0"/>
            <a:r>
              <a:rPr lang="en-US" sz="2000" kern="1200" dirty="0">
                <a:solidFill>
                  <a:srgbClr val="FFD72F"/>
                </a:solidFill>
                <a:latin typeface="Calibri"/>
                <a:ea typeface="+mn-ea"/>
                <a:cs typeface="+mn-cs"/>
              </a:rPr>
              <a:t>Header image</a:t>
            </a:r>
          </a:p>
        </p:txBody>
      </p:sp>
      <p:sp>
        <p:nvSpPr>
          <p:cNvPr id="29" name="TextBox 28"/>
          <p:cNvSpPr txBox="1"/>
          <p:nvPr/>
        </p:nvSpPr>
        <p:spPr>
          <a:xfrm>
            <a:off x="3899378" y="3897935"/>
            <a:ext cx="1555299" cy="923330"/>
          </a:xfrm>
          <a:prstGeom prst="rect">
            <a:avLst/>
          </a:prstGeom>
          <a:noFill/>
          <a:ln>
            <a:noFill/>
          </a:ln>
        </p:spPr>
        <p:txBody>
          <a:bodyPr wrap="none" lIns="0" tIns="0" rIns="0" bIns="0" rtlCol="0">
            <a:spAutoFit/>
          </a:bodyPr>
          <a:lstStyle/>
          <a:p>
            <a:pPr algn="ctr" defTabSz="914363" rtl="0"/>
            <a:r>
              <a:rPr lang="en-US" sz="2000" kern="1200" dirty="0">
                <a:solidFill>
                  <a:srgbClr val="FFD72F"/>
                </a:solidFill>
                <a:latin typeface="Calibri"/>
                <a:ea typeface="+mn-ea"/>
                <a:cs typeface="+mn-cs"/>
              </a:rPr>
              <a:t>Password</a:t>
            </a:r>
          </a:p>
          <a:p>
            <a:pPr algn="ctr" defTabSz="914363" rtl="0"/>
            <a:r>
              <a:rPr lang="en-US" sz="2000" kern="1200" dirty="0">
                <a:solidFill>
                  <a:srgbClr val="FFD72F"/>
                </a:solidFill>
                <a:latin typeface="Calibri"/>
                <a:ea typeface="+mn-ea"/>
                <a:cs typeface="+mn-cs"/>
              </a:rPr>
              <a:t>reset </a:t>
            </a:r>
            <a:r>
              <a:rPr lang="en-US" sz="2000" kern="1200" dirty="0" smtClean="0">
                <a:solidFill>
                  <a:srgbClr val="FFD72F"/>
                </a:solidFill>
                <a:latin typeface="Calibri"/>
                <a:ea typeface="+mn-ea"/>
                <a:cs typeface="+mn-cs"/>
              </a:rPr>
              <a:t>question</a:t>
            </a:r>
          </a:p>
          <a:p>
            <a:pPr algn="ctr" defTabSz="914363" rtl="0"/>
            <a:r>
              <a:rPr lang="en-US" sz="2000" kern="1200" dirty="0" smtClean="0">
                <a:solidFill>
                  <a:srgbClr val="FFD72F"/>
                </a:solidFill>
                <a:latin typeface="Calibri"/>
                <a:ea typeface="+mn-ea"/>
                <a:cs typeface="+mn-cs"/>
              </a:rPr>
              <a:t>/ Alt e-mail</a:t>
            </a:r>
            <a:endParaRPr lang="en-US" sz="2000" kern="1200" dirty="0">
              <a:solidFill>
                <a:srgbClr val="FFD72F"/>
              </a:solidFill>
              <a:latin typeface="Calibri"/>
              <a:ea typeface="+mn-ea"/>
              <a:cs typeface="+mn-cs"/>
            </a:endParaRPr>
          </a:p>
        </p:txBody>
      </p:sp>
      <p:sp>
        <p:nvSpPr>
          <p:cNvPr id="30" name="TextBox 29"/>
          <p:cNvSpPr txBox="1"/>
          <p:nvPr/>
        </p:nvSpPr>
        <p:spPr>
          <a:xfrm>
            <a:off x="4003607" y="5039696"/>
            <a:ext cx="1136786" cy="307777"/>
          </a:xfrm>
          <a:prstGeom prst="rect">
            <a:avLst/>
          </a:prstGeom>
          <a:noFill/>
          <a:ln>
            <a:noFill/>
          </a:ln>
        </p:spPr>
        <p:txBody>
          <a:bodyPr wrap="none" lIns="0" tIns="0" rIns="0" bIns="0" rtlCol="0">
            <a:spAutoFit/>
          </a:bodyPr>
          <a:lstStyle/>
          <a:p>
            <a:pPr algn="ctr" defTabSz="914363" rtl="0"/>
            <a:r>
              <a:rPr lang="en-US" sz="2000" kern="1200" dirty="0">
                <a:solidFill>
                  <a:srgbClr val="FFD72F"/>
                </a:solidFill>
                <a:latin typeface="Calibri"/>
                <a:ea typeface="+mn-ea"/>
                <a:cs typeface="+mn-cs"/>
              </a:rPr>
              <a:t>Profile info</a:t>
            </a:r>
          </a:p>
        </p:txBody>
      </p:sp>
      <p:pic>
        <p:nvPicPr>
          <p:cNvPr id="231427" name="Picture 3" descr="\\tkzaw-pro-17\mydocs4\jthelin\My Documents\WORK\products\Live ID\sign-in-up\signup-WindowsLive.jpg"/>
          <p:cNvPicPr>
            <a:picLocks noChangeAspect="1" noChangeArrowheads="1"/>
          </p:cNvPicPr>
          <p:nvPr/>
        </p:nvPicPr>
        <p:blipFill>
          <a:blip r:embed="rId3"/>
          <a:srcRect/>
          <a:stretch>
            <a:fillRect/>
          </a:stretch>
        </p:blipFill>
        <p:spPr bwMode="auto">
          <a:xfrm>
            <a:off x="387409" y="1800000"/>
            <a:ext cx="3368945" cy="4621120"/>
          </a:xfrm>
          <a:prstGeom prst="rect">
            <a:avLst/>
          </a:prstGeom>
          <a:noFill/>
          <a:ln>
            <a:solidFill>
              <a:srgbClr val="C00000"/>
            </a:solidFill>
          </a:ln>
        </p:spPr>
      </p:pic>
      <p:sp>
        <p:nvSpPr>
          <p:cNvPr id="7" name="Rectangle 6"/>
          <p:cNvSpPr/>
          <p:nvPr/>
        </p:nvSpPr>
        <p:spPr bwMode="auto">
          <a:xfrm>
            <a:off x="837150" y="2721405"/>
            <a:ext cx="2426695" cy="348091"/>
          </a:xfrm>
          <a:prstGeom prst="rect">
            <a:avLst/>
          </a:prstGeom>
          <a:noFill/>
          <a:ln>
            <a:solidFill>
              <a:srgbClr val="C00000"/>
            </a:solid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rtl="0" fontAlgn="base">
              <a:spcBef>
                <a:spcPct val="0"/>
              </a:spcBef>
              <a:spcAft>
                <a:spcPct val="0"/>
              </a:spcAft>
            </a:pPr>
            <a:endParaRPr lang="en-US" sz="2300" kern="1200" dirty="0">
              <a:solidFill>
                <a:srgbClr val="C00000"/>
              </a:solidFill>
              <a:latin typeface="Calibri"/>
              <a:ea typeface="+mn-ea"/>
              <a:cs typeface="+mn-cs"/>
            </a:endParaRPr>
          </a:p>
        </p:txBody>
      </p:sp>
      <p:sp>
        <p:nvSpPr>
          <p:cNvPr id="8" name="Rectangle 7"/>
          <p:cNvSpPr/>
          <p:nvPr/>
        </p:nvSpPr>
        <p:spPr bwMode="auto">
          <a:xfrm>
            <a:off x="837150" y="3149060"/>
            <a:ext cx="2426695" cy="477383"/>
          </a:xfrm>
          <a:prstGeom prst="rect">
            <a:avLst/>
          </a:prstGeom>
          <a:noFill/>
          <a:ln>
            <a:solidFill>
              <a:srgbClr val="C00000"/>
            </a:solid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rtl="0" fontAlgn="base">
              <a:spcBef>
                <a:spcPct val="0"/>
              </a:spcBef>
              <a:spcAft>
                <a:spcPct val="0"/>
              </a:spcAft>
            </a:pPr>
            <a:endParaRPr lang="en-US" sz="2300" kern="1200" dirty="0">
              <a:solidFill>
                <a:srgbClr val="C00000"/>
              </a:solidFill>
              <a:latin typeface="Calibri"/>
              <a:ea typeface="+mn-ea"/>
              <a:cs typeface="+mn-cs"/>
            </a:endParaRPr>
          </a:p>
        </p:txBody>
      </p:sp>
      <p:sp>
        <p:nvSpPr>
          <p:cNvPr id="9" name="Rectangle 8"/>
          <p:cNvSpPr/>
          <p:nvPr/>
        </p:nvSpPr>
        <p:spPr bwMode="auto">
          <a:xfrm>
            <a:off x="837150" y="3715952"/>
            <a:ext cx="2426695" cy="606673"/>
          </a:xfrm>
          <a:prstGeom prst="rect">
            <a:avLst/>
          </a:prstGeom>
          <a:noFill/>
          <a:ln>
            <a:solidFill>
              <a:srgbClr val="C00000"/>
            </a:solid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rtl="0" fontAlgn="base">
              <a:spcBef>
                <a:spcPct val="0"/>
              </a:spcBef>
              <a:spcAft>
                <a:spcPct val="0"/>
              </a:spcAft>
            </a:pPr>
            <a:endParaRPr lang="en-US" sz="2300" kern="1200" dirty="0">
              <a:solidFill>
                <a:srgbClr val="C00000"/>
              </a:solidFill>
              <a:latin typeface="Calibri"/>
              <a:ea typeface="+mn-ea"/>
              <a:cs typeface="+mn-cs"/>
            </a:endParaRPr>
          </a:p>
        </p:txBody>
      </p:sp>
      <p:sp>
        <p:nvSpPr>
          <p:cNvPr id="10" name="Rectangle 9"/>
          <p:cNvSpPr/>
          <p:nvPr/>
        </p:nvSpPr>
        <p:spPr bwMode="auto">
          <a:xfrm>
            <a:off x="837150" y="4422080"/>
            <a:ext cx="2426695" cy="835420"/>
          </a:xfrm>
          <a:prstGeom prst="rect">
            <a:avLst/>
          </a:prstGeom>
          <a:noFill/>
          <a:ln>
            <a:solidFill>
              <a:srgbClr val="C00000"/>
            </a:solid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rtl="0" fontAlgn="base">
              <a:spcBef>
                <a:spcPct val="0"/>
              </a:spcBef>
              <a:spcAft>
                <a:spcPct val="0"/>
              </a:spcAft>
            </a:pPr>
            <a:endParaRPr lang="en-US" sz="2300" kern="1200" dirty="0">
              <a:solidFill>
                <a:srgbClr val="C00000"/>
              </a:solidFill>
              <a:latin typeface="Calibri"/>
              <a:ea typeface="+mn-ea"/>
              <a:cs typeface="+mn-cs"/>
            </a:endParaRPr>
          </a:p>
        </p:txBody>
      </p:sp>
      <p:sp>
        <p:nvSpPr>
          <p:cNvPr id="11" name="Rectangle 10"/>
          <p:cNvSpPr/>
          <p:nvPr/>
        </p:nvSpPr>
        <p:spPr bwMode="auto">
          <a:xfrm>
            <a:off x="837150" y="5347008"/>
            <a:ext cx="2426695" cy="497275"/>
          </a:xfrm>
          <a:prstGeom prst="rect">
            <a:avLst/>
          </a:prstGeom>
          <a:noFill/>
          <a:ln>
            <a:solidFill>
              <a:srgbClr val="C00000"/>
            </a:solid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rtl="0" fontAlgn="base">
              <a:spcBef>
                <a:spcPct val="0"/>
              </a:spcBef>
              <a:spcAft>
                <a:spcPct val="0"/>
              </a:spcAft>
            </a:pPr>
            <a:endParaRPr lang="en-US" sz="2300" kern="1200" dirty="0">
              <a:solidFill>
                <a:srgbClr val="C00000"/>
              </a:solidFill>
              <a:latin typeface="Calibri"/>
              <a:ea typeface="+mn-ea"/>
              <a:cs typeface="+mn-cs"/>
            </a:endParaRPr>
          </a:p>
        </p:txBody>
      </p:sp>
      <p:sp>
        <p:nvSpPr>
          <p:cNvPr id="12" name="Rectangle 11"/>
          <p:cNvSpPr/>
          <p:nvPr/>
        </p:nvSpPr>
        <p:spPr bwMode="auto">
          <a:xfrm>
            <a:off x="837150" y="5894010"/>
            <a:ext cx="2426695" cy="119347"/>
          </a:xfrm>
          <a:prstGeom prst="rect">
            <a:avLst/>
          </a:prstGeom>
          <a:noFill/>
          <a:ln>
            <a:solidFill>
              <a:srgbClr val="C00000"/>
            </a:solid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rtl="0" fontAlgn="base">
              <a:spcBef>
                <a:spcPct val="0"/>
              </a:spcBef>
              <a:spcAft>
                <a:spcPct val="0"/>
              </a:spcAft>
            </a:pPr>
            <a:endParaRPr lang="en-US" sz="2300" kern="1200" dirty="0">
              <a:solidFill>
                <a:srgbClr val="C00000"/>
              </a:solidFill>
              <a:latin typeface="Calibri"/>
              <a:ea typeface="+mn-ea"/>
              <a:cs typeface="+mn-cs"/>
            </a:endParaRPr>
          </a:p>
        </p:txBody>
      </p:sp>
      <p:sp>
        <p:nvSpPr>
          <p:cNvPr id="15" name="Rectangle 14"/>
          <p:cNvSpPr/>
          <p:nvPr/>
        </p:nvSpPr>
        <p:spPr bwMode="auto">
          <a:xfrm>
            <a:off x="837150" y="2025200"/>
            <a:ext cx="2456532" cy="348091"/>
          </a:xfrm>
          <a:prstGeom prst="rect">
            <a:avLst/>
          </a:prstGeom>
          <a:noFill/>
          <a:ln>
            <a:solidFill>
              <a:srgbClr val="C00000"/>
            </a:solid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rtl="0" fontAlgn="base">
              <a:spcBef>
                <a:spcPct val="0"/>
              </a:spcBef>
              <a:spcAft>
                <a:spcPct val="0"/>
              </a:spcAft>
            </a:pPr>
            <a:endParaRPr lang="en-US" sz="2300" kern="1200" dirty="0">
              <a:solidFill>
                <a:srgbClr val="C00000"/>
              </a:solidFill>
              <a:latin typeface="Calibri"/>
              <a:ea typeface="+mn-ea"/>
              <a:cs typeface="+mn-cs"/>
            </a:endParaRPr>
          </a:p>
        </p:txBody>
      </p:sp>
      <p:sp>
        <p:nvSpPr>
          <p:cNvPr id="16" name="Rectangle 15"/>
          <p:cNvSpPr/>
          <p:nvPr/>
        </p:nvSpPr>
        <p:spPr bwMode="auto">
          <a:xfrm>
            <a:off x="449272" y="1856148"/>
            <a:ext cx="3252169" cy="149147"/>
          </a:xfrm>
          <a:prstGeom prst="rect">
            <a:avLst/>
          </a:prstGeom>
          <a:noFill/>
          <a:ln>
            <a:solidFill>
              <a:srgbClr val="C00000"/>
            </a:solid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rtl="0" fontAlgn="base">
              <a:spcBef>
                <a:spcPct val="0"/>
              </a:spcBef>
              <a:spcAft>
                <a:spcPct val="0"/>
              </a:spcAft>
            </a:pPr>
            <a:endParaRPr lang="en-US" sz="2300" kern="1200" dirty="0">
              <a:solidFill>
                <a:srgbClr val="C00000"/>
              </a:solidFill>
              <a:latin typeface="Calibri"/>
              <a:ea typeface="+mn-ea"/>
              <a:cs typeface="+mn-cs"/>
            </a:endParaRPr>
          </a:p>
        </p:txBody>
      </p:sp>
      <p:cxnSp>
        <p:nvCxnSpPr>
          <p:cNvPr id="34" name="Straight Arrow Connector 33"/>
          <p:cNvCxnSpPr>
            <a:stCxn id="28" idx="1"/>
            <a:endCxn id="16" idx="3"/>
          </p:cNvCxnSpPr>
          <p:nvPr/>
        </p:nvCxnSpPr>
        <p:spPr>
          <a:xfrm rot="10800000">
            <a:off x="3701441" y="1930722"/>
            <a:ext cx="258570" cy="16270"/>
          </a:xfrm>
          <a:prstGeom prst="straightConnector1">
            <a:avLst/>
          </a:prstGeom>
          <a:ln>
            <a:solidFill>
              <a:srgbClr val="C00000"/>
            </a:solidFill>
            <a:tailEnd type="oval"/>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27" idx="1"/>
            <a:endCxn id="15" idx="3"/>
          </p:cNvCxnSpPr>
          <p:nvPr/>
        </p:nvCxnSpPr>
        <p:spPr>
          <a:xfrm rot="10800000">
            <a:off x="3293683" y="2199246"/>
            <a:ext cx="574541" cy="273954"/>
          </a:xfrm>
          <a:prstGeom prst="straightConnector1">
            <a:avLst/>
          </a:prstGeom>
          <a:ln>
            <a:solidFill>
              <a:srgbClr val="C00000"/>
            </a:solidFill>
            <a:tailEnd type="oval"/>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26" idx="1"/>
            <a:endCxn id="7" idx="3"/>
          </p:cNvCxnSpPr>
          <p:nvPr/>
        </p:nvCxnSpPr>
        <p:spPr>
          <a:xfrm rot="10800000">
            <a:off x="3263846" y="2895452"/>
            <a:ext cx="886667" cy="103957"/>
          </a:xfrm>
          <a:prstGeom prst="straightConnector1">
            <a:avLst/>
          </a:prstGeom>
          <a:ln>
            <a:solidFill>
              <a:srgbClr val="C00000"/>
            </a:solidFill>
            <a:tailEnd type="oval"/>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stCxn id="25" idx="1"/>
            <a:endCxn id="8" idx="3"/>
          </p:cNvCxnSpPr>
          <p:nvPr/>
        </p:nvCxnSpPr>
        <p:spPr>
          <a:xfrm rot="10800000">
            <a:off x="3263846" y="3387752"/>
            <a:ext cx="930685" cy="137864"/>
          </a:xfrm>
          <a:prstGeom prst="straightConnector1">
            <a:avLst/>
          </a:prstGeom>
          <a:ln>
            <a:solidFill>
              <a:srgbClr val="C00000"/>
            </a:solidFill>
            <a:tailEnd type="oval"/>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29" idx="1"/>
            <a:endCxn id="9" idx="3"/>
          </p:cNvCxnSpPr>
          <p:nvPr/>
        </p:nvCxnSpPr>
        <p:spPr>
          <a:xfrm rot="10800000">
            <a:off x="3263846" y="4019290"/>
            <a:ext cx="635533" cy="340311"/>
          </a:xfrm>
          <a:prstGeom prst="straightConnector1">
            <a:avLst/>
          </a:prstGeom>
          <a:ln>
            <a:solidFill>
              <a:srgbClr val="C00000"/>
            </a:solidFill>
            <a:tailEnd type="oval"/>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30" idx="1"/>
            <a:endCxn id="10" idx="3"/>
          </p:cNvCxnSpPr>
          <p:nvPr/>
        </p:nvCxnSpPr>
        <p:spPr>
          <a:xfrm rot="10800000">
            <a:off x="3263845" y="4839791"/>
            <a:ext cx="739762" cy="353795"/>
          </a:xfrm>
          <a:prstGeom prst="straightConnector1">
            <a:avLst/>
          </a:prstGeom>
          <a:ln>
            <a:solidFill>
              <a:srgbClr val="C00000"/>
            </a:solidFill>
            <a:tailEnd type="oval"/>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stCxn id="24" idx="1"/>
            <a:endCxn id="11" idx="3"/>
          </p:cNvCxnSpPr>
          <p:nvPr/>
        </p:nvCxnSpPr>
        <p:spPr>
          <a:xfrm rot="10800000">
            <a:off x="3263845" y="5595647"/>
            <a:ext cx="816834" cy="124147"/>
          </a:xfrm>
          <a:prstGeom prst="straightConnector1">
            <a:avLst/>
          </a:prstGeom>
          <a:ln>
            <a:solidFill>
              <a:srgbClr val="C00000"/>
            </a:solidFill>
            <a:tailEnd type="oval"/>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a:stCxn id="22" idx="1"/>
            <a:endCxn id="12" idx="3"/>
          </p:cNvCxnSpPr>
          <p:nvPr/>
        </p:nvCxnSpPr>
        <p:spPr>
          <a:xfrm rot="10800000">
            <a:off x="3263846" y="5953685"/>
            <a:ext cx="1130381" cy="292315"/>
          </a:xfrm>
          <a:prstGeom prst="straightConnector1">
            <a:avLst/>
          </a:prstGeom>
          <a:ln>
            <a:solidFill>
              <a:srgbClr val="C00000"/>
            </a:solidFill>
            <a:tailEnd type="oval"/>
          </a:ln>
        </p:spPr>
        <p:style>
          <a:lnRef idx="1">
            <a:schemeClr val="accent1"/>
          </a:lnRef>
          <a:fillRef idx="0">
            <a:schemeClr val="accent1"/>
          </a:fillRef>
          <a:effectRef idx="0">
            <a:schemeClr val="accent1"/>
          </a:effectRef>
          <a:fontRef idx="minor">
            <a:schemeClr val="tx1"/>
          </a:fontRef>
        </p:style>
      </p:cxnSp>
      <p:pic>
        <p:nvPicPr>
          <p:cNvPr id="45" name="Picture 44" descr="SignupScreenShot.bmp"/>
          <p:cNvPicPr>
            <a:picLocks noChangeAspect="1"/>
          </p:cNvPicPr>
          <p:nvPr/>
        </p:nvPicPr>
        <p:blipFill>
          <a:blip r:embed="rId4" cstate="print"/>
          <a:srcRect l="10000" t="8667" r="20000" b="4667"/>
          <a:stretch>
            <a:fillRect/>
          </a:stretch>
        </p:blipFill>
        <p:spPr>
          <a:xfrm>
            <a:off x="5525732" y="1828800"/>
            <a:ext cx="3234376" cy="3035300"/>
          </a:xfrm>
          <a:prstGeom prst="rect">
            <a:avLst/>
          </a:prstGeom>
          <a:ln>
            <a:headEnd type="none" w="med" len="med"/>
            <a:tailEnd type="none" w="med" len="med"/>
          </a:ln>
        </p:spPr>
      </p:pic>
      <p:sp>
        <p:nvSpPr>
          <p:cNvPr id="21" name="Rectangle 20"/>
          <p:cNvSpPr/>
          <p:nvPr/>
        </p:nvSpPr>
        <p:spPr bwMode="auto">
          <a:xfrm>
            <a:off x="5761669" y="1828801"/>
            <a:ext cx="2723172" cy="275266"/>
          </a:xfrm>
          <a:prstGeom prst="rect">
            <a:avLst/>
          </a:prstGeom>
          <a:noFill/>
          <a:ln>
            <a:solidFill>
              <a:srgbClr val="C00000"/>
            </a:solid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rtl="0" fontAlgn="base">
              <a:spcBef>
                <a:spcPct val="0"/>
              </a:spcBef>
              <a:spcAft>
                <a:spcPct val="0"/>
              </a:spcAft>
            </a:pPr>
            <a:endParaRPr lang="en-US" sz="2300" kern="1200" dirty="0">
              <a:solidFill>
                <a:srgbClr val="C00000"/>
              </a:solidFill>
              <a:latin typeface="Calibri"/>
              <a:ea typeface="+mn-ea"/>
              <a:cs typeface="+mn-cs"/>
            </a:endParaRPr>
          </a:p>
        </p:txBody>
      </p:sp>
      <p:sp>
        <p:nvSpPr>
          <p:cNvPr id="19" name="Rectangle 18"/>
          <p:cNvSpPr/>
          <p:nvPr/>
        </p:nvSpPr>
        <p:spPr bwMode="auto">
          <a:xfrm>
            <a:off x="5753201" y="2998681"/>
            <a:ext cx="2752661" cy="619349"/>
          </a:xfrm>
          <a:prstGeom prst="rect">
            <a:avLst/>
          </a:prstGeom>
          <a:noFill/>
          <a:ln>
            <a:solidFill>
              <a:srgbClr val="C00000"/>
            </a:solid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rtl="0" fontAlgn="base">
              <a:spcBef>
                <a:spcPct val="0"/>
              </a:spcBef>
              <a:spcAft>
                <a:spcPct val="0"/>
              </a:spcAft>
            </a:pPr>
            <a:endParaRPr lang="en-US" sz="2300" kern="1200" dirty="0">
              <a:solidFill>
                <a:srgbClr val="C00000"/>
              </a:solidFill>
              <a:latin typeface="Calibri"/>
              <a:ea typeface="+mn-ea"/>
              <a:cs typeface="+mn-cs"/>
            </a:endParaRPr>
          </a:p>
        </p:txBody>
      </p:sp>
      <p:sp>
        <p:nvSpPr>
          <p:cNvPr id="18" name="Rectangle 17"/>
          <p:cNvSpPr/>
          <p:nvPr/>
        </p:nvSpPr>
        <p:spPr bwMode="auto">
          <a:xfrm>
            <a:off x="5753201" y="3745593"/>
            <a:ext cx="2752661" cy="344083"/>
          </a:xfrm>
          <a:prstGeom prst="rect">
            <a:avLst/>
          </a:prstGeom>
          <a:noFill/>
          <a:ln>
            <a:solidFill>
              <a:srgbClr val="C00000"/>
            </a:solid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rtl="0" fontAlgn="base">
              <a:spcBef>
                <a:spcPct val="0"/>
              </a:spcBef>
              <a:spcAft>
                <a:spcPct val="0"/>
              </a:spcAft>
            </a:pPr>
            <a:endParaRPr lang="en-US" sz="2300" kern="1200" dirty="0">
              <a:solidFill>
                <a:srgbClr val="C00000"/>
              </a:solidFill>
              <a:latin typeface="Calibri"/>
              <a:ea typeface="+mn-ea"/>
              <a:cs typeface="+mn-cs"/>
            </a:endParaRPr>
          </a:p>
        </p:txBody>
      </p:sp>
      <p:sp>
        <p:nvSpPr>
          <p:cNvPr id="17" name="Rectangle 16"/>
          <p:cNvSpPr/>
          <p:nvPr/>
        </p:nvSpPr>
        <p:spPr bwMode="auto">
          <a:xfrm>
            <a:off x="5753201" y="4237379"/>
            <a:ext cx="2752661" cy="344083"/>
          </a:xfrm>
          <a:prstGeom prst="rect">
            <a:avLst/>
          </a:prstGeom>
          <a:noFill/>
          <a:ln>
            <a:solidFill>
              <a:srgbClr val="C00000"/>
            </a:solid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rtl="0" fontAlgn="base">
              <a:spcBef>
                <a:spcPct val="0"/>
              </a:spcBef>
              <a:spcAft>
                <a:spcPct val="0"/>
              </a:spcAft>
            </a:pPr>
            <a:endParaRPr lang="en-US" sz="2300" kern="1200" dirty="0">
              <a:solidFill>
                <a:srgbClr val="C00000"/>
              </a:solidFill>
              <a:latin typeface="Calibri"/>
              <a:ea typeface="+mn-ea"/>
              <a:cs typeface="+mn-cs"/>
            </a:endParaRPr>
          </a:p>
        </p:txBody>
      </p:sp>
      <p:cxnSp>
        <p:nvCxnSpPr>
          <p:cNvPr id="35" name="Straight Arrow Connector 34"/>
          <p:cNvCxnSpPr>
            <a:stCxn id="28" idx="3"/>
            <a:endCxn id="21" idx="1"/>
          </p:cNvCxnSpPr>
          <p:nvPr/>
        </p:nvCxnSpPr>
        <p:spPr>
          <a:xfrm>
            <a:off x="5416628" y="1946992"/>
            <a:ext cx="345041" cy="19442"/>
          </a:xfrm>
          <a:prstGeom prst="straightConnector1">
            <a:avLst/>
          </a:prstGeom>
          <a:ln>
            <a:solidFill>
              <a:srgbClr val="C00000"/>
            </a:solidFill>
            <a:tailEnd type="oval"/>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26" idx="3"/>
            <a:endCxn id="19" idx="1"/>
          </p:cNvCxnSpPr>
          <p:nvPr/>
        </p:nvCxnSpPr>
        <p:spPr>
          <a:xfrm>
            <a:off x="5226127" y="2999408"/>
            <a:ext cx="527074" cy="308948"/>
          </a:xfrm>
          <a:prstGeom prst="straightConnector1">
            <a:avLst/>
          </a:prstGeom>
          <a:ln>
            <a:solidFill>
              <a:srgbClr val="C00000"/>
            </a:solidFill>
            <a:tailEnd type="oval"/>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25" idx="3"/>
            <a:endCxn id="18" idx="1"/>
          </p:cNvCxnSpPr>
          <p:nvPr/>
        </p:nvCxnSpPr>
        <p:spPr>
          <a:xfrm>
            <a:off x="5182108" y="3525616"/>
            <a:ext cx="571093" cy="392019"/>
          </a:xfrm>
          <a:prstGeom prst="straightConnector1">
            <a:avLst/>
          </a:prstGeom>
          <a:ln>
            <a:solidFill>
              <a:srgbClr val="C00000"/>
            </a:solidFill>
            <a:tailEnd type="oval"/>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29" idx="3"/>
            <a:endCxn id="17" idx="1"/>
          </p:cNvCxnSpPr>
          <p:nvPr/>
        </p:nvCxnSpPr>
        <p:spPr>
          <a:xfrm>
            <a:off x="5454677" y="4359600"/>
            <a:ext cx="298524" cy="49821"/>
          </a:xfrm>
          <a:prstGeom prst="straightConnector1">
            <a:avLst/>
          </a:prstGeom>
          <a:ln>
            <a:solidFill>
              <a:srgbClr val="C00000"/>
            </a:solidFill>
            <a:tailEnd type="ova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19" grpId="0" animBg="1"/>
      <p:bldP spid="18" grpId="0" animBg="1"/>
      <p:bldP spid="1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mtClean="0"/>
              <a:t>Enabling </a:t>
            </a:r>
            <a:br>
              <a:rPr lang="en-US" smtClean="0"/>
            </a:br>
            <a:r>
              <a:rPr lang="en-US" smtClean="0"/>
              <a:t>data portability</a:t>
            </a:r>
            <a:br>
              <a:rPr lang="en-US" smtClean="0"/>
            </a:br>
            <a:endParaRPr lang="en-US" dirty="0"/>
          </a:p>
        </p:txBody>
      </p:sp>
      <p:sp>
        <p:nvSpPr>
          <p:cNvPr id="4" name="Text Placeholder 3"/>
          <p:cNvSpPr>
            <a:spLocks noGrp="1"/>
          </p:cNvSpPr>
          <p:nvPr>
            <p:ph type="body" sz="quarter" idx="10"/>
          </p:nvPr>
        </p:nvSpPr>
        <p:spPr>
          <a:xfrm>
            <a:off x="730044" y="1905000"/>
            <a:ext cx="8032956" cy="1384994"/>
          </a:xfrm>
        </p:spPr>
        <p:txBody>
          <a:bodyPr/>
          <a:lstStyle/>
          <a:p>
            <a:r>
              <a:rPr lang="en-US" sz="6600" spc="-300" dirty="0" smtClean="0"/>
              <a:t>Live Identity Services Delegated Authentication</a:t>
            </a:r>
            <a:endParaRPr lang="en-US" sz="6600" spc="-300" dirty="0"/>
          </a:p>
        </p:txBody>
      </p:sp>
    </p:spTree>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Delegated Auth Protocol Overview</a:t>
            </a:r>
            <a:endParaRPr lang="en-US" dirty="0"/>
          </a:p>
        </p:txBody>
      </p:sp>
      <p:sp>
        <p:nvSpPr>
          <p:cNvPr id="5" name="Rounded Rectangle 4"/>
          <p:cNvSpPr/>
          <p:nvPr/>
        </p:nvSpPr>
        <p:spPr bwMode="auto">
          <a:xfrm>
            <a:off x="2174240" y="1726153"/>
            <a:ext cx="1402080" cy="4974685"/>
          </a:xfrm>
          <a:prstGeom prst="roundRect">
            <a:avLst>
              <a:gd name="adj" fmla="val 8486"/>
            </a:avLst>
          </a:prstGeom>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r>
              <a:rPr lang="en-US" dirty="0" smtClean="0">
                <a:solidFill>
                  <a:srgbClr val="FFFFFF"/>
                </a:solidFill>
              </a:rPr>
              <a:t>Application Provider (web site)</a:t>
            </a:r>
            <a:endParaRPr lang="en-US" dirty="0">
              <a:solidFill>
                <a:srgbClr val="FFFFFF"/>
              </a:solidFill>
            </a:endParaRPr>
          </a:p>
        </p:txBody>
      </p:sp>
      <p:sp>
        <p:nvSpPr>
          <p:cNvPr id="7" name="Rounded Rectangle 6"/>
          <p:cNvSpPr/>
          <p:nvPr/>
        </p:nvSpPr>
        <p:spPr bwMode="auto">
          <a:xfrm>
            <a:off x="6629400" y="5496560"/>
            <a:ext cx="1964508" cy="1088136"/>
          </a:xfrm>
          <a:prstGeom prst="roundRect">
            <a:avLst/>
          </a:prstGeom>
          <a:ln>
            <a:headEnd type="none" w="med" len="med"/>
            <a:tailEnd type="none" w="med" len="med"/>
          </a:ln>
        </p:spPr>
        <p:style>
          <a:lnRef idx="1">
            <a:schemeClr val="accent6"/>
          </a:lnRef>
          <a:fillRef idx="3">
            <a:schemeClr val="accent6"/>
          </a:fillRef>
          <a:effectRef idx="2">
            <a:schemeClr val="accent6"/>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rPr>
              <a:t>Windows Live ID Delegation Service</a:t>
            </a:r>
            <a:endParaRPr lang="en-US" sz="1600" dirty="0">
              <a:solidFill>
                <a:srgbClr val="FFFFFF"/>
              </a:solidFill>
            </a:endParaRPr>
          </a:p>
        </p:txBody>
      </p:sp>
      <p:grpSp>
        <p:nvGrpSpPr>
          <p:cNvPr id="34" name="Group 33"/>
          <p:cNvGrpSpPr/>
          <p:nvPr/>
        </p:nvGrpSpPr>
        <p:grpSpPr>
          <a:xfrm>
            <a:off x="3667760" y="3698241"/>
            <a:ext cx="5533392" cy="3002597"/>
            <a:chOff x="3667760" y="3698241"/>
            <a:chExt cx="5533392" cy="3002597"/>
          </a:xfrm>
        </p:grpSpPr>
        <p:sp>
          <p:nvSpPr>
            <p:cNvPr id="31" name="Rounded Rectangle 30"/>
            <p:cNvSpPr/>
            <p:nvPr/>
          </p:nvSpPr>
          <p:spPr bwMode="auto">
            <a:xfrm>
              <a:off x="3667760" y="3698241"/>
              <a:ext cx="5095240" cy="3002597"/>
            </a:xfrm>
            <a:prstGeom prst="roundRect">
              <a:avLst>
                <a:gd name="adj" fmla="val 7920"/>
              </a:avLst>
            </a:prstGeom>
            <a:noFill/>
            <a:ln w="19050" cmpd="sng">
              <a:solidFill>
                <a:schemeClr val="accent3"/>
              </a:solidFill>
              <a:headEnd type="none" w="med" len="med"/>
              <a:tailEnd type="none" w="med" len="med"/>
            </a:ln>
            <a:effectLst>
              <a:glow rad="63500">
                <a:schemeClr val="bg2">
                  <a:alpha val="40000"/>
                </a:schemeClr>
              </a:glow>
            </a:effectLst>
          </p:spPr>
          <p:style>
            <a:lnRef idx="2">
              <a:schemeClr val="accent4"/>
            </a:lnRef>
            <a:fillRef idx="1">
              <a:schemeClr val="lt1"/>
            </a:fillRef>
            <a:effectRef idx="0">
              <a:schemeClr val="accent4"/>
            </a:effectRef>
            <a:fontRef idx="minor">
              <a:schemeClr val="dk1"/>
            </a:fontRef>
          </p:style>
          <p:txBody>
            <a:bodyPr lIns="91436" tIns="45718" rIns="91436" bIns="45718" rtlCol="0" anchor="ctr"/>
            <a:lstStyle/>
            <a:p>
              <a:pPr algn="ctr" defTabSz="914099"/>
              <a:endParaRPr lang="en-US" sz="24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27" name="TextBox 26"/>
            <p:cNvSpPr txBox="1"/>
            <p:nvPr/>
          </p:nvSpPr>
          <p:spPr>
            <a:xfrm>
              <a:off x="3714752" y="3775932"/>
              <a:ext cx="5486400" cy="400110"/>
            </a:xfrm>
            <a:prstGeom prst="rect">
              <a:avLst/>
            </a:prstGeom>
            <a:noFill/>
          </p:spPr>
          <p:txBody>
            <a:bodyPr wrap="square" rtlCol="0">
              <a:spAutoFit/>
            </a:bodyPr>
            <a:lstStyle/>
            <a:p>
              <a:r>
                <a:rPr lang="en-US" sz="2000" b="1" dirty="0" smtClean="0">
                  <a:solidFill>
                    <a:schemeClr val="tx2"/>
                  </a:solidFill>
                  <a:effectLst>
                    <a:outerShdw blurRad="38100" dist="38100" dir="2700000" algn="tl">
                      <a:srgbClr val="000000">
                        <a:alpha val="43137"/>
                      </a:srgbClr>
                    </a:outerShdw>
                  </a:effectLst>
                </a:rPr>
                <a:t>“Using Consent” Phase </a:t>
              </a:r>
              <a:r>
                <a:rPr lang="en-US" sz="2000" b="1" dirty="0" smtClean="0">
                  <a:effectLst>
                    <a:outerShdw blurRad="38100" dist="38100" dir="2700000" algn="tl">
                      <a:srgbClr val="000000">
                        <a:alpha val="43137"/>
                      </a:srgbClr>
                    </a:outerShdw>
                  </a:effectLst>
                </a:rPr>
                <a:t>(</a:t>
              </a:r>
              <a:r>
                <a:rPr lang="en-US" sz="1600" b="1" dirty="0" smtClean="0">
                  <a:effectLst>
                    <a:outerShdw blurRad="38100" dist="38100" dir="2700000" algn="tl">
                      <a:srgbClr val="000000">
                        <a:alpha val="43137"/>
                      </a:srgbClr>
                    </a:outerShdw>
                  </a:effectLst>
                </a:rPr>
                <a:t>user can be offline</a:t>
              </a:r>
              <a:r>
                <a:rPr lang="en-US" sz="2000" b="1" dirty="0" smtClean="0">
                  <a:effectLst>
                    <a:outerShdw blurRad="38100" dist="38100" dir="2700000" algn="tl">
                      <a:srgbClr val="000000">
                        <a:alpha val="43137"/>
                      </a:srgbClr>
                    </a:outerShdw>
                  </a:effectLst>
                </a:rPr>
                <a:t>)</a:t>
              </a:r>
            </a:p>
          </p:txBody>
        </p:sp>
        <p:sp>
          <p:nvSpPr>
            <p:cNvPr id="8" name="Rounded Rectangle 7"/>
            <p:cNvSpPr/>
            <p:nvPr/>
          </p:nvSpPr>
          <p:spPr bwMode="auto">
            <a:xfrm>
              <a:off x="6629400" y="4165601"/>
              <a:ext cx="1964508" cy="1198880"/>
            </a:xfrm>
            <a:prstGeom prst="roundRect">
              <a:avLst/>
            </a:prstGeom>
            <a:ln>
              <a:headEnd type="none" w="med" len="med"/>
              <a:tailEnd type="none" w="med" len="med"/>
            </a:ln>
          </p:spPr>
          <p:style>
            <a:lnRef idx="1">
              <a:schemeClr val="accent6"/>
            </a:lnRef>
            <a:fillRef idx="3">
              <a:schemeClr val="accent6"/>
            </a:fillRef>
            <a:effectRef idx="2">
              <a:schemeClr val="accent6"/>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rPr>
                <a:t>Resource Provider (e.g., Windows </a:t>
              </a:r>
              <a:br>
                <a:rPr lang="en-US" sz="1600" dirty="0" smtClean="0">
                  <a:solidFill>
                    <a:srgbClr val="FFFFFF"/>
                  </a:solidFill>
                </a:rPr>
              </a:br>
              <a:r>
                <a:rPr lang="en-US" sz="1600" dirty="0" smtClean="0">
                  <a:solidFill>
                    <a:srgbClr val="FFFFFF"/>
                  </a:solidFill>
                </a:rPr>
                <a:t>Live Contacts)</a:t>
              </a:r>
              <a:endParaRPr lang="en-US" sz="1600" dirty="0">
                <a:solidFill>
                  <a:srgbClr val="FFFFFF"/>
                </a:solidFill>
              </a:endParaRPr>
            </a:p>
          </p:txBody>
        </p:sp>
      </p:grpSp>
      <p:sp>
        <p:nvSpPr>
          <p:cNvPr id="9" name="Down Arrow 8"/>
          <p:cNvSpPr/>
          <p:nvPr/>
        </p:nvSpPr>
        <p:spPr bwMode="auto">
          <a:xfrm rot="16200000">
            <a:off x="4844506" y="1159048"/>
            <a:ext cx="640080" cy="2536535"/>
          </a:xfrm>
          <a:prstGeom prst="downArrow">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lIns="91436" tIns="45718" rIns="91436" bIns="45718" rtlCol="0" anchor="ctr"/>
          <a:lstStyle/>
          <a:p>
            <a:pPr algn="ctr" defTabSz="914099"/>
            <a:endParaRPr lang="en-US" sz="20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10" name="Down Arrow 9"/>
          <p:cNvSpPr/>
          <p:nvPr/>
        </p:nvSpPr>
        <p:spPr bwMode="auto">
          <a:xfrm rot="16200000" flipV="1">
            <a:off x="4844506" y="1682291"/>
            <a:ext cx="640080" cy="2536534"/>
          </a:xfrm>
          <a:prstGeom prst="downArrow">
            <a:avLst/>
          </a:prstGeom>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lIns="91436" tIns="45718" rIns="91436" bIns="45718" rtlCol="0" anchor="ctr"/>
          <a:lstStyle/>
          <a:p>
            <a:pPr algn="ctr" defTabSz="914099"/>
            <a:endParaRPr lang="en-US" sz="20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11" name="Down Arrow 10"/>
          <p:cNvSpPr/>
          <p:nvPr/>
        </p:nvSpPr>
        <p:spPr bwMode="auto">
          <a:xfrm rot="16200000">
            <a:off x="4844506" y="4353876"/>
            <a:ext cx="640080" cy="2743200"/>
          </a:xfrm>
          <a:prstGeom prst="downArrow">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lIns="91436" tIns="45718" rIns="91436" bIns="45718" rtlCol="0" anchor="ctr"/>
          <a:lstStyle/>
          <a:p>
            <a:pPr algn="ctr" defTabSz="914099"/>
            <a:endParaRPr lang="en-US" sz="20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12" name="Down Arrow 11"/>
          <p:cNvSpPr/>
          <p:nvPr/>
        </p:nvSpPr>
        <p:spPr bwMode="auto">
          <a:xfrm rot="16200000" flipV="1">
            <a:off x="4844506" y="4897438"/>
            <a:ext cx="640080" cy="2743200"/>
          </a:xfrm>
          <a:prstGeom prst="downArrow">
            <a:avLst/>
          </a:prstGeom>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lIns="91436" tIns="45718" rIns="91436" bIns="45718" rtlCol="0" anchor="ctr"/>
          <a:lstStyle/>
          <a:p>
            <a:pPr algn="ctr" defTabSz="914099"/>
            <a:endParaRPr lang="en-US" sz="20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13" name="Down Arrow 12"/>
          <p:cNvSpPr/>
          <p:nvPr/>
        </p:nvSpPr>
        <p:spPr bwMode="auto">
          <a:xfrm rot="16200000">
            <a:off x="4766673" y="3130913"/>
            <a:ext cx="833120" cy="2780574"/>
          </a:xfrm>
          <a:prstGeom prst="downArrow">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lIns="91436" tIns="45718" rIns="91436" bIns="45718" rtlCol="0" anchor="ctr"/>
          <a:lstStyle/>
          <a:p>
            <a:pPr algn="ctr" defTabSz="914099"/>
            <a:endParaRPr lang="en-US" sz="20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14" name="Down Arrow 13"/>
          <p:cNvSpPr/>
          <p:nvPr/>
        </p:nvSpPr>
        <p:spPr bwMode="auto">
          <a:xfrm rot="16200000" flipV="1">
            <a:off x="4844506" y="3821579"/>
            <a:ext cx="640080" cy="2743200"/>
          </a:xfrm>
          <a:prstGeom prst="downArrow">
            <a:avLst/>
          </a:prstGeom>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lIns="91436" tIns="45718" rIns="91436" bIns="45718" rtlCol="0" anchor="ctr"/>
          <a:lstStyle/>
          <a:p>
            <a:pPr algn="ctr" defTabSz="914099"/>
            <a:endParaRPr lang="en-US" sz="20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18" name="TextBox 17"/>
          <p:cNvSpPr txBox="1"/>
          <p:nvPr/>
        </p:nvSpPr>
        <p:spPr>
          <a:xfrm>
            <a:off x="3831046" y="2273429"/>
            <a:ext cx="2667000" cy="307777"/>
          </a:xfrm>
          <a:prstGeom prst="rect">
            <a:avLst/>
          </a:prstGeom>
          <a:noFill/>
        </p:spPr>
        <p:txBody>
          <a:bodyPr wrap="square" rtlCol="0">
            <a:spAutoFit/>
          </a:bodyPr>
          <a:lstStyle/>
          <a:p>
            <a:pPr algn="ctr"/>
            <a:r>
              <a:rPr lang="en-US" sz="1400" b="1" dirty="0" smtClean="0">
                <a:gradFill>
                  <a:gsLst>
                    <a:gs pos="36000">
                      <a:schemeClr val="tx1"/>
                    </a:gs>
                    <a:gs pos="86000">
                      <a:schemeClr val="tx1"/>
                    </a:gs>
                  </a:gsLst>
                  <a:lin ang="5400000" scaled="0"/>
                </a:gradFill>
                <a:effectLst>
                  <a:outerShdw blurRad="38100" dist="38100" dir="2700000" algn="tl">
                    <a:srgbClr val="000000">
                      <a:alpha val="43137"/>
                    </a:srgbClr>
                  </a:outerShdw>
                </a:effectLst>
              </a:rPr>
              <a:t>Direct user to consent UI</a:t>
            </a:r>
          </a:p>
        </p:txBody>
      </p:sp>
      <p:sp>
        <p:nvSpPr>
          <p:cNvPr id="19" name="TextBox 18"/>
          <p:cNvSpPr txBox="1"/>
          <p:nvPr/>
        </p:nvSpPr>
        <p:spPr>
          <a:xfrm>
            <a:off x="3831046" y="2779643"/>
            <a:ext cx="2667000" cy="307777"/>
          </a:xfrm>
          <a:prstGeom prst="rect">
            <a:avLst/>
          </a:prstGeom>
          <a:noFill/>
        </p:spPr>
        <p:txBody>
          <a:bodyPr wrap="square" rtlCol="0">
            <a:spAutoFit/>
          </a:bodyPr>
          <a:lstStyle/>
          <a:p>
            <a:pPr algn="ctr"/>
            <a:r>
              <a:rPr lang="en-US" sz="1400" b="1" dirty="0" smtClean="0">
                <a:gradFill>
                  <a:gsLst>
                    <a:gs pos="36000">
                      <a:schemeClr val="tx1"/>
                    </a:gs>
                    <a:gs pos="86000">
                      <a:schemeClr val="tx1"/>
                    </a:gs>
                  </a:gsLst>
                  <a:lin ang="5400000" scaled="0"/>
                </a:gradFill>
                <a:effectLst>
                  <a:outerShdw blurRad="38100" dist="38100" dir="2700000" algn="tl">
                    <a:srgbClr val="000000">
                      <a:alpha val="43137"/>
                    </a:srgbClr>
                  </a:outerShdw>
                </a:effectLst>
              </a:rPr>
              <a:t>Receive consent token</a:t>
            </a:r>
          </a:p>
        </p:txBody>
      </p:sp>
      <p:sp>
        <p:nvSpPr>
          <p:cNvPr id="20" name="TextBox 19"/>
          <p:cNvSpPr txBox="1"/>
          <p:nvPr/>
        </p:nvSpPr>
        <p:spPr>
          <a:xfrm>
            <a:off x="3831046" y="5594670"/>
            <a:ext cx="2667000" cy="307777"/>
          </a:xfrm>
          <a:prstGeom prst="rect">
            <a:avLst/>
          </a:prstGeom>
          <a:noFill/>
        </p:spPr>
        <p:txBody>
          <a:bodyPr wrap="square" rtlCol="0">
            <a:spAutoFit/>
          </a:bodyPr>
          <a:lstStyle/>
          <a:p>
            <a:pPr algn="ctr"/>
            <a:r>
              <a:rPr lang="en-US" sz="1400" b="1" dirty="0" smtClean="0">
                <a:gradFill>
                  <a:gsLst>
                    <a:gs pos="36000">
                      <a:schemeClr val="tx1"/>
                    </a:gs>
                    <a:gs pos="86000">
                      <a:schemeClr val="tx1"/>
                    </a:gs>
                  </a:gsLst>
                  <a:lin ang="5400000" scaled="0"/>
                </a:gradFill>
                <a:effectLst>
                  <a:outerShdw blurRad="38100" dist="38100" dir="2700000" algn="tl">
                    <a:srgbClr val="000000">
                      <a:alpha val="43137"/>
                    </a:srgbClr>
                  </a:outerShdw>
                </a:effectLst>
              </a:rPr>
              <a:t>Send refresh token</a:t>
            </a:r>
          </a:p>
        </p:txBody>
      </p:sp>
      <p:sp>
        <p:nvSpPr>
          <p:cNvPr id="21" name="TextBox 20"/>
          <p:cNvSpPr txBox="1"/>
          <p:nvPr/>
        </p:nvSpPr>
        <p:spPr>
          <a:xfrm>
            <a:off x="3678646" y="6125520"/>
            <a:ext cx="2971800" cy="307777"/>
          </a:xfrm>
          <a:prstGeom prst="rect">
            <a:avLst/>
          </a:prstGeom>
          <a:noFill/>
        </p:spPr>
        <p:txBody>
          <a:bodyPr wrap="square" rtlCol="0">
            <a:spAutoFit/>
          </a:bodyPr>
          <a:lstStyle/>
          <a:p>
            <a:pPr algn="ctr"/>
            <a:r>
              <a:rPr lang="en-US" sz="1400" b="1" dirty="0" smtClean="0">
                <a:gradFill>
                  <a:gsLst>
                    <a:gs pos="36000">
                      <a:schemeClr val="tx1"/>
                    </a:gs>
                    <a:gs pos="86000">
                      <a:schemeClr val="tx1"/>
                    </a:gs>
                  </a:gsLst>
                  <a:lin ang="5400000" scaled="0"/>
                </a:gradFill>
                <a:effectLst>
                  <a:outerShdw blurRad="38100" dist="38100" dir="2700000" algn="tl">
                    <a:srgbClr val="000000">
                      <a:alpha val="43137"/>
                    </a:srgbClr>
                  </a:outerShdw>
                </a:effectLst>
              </a:rPr>
              <a:t>Receive new consent token</a:t>
            </a:r>
          </a:p>
        </p:txBody>
      </p:sp>
      <p:sp>
        <p:nvSpPr>
          <p:cNvPr id="22" name="TextBox 21"/>
          <p:cNvSpPr txBox="1"/>
          <p:nvPr/>
        </p:nvSpPr>
        <p:spPr>
          <a:xfrm>
            <a:off x="3922115" y="4298801"/>
            <a:ext cx="2484863" cy="441339"/>
          </a:xfrm>
          <a:prstGeom prst="rect">
            <a:avLst/>
          </a:prstGeom>
          <a:noFill/>
        </p:spPr>
        <p:txBody>
          <a:bodyPr wrap="square" rtlCol="0">
            <a:spAutoFit/>
          </a:bodyPr>
          <a:lstStyle/>
          <a:p>
            <a:pPr algn="ctr">
              <a:lnSpc>
                <a:spcPct val="80000"/>
              </a:lnSpc>
            </a:pPr>
            <a:r>
              <a:rPr lang="en-US" sz="1400" b="1" dirty="0" smtClean="0">
                <a:gradFill>
                  <a:gsLst>
                    <a:gs pos="36000">
                      <a:schemeClr val="tx1"/>
                    </a:gs>
                    <a:gs pos="86000">
                      <a:schemeClr val="tx1"/>
                    </a:gs>
                  </a:gsLst>
                  <a:lin ang="5400000" scaled="0"/>
                </a:gradFill>
                <a:effectLst>
                  <a:outerShdw blurRad="38100" dist="38100" dir="2700000" algn="tl">
                    <a:srgbClr val="000000">
                      <a:alpha val="43137"/>
                    </a:srgbClr>
                  </a:outerShdw>
                </a:effectLst>
              </a:rPr>
              <a:t>Send delegation token with API call to resource</a:t>
            </a:r>
          </a:p>
        </p:txBody>
      </p:sp>
      <p:sp>
        <p:nvSpPr>
          <p:cNvPr id="23" name="TextBox 22"/>
          <p:cNvSpPr txBox="1"/>
          <p:nvPr/>
        </p:nvSpPr>
        <p:spPr>
          <a:xfrm>
            <a:off x="3750527" y="5062496"/>
            <a:ext cx="2971800" cy="307777"/>
          </a:xfrm>
          <a:prstGeom prst="rect">
            <a:avLst/>
          </a:prstGeom>
          <a:noFill/>
        </p:spPr>
        <p:txBody>
          <a:bodyPr wrap="square" rtlCol="0">
            <a:spAutoFit/>
          </a:bodyPr>
          <a:lstStyle/>
          <a:p>
            <a:pPr algn="ctr"/>
            <a:r>
              <a:rPr lang="en-US" sz="1400" b="1" dirty="0" smtClean="0">
                <a:gradFill>
                  <a:gsLst>
                    <a:gs pos="36000">
                      <a:schemeClr val="tx1"/>
                    </a:gs>
                    <a:gs pos="86000">
                      <a:schemeClr val="tx1"/>
                    </a:gs>
                  </a:gsLst>
                  <a:lin ang="5400000" scaled="0"/>
                </a:gradFill>
                <a:effectLst>
                  <a:outerShdw blurRad="38100" dist="38100" dir="2700000" algn="tl">
                    <a:srgbClr val="000000">
                      <a:alpha val="43137"/>
                    </a:srgbClr>
                  </a:outerShdw>
                </a:effectLst>
              </a:rPr>
              <a:t>Receive data</a:t>
            </a:r>
          </a:p>
        </p:txBody>
      </p:sp>
      <p:grpSp>
        <p:nvGrpSpPr>
          <p:cNvPr id="33" name="Group 32"/>
          <p:cNvGrpSpPr/>
          <p:nvPr/>
        </p:nvGrpSpPr>
        <p:grpSpPr>
          <a:xfrm>
            <a:off x="3667760" y="1755890"/>
            <a:ext cx="5533392" cy="1657870"/>
            <a:chOff x="3667760" y="1755890"/>
            <a:chExt cx="5533392" cy="1657870"/>
          </a:xfrm>
        </p:grpSpPr>
        <p:sp>
          <p:nvSpPr>
            <p:cNvPr id="24" name="Rounded Rectangle 23"/>
            <p:cNvSpPr/>
            <p:nvPr/>
          </p:nvSpPr>
          <p:spPr bwMode="auto">
            <a:xfrm>
              <a:off x="3667760" y="1755890"/>
              <a:ext cx="5095240" cy="1657870"/>
            </a:xfrm>
            <a:prstGeom prst="roundRect">
              <a:avLst>
                <a:gd name="adj" fmla="val 7920"/>
              </a:avLst>
            </a:prstGeom>
            <a:noFill/>
            <a:ln w="19050" cmpd="sng">
              <a:solidFill>
                <a:schemeClr val="accent3"/>
              </a:solidFill>
              <a:headEnd type="none" w="med" len="med"/>
              <a:tailEnd type="none" w="med" len="med"/>
            </a:ln>
            <a:effectLst>
              <a:glow rad="63500">
                <a:schemeClr val="bg2">
                  <a:alpha val="40000"/>
                </a:schemeClr>
              </a:glow>
            </a:effectLst>
          </p:spPr>
          <p:style>
            <a:lnRef idx="2">
              <a:schemeClr val="accent4"/>
            </a:lnRef>
            <a:fillRef idx="1">
              <a:schemeClr val="lt1"/>
            </a:fillRef>
            <a:effectRef idx="0">
              <a:schemeClr val="accent4"/>
            </a:effectRef>
            <a:fontRef idx="minor">
              <a:schemeClr val="dk1"/>
            </a:fontRef>
          </p:style>
          <p:txBody>
            <a:bodyPr lIns="91436" tIns="45718" rIns="91436" bIns="45718" rtlCol="0" anchor="ctr"/>
            <a:lstStyle/>
            <a:p>
              <a:pPr algn="ctr" defTabSz="914099"/>
              <a:endParaRPr lang="en-US" sz="2400" dirty="0">
                <a:gradFill>
                  <a:gsLst>
                    <a:gs pos="50000">
                      <a:schemeClr val="tx1"/>
                    </a:gs>
                    <a:gs pos="100000">
                      <a:schemeClr val="tx1"/>
                    </a:gs>
                  </a:gsLst>
                  <a:lin ang="5400000" scaled="0"/>
                </a:gradFill>
                <a:effectLst>
                  <a:outerShdw blurRad="38100" dist="38100" dir="2700000" algn="tl">
                    <a:srgbClr val="000000">
                      <a:alpha val="43137"/>
                    </a:srgbClr>
                  </a:outerShdw>
                </a:effectLst>
              </a:endParaRPr>
            </a:p>
          </p:txBody>
        </p:sp>
        <p:sp>
          <p:nvSpPr>
            <p:cNvPr id="6" name="Rounded Rectangle 5"/>
            <p:cNvSpPr/>
            <p:nvPr/>
          </p:nvSpPr>
          <p:spPr bwMode="auto">
            <a:xfrm>
              <a:off x="6627948" y="2213610"/>
              <a:ext cx="1965960" cy="920403"/>
            </a:xfrm>
            <a:prstGeom prst="roundRect">
              <a:avLst/>
            </a:prstGeom>
            <a:ln>
              <a:headEnd type="none" w="med" len="med"/>
              <a:tailEnd type="none" w="med" len="med"/>
            </a:ln>
          </p:spPr>
          <p:style>
            <a:lnRef idx="1">
              <a:schemeClr val="accent6"/>
            </a:lnRef>
            <a:fillRef idx="3">
              <a:schemeClr val="accent6"/>
            </a:fillRef>
            <a:effectRef idx="2">
              <a:schemeClr val="accent6"/>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rPr>
                <a:t>Consent UI (consent.live.com)</a:t>
              </a:r>
              <a:endParaRPr lang="en-US" sz="1600" dirty="0">
                <a:solidFill>
                  <a:srgbClr val="FFFFFF"/>
                </a:solidFill>
              </a:endParaRPr>
            </a:p>
          </p:txBody>
        </p:sp>
        <p:sp>
          <p:nvSpPr>
            <p:cNvPr id="25" name="TextBox 24"/>
            <p:cNvSpPr txBox="1"/>
            <p:nvPr/>
          </p:nvSpPr>
          <p:spPr>
            <a:xfrm>
              <a:off x="3714752" y="1798637"/>
              <a:ext cx="5486400" cy="400110"/>
            </a:xfrm>
            <a:prstGeom prst="rect">
              <a:avLst/>
            </a:prstGeom>
            <a:noFill/>
          </p:spPr>
          <p:txBody>
            <a:bodyPr wrap="square" rtlCol="0">
              <a:spAutoFit/>
            </a:bodyPr>
            <a:lstStyle/>
            <a:p>
              <a:r>
                <a:rPr lang="en-US" sz="2000" b="1" dirty="0" smtClean="0">
                  <a:solidFill>
                    <a:schemeClr val="tx2"/>
                  </a:solidFill>
                  <a:effectLst>
                    <a:outerShdw blurRad="38100" dist="38100" dir="2700000" algn="tl">
                      <a:srgbClr val="000000">
                        <a:alpha val="43137"/>
                      </a:srgbClr>
                    </a:outerShdw>
                  </a:effectLst>
                </a:rPr>
                <a:t>“Granting Consent” phase </a:t>
              </a:r>
              <a:r>
                <a:rPr lang="en-US" sz="2000" b="1" dirty="0" smtClean="0">
                  <a:gradFill>
                    <a:gsLst>
                      <a:gs pos="36000">
                        <a:schemeClr val="tx1"/>
                      </a:gs>
                      <a:gs pos="86000">
                        <a:schemeClr val="tx1"/>
                      </a:gs>
                    </a:gsLst>
                    <a:lin ang="5400000" scaled="0"/>
                  </a:gradFill>
                  <a:effectLst>
                    <a:outerShdw blurRad="38100" dist="38100" dir="2700000" algn="tl">
                      <a:srgbClr val="000000">
                        <a:alpha val="43137"/>
                      </a:srgbClr>
                    </a:outerShdw>
                  </a:effectLst>
                </a:rPr>
                <a:t>(</a:t>
              </a:r>
              <a:r>
                <a:rPr lang="en-US" sz="1600" b="1" dirty="0" smtClean="0">
                  <a:gradFill>
                    <a:gsLst>
                      <a:gs pos="36000">
                        <a:schemeClr val="tx1"/>
                      </a:gs>
                      <a:gs pos="86000">
                        <a:schemeClr val="tx1"/>
                      </a:gs>
                    </a:gsLst>
                    <a:lin ang="5400000" scaled="0"/>
                  </a:gradFill>
                  <a:effectLst>
                    <a:outerShdw blurRad="38100" dist="38100" dir="2700000" algn="tl">
                      <a:srgbClr val="000000">
                        <a:alpha val="43137"/>
                      </a:srgbClr>
                    </a:outerShdw>
                  </a:effectLst>
                </a:rPr>
                <a:t>user must be online</a:t>
              </a:r>
              <a:r>
                <a:rPr lang="en-US" sz="2000" b="1" dirty="0" smtClean="0">
                  <a:gradFill>
                    <a:gsLst>
                      <a:gs pos="36000">
                        <a:schemeClr val="tx1"/>
                      </a:gs>
                      <a:gs pos="86000">
                        <a:schemeClr val="tx1"/>
                      </a:gs>
                    </a:gsLst>
                    <a:lin ang="5400000" scaled="0"/>
                  </a:gradFill>
                  <a:effectLst>
                    <a:outerShdw blurRad="38100" dist="38100" dir="2700000" algn="tl">
                      <a:srgbClr val="000000">
                        <a:alpha val="43137"/>
                      </a:srgbClr>
                    </a:outerShdw>
                  </a:effectLst>
                </a:rPr>
                <a:t>)</a:t>
              </a:r>
            </a:p>
          </p:txBody>
        </p:sp>
      </p:grpSp>
      <p:pic>
        <p:nvPicPr>
          <p:cNvPr id="28" name="Picture 2" descr="C:\Users\alogan\Desktop\Presentation Artwork\Latest DVD\Artwork_Imagery\Icons - Illustrations\_XML ICONS\pc computer desktop.png"/>
          <p:cNvPicPr>
            <a:picLocks noChangeAspect="1" noChangeArrowheads="1"/>
          </p:cNvPicPr>
          <p:nvPr/>
        </p:nvPicPr>
        <p:blipFill>
          <a:blip r:embed="rId3" cstate="print"/>
          <a:srcRect/>
          <a:stretch>
            <a:fillRect/>
          </a:stretch>
        </p:blipFill>
        <p:spPr bwMode="auto">
          <a:xfrm>
            <a:off x="543560" y="2355850"/>
            <a:ext cx="1293887" cy="1290986"/>
          </a:xfrm>
          <a:prstGeom prst="rect">
            <a:avLst/>
          </a:prstGeom>
          <a:noFill/>
        </p:spPr>
      </p:pic>
      <p:sp>
        <p:nvSpPr>
          <p:cNvPr id="30" name="TextBox 29"/>
          <p:cNvSpPr txBox="1"/>
          <p:nvPr/>
        </p:nvSpPr>
        <p:spPr>
          <a:xfrm>
            <a:off x="543559" y="1726153"/>
            <a:ext cx="1358425" cy="646986"/>
          </a:xfrm>
          <a:prstGeom prst="roundRect">
            <a:avLst/>
          </a:prstGeom>
          <a:ln/>
        </p:spPr>
        <p:style>
          <a:lnRef idx="1">
            <a:schemeClr val="accent2"/>
          </a:lnRef>
          <a:fillRef idx="3">
            <a:schemeClr val="accent2"/>
          </a:fillRef>
          <a:effectRef idx="2">
            <a:schemeClr val="accent2"/>
          </a:effectRef>
          <a:fontRef idx="minor">
            <a:schemeClr val="lt1"/>
          </a:fontRef>
        </p:style>
        <p:txBody>
          <a:bodyPr wrap="square" rtlCol="0">
            <a:spAutoFit/>
          </a:bodyPr>
          <a:lstStyle/>
          <a:p>
            <a:pPr algn="ctr"/>
            <a:r>
              <a:rPr lang="en-US" sz="1600" dirty="0" smtClean="0">
                <a:solidFill>
                  <a:srgbClr val="FFFFFF"/>
                </a:solidFill>
              </a:rPr>
              <a:t>End User w/ browser</a:t>
            </a:r>
          </a:p>
        </p:txBody>
      </p:sp>
      <p:cxnSp>
        <p:nvCxnSpPr>
          <p:cNvPr id="32" name="Shape 31"/>
          <p:cNvCxnSpPr>
            <a:stCxn id="28" idx="2"/>
          </p:cNvCxnSpPr>
          <p:nvPr/>
        </p:nvCxnSpPr>
        <p:spPr>
          <a:xfrm rot="16200000" flipH="1">
            <a:off x="1509350" y="3327990"/>
            <a:ext cx="274924" cy="912616"/>
          </a:xfrm>
          <a:prstGeom prst="bentConnector2">
            <a:avLst/>
          </a:prstGeom>
          <a:ln w="38100">
            <a:solidFill>
              <a:schemeClr val="accent3"/>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211015" y="3901841"/>
            <a:ext cx="2110153" cy="2966966"/>
          </a:xfrm>
          <a:prstGeom prst="rect">
            <a:avLst/>
          </a:prstGeom>
          <a:noFill/>
        </p:spPr>
        <p:txBody>
          <a:bodyPr wrap="square" rtlCol="0">
            <a:spAutoFit/>
          </a:bodyPr>
          <a:lstStyle/>
          <a:p>
            <a:r>
              <a:rPr lang="en-US" sz="1400" b="1" dirty="0" smtClean="0">
                <a:solidFill>
                  <a:schemeClr val="accent3"/>
                </a:solidFill>
              </a:rPr>
              <a:t>Integration Steps:</a:t>
            </a:r>
          </a:p>
          <a:p>
            <a:pPr marL="342900" indent="-342900">
              <a:lnSpc>
                <a:spcPct val="120000"/>
              </a:lnSpc>
            </a:pPr>
            <a:r>
              <a:rPr lang="en-US" sz="1200" dirty="0" smtClean="0"/>
              <a:t>1. Register </a:t>
            </a:r>
            <a:r>
              <a:rPr lang="en-US" sz="1200" dirty="0" err="1" smtClean="0"/>
              <a:t>AppID</a:t>
            </a:r>
            <a:endParaRPr lang="en-US" sz="1200" dirty="0" smtClean="0"/>
          </a:p>
          <a:p>
            <a:pPr>
              <a:lnSpc>
                <a:spcPct val="120000"/>
              </a:lnSpc>
            </a:pPr>
            <a:r>
              <a:rPr lang="en-US" sz="1200" dirty="0" smtClean="0"/>
              <a:t>2. Get </a:t>
            </a:r>
            <a:r>
              <a:rPr lang="en-US" sz="1200" dirty="0" err="1" smtClean="0"/>
              <a:t>DelAuth</a:t>
            </a:r>
            <a:r>
              <a:rPr lang="en-US" sz="1200" dirty="0" smtClean="0"/>
              <a:t> library </a:t>
            </a:r>
            <a:br>
              <a:rPr lang="en-US" sz="1200" dirty="0" smtClean="0"/>
            </a:br>
            <a:r>
              <a:rPr lang="en-US" sz="1200" dirty="0" smtClean="0"/>
              <a:t>module from SDK</a:t>
            </a:r>
          </a:p>
          <a:p>
            <a:pPr>
              <a:lnSpc>
                <a:spcPct val="120000"/>
              </a:lnSpc>
            </a:pPr>
            <a:r>
              <a:rPr lang="en-US" sz="1200" dirty="0" smtClean="0"/>
              <a:t>3. Create consent </a:t>
            </a:r>
            <a:br>
              <a:rPr lang="en-US" sz="1200" dirty="0" smtClean="0"/>
            </a:br>
            <a:r>
              <a:rPr lang="en-US" sz="1200" dirty="0" smtClean="0"/>
              <a:t>request URL link</a:t>
            </a:r>
          </a:p>
          <a:p>
            <a:pPr>
              <a:lnSpc>
                <a:spcPct val="120000"/>
              </a:lnSpc>
            </a:pPr>
            <a:r>
              <a:rPr lang="en-US" sz="1200" dirty="0" smtClean="0"/>
              <a:t>4. Create auth </a:t>
            </a:r>
            <a:br>
              <a:rPr lang="en-US" sz="1200" dirty="0" smtClean="0"/>
            </a:br>
            <a:r>
              <a:rPr lang="en-US" sz="1200" dirty="0" smtClean="0"/>
              <a:t>callback handler page</a:t>
            </a:r>
          </a:p>
          <a:p>
            <a:pPr>
              <a:lnSpc>
                <a:spcPct val="120000"/>
              </a:lnSpc>
            </a:pPr>
            <a:r>
              <a:rPr lang="en-US" sz="1200" dirty="0" smtClean="0"/>
              <a:t>5. Create store for consent tokens (optional)</a:t>
            </a:r>
          </a:p>
          <a:p>
            <a:pPr>
              <a:lnSpc>
                <a:spcPct val="120000"/>
              </a:lnSpc>
            </a:pPr>
            <a:r>
              <a:rPr lang="en-US" sz="1200" dirty="0" smtClean="0"/>
              <a:t>6. Send RP data </a:t>
            </a:r>
            <a:br>
              <a:rPr lang="en-US" sz="1200" dirty="0" smtClean="0"/>
            </a:br>
            <a:r>
              <a:rPr lang="en-US" sz="1200" dirty="0" smtClean="0"/>
              <a:t>request and process reply</a:t>
            </a:r>
          </a:p>
          <a:p>
            <a:pPr marL="342900" indent="-342900">
              <a:lnSpc>
                <a:spcPct val="120000"/>
              </a:lnSpc>
            </a:pPr>
            <a:r>
              <a:rPr lang="en-US" sz="1200" dirty="0" smtClean="0"/>
              <a:t>7. Test &amp; deploy!</a:t>
            </a:r>
            <a:endParaRPr lang="en-US" sz="1200" dirty="0"/>
          </a:p>
        </p:txBody>
      </p:sp>
      <p:sp>
        <p:nvSpPr>
          <p:cNvPr id="29" name="Rectangle 28"/>
          <p:cNvSpPr/>
          <p:nvPr/>
        </p:nvSpPr>
        <p:spPr>
          <a:xfrm>
            <a:off x="0" y="1336733"/>
            <a:ext cx="9143999" cy="338554"/>
          </a:xfrm>
          <a:prstGeom prst="rect">
            <a:avLst/>
          </a:prstGeom>
        </p:spPr>
        <p:txBody>
          <a:bodyPr wrap="square">
            <a:spAutoFit/>
          </a:bodyPr>
          <a:lstStyle/>
          <a:p>
            <a:pPr algn="ctr"/>
            <a:r>
              <a:rPr lang="en-US" sz="1600" dirty="0" smtClean="0"/>
              <a:t>Windows Live ID Delegated Authentication SDK  Docs </a:t>
            </a:r>
            <a:r>
              <a:rPr lang="en-US" sz="1600" dirty="0" smtClean="0">
                <a:hlinkClick r:id="rId4"/>
              </a:rPr>
              <a:t>http://go.microsoft.com/fwlink/?LinkID=107420</a:t>
            </a:r>
            <a:r>
              <a:rPr lang="en-US" sz="1600" dirty="0" smtClean="0"/>
              <a:t> </a:t>
            </a:r>
            <a:endParaRPr lang="en-US" sz="16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left)">
                                      <p:cBhvr>
                                        <p:cTn id="10" dur="500"/>
                                        <p:tgtEl>
                                          <p:spTgt spid="9"/>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wipe(left)">
                                      <p:cBhvr>
                                        <p:cTn id="13" dur="500"/>
                                        <p:tgtEl>
                                          <p:spTgt spid="1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2"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wipe(right)">
                                      <p:cBhvr>
                                        <p:cTn id="18" dur="500"/>
                                        <p:tgtEl>
                                          <p:spTgt spid="10"/>
                                        </p:tgtEl>
                                      </p:cBhvr>
                                    </p:animEffect>
                                  </p:childTnLst>
                                </p:cTn>
                              </p:par>
                              <p:par>
                                <p:cTn id="19" presetID="22" presetClass="entr" presetSubtype="2"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wipe(right)">
                                      <p:cBhvr>
                                        <p:cTn id="21" dur="500"/>
                                        <p:tgtEl>
                                          <p:spTgt spid="19"/>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34"/>
                                        </p:tgtEl>
                                        <p:attrNameLst>
                                          <p:attrName>style.visibility</p:attrName>
                                        </p:attrNameLst>
                                      </p:cBhvr>
                                      <p:to>
                                        <p:strVal val="visible"/>
                                      </p:to>
                                    </p:set>
                                  </p:childTnLst>
                                </p:cTn>
                              </p:par>
                            </p:childTnLst>
                          </p:cTn>
                        </p:par>
                        <p:par>
                          <p:cTn id="26" fill="hold">
                            <p:stCondLst>
                              <p:cond delay="0"/>
                            </p:stCondLst>
                            <p:childTnLst>
                              <p:par>
                                <p:cTn id="27" presetID="22" presetClass="entr" presetSubtype="8" fill="hold" grpId="0" nodeType="after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wipe(left)">
                                      <p:cBhvr>
                                        <p:cTn id="29" dur="500"/>
                                        <p:tgtEl>
                                          <p:spTgt spid="13"/>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wipe(left)">
                                      <p:cBhvr>
                                        <p:cTn id="32" dur="500"/>
                                        <p:tgtEl>
                                          <p:spTgt spid="2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wipe(right)">
                                      <p:cBhvr>
                                        <p:cTn id="37" dur="500"/>
                                        <p:tgtEl>
                                          <p:spTgt spid="14"/>
                                        </p:tgtEl>
                                      </p:cBhvr>
                                    </p:animEffect>
                                  </p:childTnLst>
                                </p:cTn>
                              </p:par>
                              <p:par>
                                <p:cTn id="38" presetID="22" presetClass="entr" presetSubtype="2" fill="hold" grpId="0"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wipe(right)">
                                      <p:cBhvr>
                                        <p:cTn id="40" dur="500"/>
                                        <p:tgtEl>
                                          <p:spTgt spid="23"/>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childTnLst>
                          </p:cTn>
                        </p:par>
                        <p:par>
                          <p:cTn id="45" fill="hold">
                            <p:stCondLst>
                              <p:cond delay="0"/>
                            </p:stCondLst>
                            <p:childTnLst>
                              <p:par>
                                <p:cTn id="46" presetID="22" presetClass="entr" presetSubtype="8" fill="hold" grpId="0" nodeType="after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wipe(left)">
                                      <p:cBhvr>
                                        <p:cTn id="48" dur="500"/>
                                        <p:tgtEl>
                                          <p:spTgt spid="11"/>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wipe(left)">
                                      <p:cBhvr>
                                        <p:cTn id="51" dur="500"/>
                                        <p:tgtEl>
                                          <p:spTgt spid="20"/>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2" fill="hold" grpId="0" nodeType="click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wipe(right)">
                                      <p:cBhvr>
                                        <p:cTn id="56" dur="500"/>
                                        <p:tgtEl>
                                          <p:spTgt spid="12"/>
                                        </p:tgtEl>
                                      </p:cBhvr>
                                    </p:animEffect>
                                  </p:childTnLst>
                                </p:cTn>
                              </p:par>
                              <p:par>
                                <p:cTn id="57" presetID="22" presetClass="entr" presetSubtype="2"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wipe(right)">
                                      <p:cBhvr>
                                        <p:cTn id="59" dur="5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37"/>
                                        </p:tgtEl>
                                        <p:attrNameLst>
                                          <p:attrName>style.visibility</p:attrName>
                                        </p:attrNameLst>
                                      </p:cBhvr>
                                      <p:to>
                                        <p:strVal val="visible"/>
                                      </p:to>
                                    </p:set>
                                  </p:childTnLst>
                                </p:cTn>
                              </p:par>
                            </p:childTnLst>
                          </p:cTn>
                        </p:par>
                        <p:par>
                          <p:cTn id="64" fill="hold">
                            <p:stCondLst>
                              <p:cond delay="0"/>
                            </p:stCondLst>
                            <p:childTnLst>
                              <p:par>
                                <p:cTn id="65" presetID="1" presetClass="entr" presetSubtype="0" fill="hold" grpId="0" nodeType="afterEffect">
                                  <p:stCondLst>
                                    <p:cond delay="0"/>
                                  </p:stCondLst>
                                  <p:childTnLst>
                                    <p:set>
                                      <p:cBhvr>
                                        <p:cTn id="6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1" grpId="0" animBg="1"/>
      <p:bldP spid="12" grpId="0" animBg="1"/>
      <p:bldP spid="13" grpId="0" animBg="1"/>
      <p:bldP spid="14" grpId="0" animBg="1"/>
      <p:bldP spid="18" grpId="0"/>
      <p:bldP spid="19" grpId="0"/>
      <p:bldP spid="20" grpId="0"/>
      <p:bldP spid="21" grpId="0"/>
      <p:bldP spid="22" grpId="0"/>
      <p:bldP spid="23" grpId="0"/>
      <p:bldP spid="37" grpId="0"/>
      <p:bldP spid="2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Requesting Delegated Auth Consent</a:t>
            </a:r>
            <a:endParaRPr lang="en-US" dirty="0"/>
          </a:p>
        </p:txBody>
      </p:sp>
      <p:sp>
        <p:nvSpPr>
          <p:cNvPr id="6" name="Text Placeholder 5"/>
          <p:cNvSpPr>
            <a:spLocks noGrp="1"/>
          </p:cNvSpPr>
          <p:nvPr>
            <p:ph type="body" sz="quarter" idx="10"/>
          </p:nvPr>
        </p:nvSpPr>
        <p:spPr>
          <a:xfrm>
            <a:off x="576072" y="1996750"/>
            <a:ext cx="8001000" cy="3772315"/>
          </a:xfrm>
        </p:spPr>
        <p:txBody>
          <a:bodyPr/>
          <a:lstStyle/>
          <a:p>
            <a:r>
              <a:rPr lang="en-US" dirty="0" smtClean="0"/>
              <a:t>https://consent.live.com/delegation.aspx</a:t>
            </a:r>
          </a:p>
          <a:p>
            <a:pPr lvl="1"/>
            <a:r>
              <a:rPr lang="en-US" dirty="0" smtClean="0"/>
              <a:t>?</a:t>
            </a:r>
            <a:r>
              <a:rPr lang="en-US" sz="2800" dirty="0" err="1" smtClean="0">
                <a:solidFill>
                  <a:schemeClr val="accent6"/>
                </a:solidFill>
              </a:rPr>
              <a:t>ru</a:t>
            </a:r>
            <a:r>
              <a:rPr lang="en-US" dirty="0" smtClean="0">
                <a:solidFill>
                  <a:schemeClr val="accent6"/>
                </a:solidFill>
              </a:rPr>
              <a:t>=</a:t>
            </a:r>
            <a:r>
              <a:rPr lang="en-US" sz="2000" dirty="0" smtClean="0"/>
              <a:t>http://mydomain.myapp.com/ReturnURL.aspx</a:t>
            </a:r>
            <a:endParaRPr lang="en-US" dirty="0" smtClean="0"/>
          </a:p>
          <a:p>
            <a:pPr lvl="1"/>
            <a:r>
              <a:rPr lang="en-US" dirty="0" smtClean="0"/>
              <a:t>&amp;</a:t>
            </a:r>
            <a:r>
              <a:rPr lang="en-US" sz="2800" dirty="0" err="1" smtClean="0">
                <a:solidFill>
                  <a:schemeClr val="accent6"/>
                </a:solidFill>
              </a:rPr>
              <a:t>ps</a:t>
            </a:r>
            <a:r>
              <a:rPr lang="en-US" dirty="0" smtClean="0">
                <a:solidFill>
                  <a:schemeClr val="accent6"/>
                </a:solidFill>
              </a:rPr>
              <a:t>=</a:t>
            </a:r>
            <a:r>
              <a:rPr lang="en-US" dirty="0" err="1" smtClean="0">
                <a:solidFill>
                  <a:schemeClr val="accent5"/>
                </a:solidFill>
              </a:rPr>
              <a:t>Contacts.View,Contacts.Update</a:t>
            </a:r>
            <a:endParaRPr lang="en-US" dirty="0" smtClean="0">
              <a:solidFill>
                <a:schemeClr val="accent5"/>
              </a:solidFill>
            </a:endParaRPr>
          </a:p>
          <a:p>
            <a:pPr lvl="1"/>
            <a:r>
              <a:rPr lang="en-US" dirty="0" smtClean="0"/>
              <a:t>&amp;</a:t>
            </a:r>
            <a:r>
              <a:rPr lang="en-US" sz="2800" dirty="0" smtClean="0">
                <a:solidFill>
                  <a:schemeClr val="accent6"/>
                </a:solidFill>
              </a:rPr>
              <a:t>pl</a:t>
            </a:r>
            <a:r>
              <a:rPr lang="en-US" dirty="0" smtClean="0">
                <a:solidFill>
                  <a:schemeClr val="accent6"/>
                </a:solidFill>
              </a:rPr>
              <a:t>=</a:t>
            </a:r>
            <a:r>
              <a:rPr lang="en-US" sz="2000" dirty="0" smtClean="0"/>
              <a:t>http://mydomain.myapp.com/PrivacyPolicy.htm</a:t>
            </a:r>
            <a:endParaRPr lang="en-US" dirty="0" smtClean="0"/>
          </a:p>
          <a:p>
            <a:pPr lvl="1"/>
            <a:r>
              <a:rPr lang="en-US" dirty="0" smtClean="0"/>
              <a:t>&amp;</a:t>
            </a:r>
            <a:r>
              <a:rPr lang="en-US" sz="2800" dirty="0" err="1" smtClean="0">
                <a:solidFill>
                  <a:schemeClr val="accent6"/>
                </a:solidFill>
              </a:rPr>
              <a:t>ttype</a:t>
            </a:r>
            <a:r>
              <a:rPr lang="en-US" dirty="0" smtClean="0">
                <a:solidFill>
                  <a:schemeClr val="accent6"/>
                </a:solidFill>
              </a:rPr>
              <a:t>=</a:t>
            </a:r>
            <a:r>
              <a:rPr lang="en-US" sz="2000" dirty="0" smtClean="0"/>
              <a:t>1</a:t>
            </a:r>
            <a:endParaRPr lang="en-US" dirty="0" smtClean="0"/>
          </a:p>
          <a:p>
            <a:pPr lvl="1"/>
            <a:r>
              <a:rPr lang="en-US" dirty="0" smtClean="0"/>
              <a:t>&amp;</a:t>
            </a:r>
            <a:r>
              <a:rPr lang="en-US" sz="2800" dirty="0" err="1" smtClean="0">
                <a:solidFill>
                  <a:schemeClr val="accent6"/>
                </a:solidFill>
              </a:rPr>
              <a:t>mkt</a:t>
            </a:r>
            <a:r>
              <a:rPr lang="en-US" dirty="0" smtClean="0">
                <a:solidFill>
                  <a:schemeClr val="accent6"/>
                </a:solidFill>
              </a:rPr>
              <a:t>=</a:t>
            </a:r>
            <a:r>
              <a:rPr lang="en-US" dirty="0" smtClean="0"/>
              <a:t>en-US</a:t>
            </a:r>
          </a:p>
          <a:p>
            <a:pPr lvl="1"/>
            <a:r>
              <a:rPr lang="en-US" dirty="0" smtClean="0"/>
              <a:t>&amp;</a:t>
            </a:r>
            <a:r>
              <a:rPr lang="en-US" sz="2800" dirty="0" smtClean="0">
                <a:solidFill>
                  <a:schemeClr val="accent6"/>
                </a:solidFill>
              </a:rPr>
              <a:t>app</a:t>
            </a:r>
            <a:r>
              <a:rPr lang="en-US" dirty="0" smtClean="0">
                <a:solidFill>
                  <a:schemeClr val="accent6"/>
                </a:solidFill>
              </a:rPr>
              <a:t>=</a:t>
            </a:r>
            <a:r>
              <a:rPr lang="en-US" sz="2000" dirty="0" smtClean="0">
                <a:solidFill>
                  <a:schemeClr val="accent5"/>
                </a:solidFill>
              </a:rPr>
              <a:t>appid</a:t>
            </a:r>
            <a:r>
              <a:rPr lang="en-US" sz="2000" dirty="0" smtClean="0"/>
              <a:t>%3d10000%26</a:t>
            </a:r>
            <a:r>
              <a:rPr lang="en-US" sz="2000" dirty="0" smtClean="0">
                <a:solidFill>
                  <a:schemeClr val="accent5"/>
                </a:solidFill>
              </a:rPr>
              <a:t>ts</a:t>
            </a:r>
            <a:r>
              <a:rPr lang="en-US" sz="2000" dirty="0" smtClean="0"/>
              <a:t>%3d1193445084%26</a:t>
            </a:r>
            <a:r>
              <a:rPr lang="en-US" sz="2000" dirty="0" smtClean="0">
                <a:solidFill>
                  <a:schemeClr val="accent5"/>
                </a:solidFill>
              </a:rPr>
              <a:t>ip</a:t>
            </a:r>
            <a:r>
              <a:rPr lang="en-US" sz="2000" dirty="0" smtClean="0"/>
              <a:t>%3d157.56.190.178%26</a:t>
            </a:r>
            <a:r>
              <a:rPr lang="en-US" sz="2000" dirty="0" smtClean="0">
                <a:solidFill>
                  <a:schemeClr val="accent5"/>
                </a:solidFill>
              </a:rPr>
              <a:t>sig</a:t>
            </a:r>
            <a:r>
              <a:rPr lang="en-US" sz="2000" dirty="0" smtClean="0"/>
              <a:t>%3d7HgcsIEheEVO30BuPAEJhJeB8Pz0xHBV%252f%252bQD27AOdmI%253d</a:t>
            </a:r>
            <a:endParaRPr lang="en-US" dirty="0" smtClean="0"/>
          </a:p>
          <a:p>
            <a:pPr lvl="1"/>
            <a:r>
              <a:rPr lang="en-US" dirty="0" smtClean="0"/>
              <a:t>&amp;</a:t>
            </a:r>
            <a:r>
              <a:rPr lang="en-US" sz="2800" dirty="0" err="1" smtClean="0">
                <a:solidFill>
                  <a:schemeClr val="accent6"/>
                </a:solidFill>
              </a:rPr>
              <a:t>appctx</a:t>
            </a:r>
            <a:r>
              <a:rPr lang="en-US" dirty="0" smtClean="0">
                <a:solidFill>
                  <a:schemeClr val="accent6"/>
                </a:solidFill>
              </a:rPr>
              <a:t>=</a:t>
            </a:r>
            <a:r>
              <a:rPr lang="en-US" sz="2000" b="1" dirty="0" err="1" smtClean="0">
                <a:solidFill>
                  <a:schemeClr val="accent4"/>
                </a:solidFill>
              </a:rPr>
              <a:t>welcomepage</a:t>
            </a:r>
            <a:endParaRPr lang="en-US" dirty="0" smtClean="0"/>
          </a:p>
        </p:txBody>
      </p:sp>
      <p:sp>
        <p:nvSpPr>
          <p:cNvPr id="4" name="TextBox 3"/>
          <p:cNvSpPr txBox="1"/>
          <p:nvPr/>
        </p:nvSpPr>
        <p:spPr>
          <a:xfrm>
            <a:off x="1196878" y="1420813"/>
            <a:ext cx="6750245" cy="461665"/>
          </a:xfrm>
          <a:prstGeom prst="rect">
            <a:avLst/>
          </a:prstGeom>
          <a:noFill/>
        </p:spPr>
        <p:txBody>
          <a:bodyPr wrap="none" rtlCol="0">
            <a:spAutoFit/>
          </a:bodyPr>
          <a:lstStyle/>
          <a:p>
            <a:pPr algn="ctr"/>
            <a:r>
              <a:rPr lang="en-US" sz="2400" dirty="0" smtClean="0">
                <a:solidFill>
                  <a:schemeClr val="accent5"/>
                </a:solidFill>
              </a:rPr>
              <a:t>Don’t panic! The SDK libraries handle all this for you!</a:t>
            </a:r>
            <a:endParaRPr lang="en-US" sz="2400" dirty="0">
              <a:solidFill>
                <a:schemeClr val="accent5"/>
              </a:solidFill>
            </a:endParaRPr>
          </a:p>
        </p:txBody>
      </p:sp>
      <p:sp>
        <p:nvSpPr>
          <p:cNvPr id="7" name="Line Callout 2 (Border and Accent Bar) 6"/>
          <p:cNvSpPr/>
          <p:nvPr/>
        </p:nvSpPr>
        <p:spPr bwMode="auto">
          <a:xfrm>
            <a:off x="3318932" y="3793067"/>
            <a:ext cx="4052712" cy="440266"/>
          </a:xfrm>
          <a:prstGeom prst="accentBorderCallout2">
            <a:avLst>
              <a:gd name="adj1" fmla="val 13622"/>
              <a:gd name="adj2" fmla="val -3041"/>
              <a:gd name="adj3" fmla="val 11058"/>
              <a:gd name="adj4" fmla="val -16667"/>
              <a:gd name="adj5" fmla="val 12499"/>
              <a:gd name="adj6" fmla="val -20992"/>
            </a:avLst>
          </a:prstGeom>
          <a:solidFill>
            <a:schemeClr val="accent2">
              <a:lumMod val="40000"/>
              <a:lumOff val="60000"/>
            </a:schemeClr>
          </a:solidFill>
          <a:ln w="19050">
            <a:solidFill>
              <a:schemeClr val="accent2">
                <a:lumMod val="75000"/>
              </a:schemeClr>
            </a:solidFill>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109728" tIns="54864" rIns="109728" bIns="54864" numCol="1" rtlCol="0" anchor="ctr" anchorCtr="0" compatLnSpc="1">
            <a:prstTxWarp prst="textNoShape">
              <a:avLst/>
            </a:prstTxWarp>
          </a:bodyPr>
          <a:lstStyle/>
          <a:p>
            <a:pPr marL="0" marR="0" indent="0" defTabSz="1096963"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smtClean="0">
                <a:solidFill>
                  <a:schemeClr val="accent2">
                    <a:lumMod val="75000"/>
                  </a:schemeClr>
                </a:solidFill>
                <a:latin typeface="Segoe" pitchFamily="34" charset="0"/>
              </a:rPr>
              <a:t>1=Compact token, 2=SAML token</a:t>
            </a:r>
          </a:p>
        </p:txBody>
      </p:sp>
      <p:grpSp>
        <p:nvGrpSpPr>
          <p:cNvPr id="12" name="Group 11"/>
          <p:cNvGrpSpPr/>
          <p:nvPr/>
        </p:nvGrpSpPr>
        <p:grpSpPr>
          <a:xfrm>
            <a:off x="911284" y="5173284"/>
            <a:ext cx="7623115" cy="1315384"/>
            <a:chOff x="911284" y="5173284"/>
            <a:chExt cx="7623115" cy="1315384"/>
          </a:xfrm>
        </p:grpSpPr>
        <p:sp>
          <p:nvSpPr>
            <p:cNvPr id="9" name="Line Callout 3 (Border and Accent Bar) 8"/>
            <p:cNvSpPr/>
            <p:nvPr/>
          </p:nvSpPr>
          <p:spPr bwMode="auto">
            <a:xfrm>
              <a:off x="5136565" y="5657675"/>
              <a:ext cx="2675346" cy="830993"/>
            </a:xfrm>
            <a:prstGeom prst="accentBorderCallout3">
              <a:avLst>
                <a:gd name="adj1" fmla="val 12081"/>
                <a:gd name="adj2" fmla="val -6884"/>
                <a:gd name="adj3" fmla="val 11873"/>
                <a:gd name="adj4" fmla="val -18407"/>
                <a:gd name="adj5" fmla="val -15650"/>
                <a:gd name="adj6" fmla="val -19893"/>
                <a:gd name="adj7" fmla="val -35343"/>
                <a:gd name="adj8" fmla="val -19431"/>
              </a:avLst>
            </a:prstGeom>
            <a:solidFill>
              <a:schemeClr val="accent2">
                <a:lumMod val="40000"/>
                <a:lumOff val="60000"/>
              </a:schemeClr>
            </a:solidFill>
            <a:ln w="28575">
              <a:solidFill>
                <a:schemeClr val="accent2">
                  <a:lumMod val="75000"/>
                </a:schemeClr>
              </a:solid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spAutoFit/>
            </a:bodyPr>
            <a:lstStyle/>
            <a:p>
              <a:pPr defTabSz="914099" fontAlgn="base">
                <a:spcBef>
                  <a:spcPct val="0"/>
                </a:spcBef>
                <a:spcAft>
                  <a:spcPct val="0"/>
                </a:spcAft>
              </a:pPr>
              <a:r>
                <a:rPr lang="en-US" sz="1600" b="1" dirty="0" smtClean="0">
                  <a:solidFill>
                    <a:schemeClr val="accent2">
                      <a:lumMod val="75000"/>
                    </a:schemeClr>
                  </a:solidFill>
                </a:rPr>
                <a:t>Application Verifier token:</a:t>
              </a:r>
              <a:br>
                <a:rPr lang="en-US" sz="1600" b="1" dirty="0" smtClean="0">
                  <a:solidFill>
                    <a:schemeClr val="accent2">
                      <a:lumMod val="75000"/>
                    </a:schemeClr>
                  </a:solidFill>
                </a:rPr>
              </a:br>
              <a:r>
                <a:rPr lang="en-US" sz="1600" dirty="0" smtClean="0">
                  <a:solidFill>
                    <a:schemeClr val="accent2">
                      <a:lumMod val="75000"/>
                    </a:schemeClr>
                  </a:solidFill>
                </a:rPr>
                <a:t>AppID, Timestamp, Client IP, SHA256 signature</a:t>
              </a:r>
              <a:endParaRPr lang="fr-FR" sz="1400" dirty="0" smtClean="0">
                <a:solidFill>
                  <a:schemeClr val="accent2">
                    <a:lumMod val="50000"/>
                  </a:schemeClr>
                </a:solidFill>
              </a:endParaRPr>
            </a:p>
          </p:txBody>
        </p:sp>
        <p:sp>
          <p:nvSpPr>
            <p:cNvPr id="10" name="Left Bracket 9"/>
            <p:cNvSpPr/>
            <p:nvPr/>
          </p:nvSpPr>
          <p:spPr>
            <a:xfrm rot="16200000" flipV="1">
              <a:off x="4632761" y="1451807"/>
              <a:ext cx="180162" cy="7623115"/>
            </a:xfrm>
            <a:prstGeom prst="leftBracket">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382000" cy="997196"/>
          </a:xfrm>
        </p:spPr>
        <p:txBody>
          <a:bodyPr/>
          <a:lstStyle/>
          <a:p>
            <a:r>
              <a:rPr smtClean="0"/>
              <a:t>DelAuth Consent Token Response </a:t>
            </a:r>
            <a:br>
              <a:rPr smtClean="0"/>
            </a:br>
            <a:r>
              <a:rPr sz="3200" smtClean="0"/>
              <a:t>(URL Decoded)</a:t>
            </a:r>
            <a:endParaRPr lang="en-US" sz="3200" dirty="0"/>
          </a:p>
        </p:txBody>
      </p:sp>
      <p:sp>
        <p:nvSpPr>
          <p:cNvPr id="3" name="Text Placeholder 2"/>
          <p:cNvSpPr>
            <a:spLocks noGrp="1"/>
          </p:cNvSpPr>
          <p:nvPr>
            <p:ph type="body" sz="quarter" idx="10"/>
          </p:nvPr>
        </p:nvSpPr>
        <p:spPr>
          <a:xfrm>
            <a:off x="576072" y="1996750"/>
            <a:ext cx="8001000" cy="1602939"/>
          </a:xfrm>
        </p:spPr>
        <p:txBody>
          <a:bodyPr>
            <a:noAutofit/>
          </a:bodyPr>
          <a:lstStyle/>
          <a:p>
            <a:r>
              <a:rPr lang="en-US" sz="2000" dirty="0" err="1" smtClean="0">
                <a:solidFill>
                  <a:schemeClr val="accent6"/>
                </a:solidFill>
              </a:rPr>
              <a:t>delt</a:t>
            </a:r>
            <a:r>
              <a:rPr lang="en-US" sz="1800" dirty="0" smtClean="0">
                <a:solidFill>
                  <a:schemeClr val="accent6"/>
                </a:solidFill>
              </a:rPr>
              <a:t>=</a:t>
            </a:r>
            <a:r>
              <a:rPr lang="en-US" sz="1800" dirty="0" smtClean="0"/>
              <a:t>EwCoARAnAAAUgxwUrFTrj0j98kTTv4OX%2FOkhSc2AADHt9dXtiWa4afIM1AtKBgDzW2LOYBmExjIAumf%2B33MyPpGSnwrmtOc2aKG0Oz008Jg6a9Ss8a6L4zi8Za9gT85eqqdS0HNJZW9xAUoD2MOqUz7RxqY%2FpNhAWm6ndhFTj9VWWZYi7zIJJU7RgrIXEJrmQsHSKN1%2B2Iot56mknEECA2YAAAi5VYs8bPiGofgAEiVBGu8ve8kv459FJn8ioXFJMR4f5EYNJqxMXG8tZhe87ylkvESebImX%2B4T8EGxxgDBTTHmEnK5PtoxJDTLJCSz4UJwRPAS0KW2H5TIi7Ecu6dZ5FbspeKlPCi7pxjevW1WAHuoJY9oow%2FgUCZhcxCusUg2Cg6LmpSm0KwacVzaXLEOwwpfUXtFSwpPsU8w8G9syt4%2F0k1W4HJmdrqU1xqHO7ZEX3JBWpKBscNbKr5z3qCkO2tpW%2BBjFEgy8w%2Fc5wb66At7V4Vs1ccbiBJ7pC%2F0VjyfzKfBYNP2zniAmepap2jY780q73Czc10w0bfMr54cKMaDrK6kAAA%3D%3D</a:t>
            </a:r>
          </a:p>
          <a:p>
            <a:r>
              <a:rPr lang="en-US" sz="1800" dirty="0" smtClean="0"/>
              <a:t>&amp;</a:t>
            </a:r>
            <a:r>
              <a:rPr lang="en-US" sz="2000" dirty="0" smtClean="0">
                <a:solidFill>
                  <a:schemeClr val="accent6"/>
                </a:solidFill>
              </a:rPr>
              <a:t>exp</a:t>
            </a:r>
            <a:r>
              <a:rPr lang="en-US" sz="1800" dirty="0" smtClean="0">
                <a:solidFill>
                  <a:schemeClr val="accent6"/>
                </a:solidFill>
              </a:rPr>
              <a:t>=</a:t>
            </a:r>
            <a:r>
              <a:rPr lang="en-US" sz="1800" dirty="0" smtClean="0"/>
              <a:t>1196836447</a:t>
            </a:r>
          </a:p>
          <a:p>
            <a:r>
              <a:rPr lang="en-US" sz="1800" dirty="0" smtClean="0"/>
              <a:t>&amp;</a:t>
            </a:r>
            <a:r>
              <a:rPr lang="en-US" sz="2000" dirty="0" err="1" smtClean="0">
                <a:solidFill>
                  <a:schemeClr val="accent6"/>
                </a:solidFill>
              </a:rPr>
              <a:t>reft</a:t>
            </a:r>
            <a:r>
              <a:rPr lang="en-US" sz="1800" dirty="0" smtClean="0">
                <a:solidFill>
                  <a:schemeClr val="accent6"/>
                </a:solidFill>
              </a:rPr>
              <a:t>=</a:t>
            </a:r>
            <a:r>
              <a:rPr lang="en-US" sz="1600" dirty="0" smtClean="0"/>
              <a:t>F7BJdi2ojtPWXv7qVCKrhD0kU35Rf1k4wz0nFxgB33czSkOgk0Ht5n8LGLZW2Mgo06dpFYonRF0e0hasWS91l37cf8sq2NaxyXJASrEdKoYOApPUBI6RqYnDSBgkNqKPQtUbIN%2F%2FXQ%2B7qUnzyWvnSA%3D%3D</a:t>
            </a:r>
            <a:endParaRPr lang="en-US" sz="1800" dirty="0" smtClean="0"/>
          </a:p>
          <a:p>
            <a:r>
              <a:rPr lang="en-US" sz="1800" dirty="0" smtClean="0"/>
              <a:t>&amp;</a:t>
            </a:r>
            <a:r>
              <a:rPr lang="en-US" sz="2000" dirty="0" smtClean="0">
                <a:solidFill>
                  <a:schemeClr val="accent6"/>
                </a:solidFill>
              </a:rPr>
              <a:t>offer</a:t>
            </a:r>
            <a:r>
              <a:rPr lang="en-US" sz="1800" dirty="0" smtClean="0">
                <a:solidFill>
                  <a:schemeClr val="accent6"/>
                </a:solidFill>
              </a:rPr>
              <a:t>=</a:t>
            </a:r>
            <a:r>
              <a:rPr lang="en-US" sz="1800" dirty="0" smtClean="0">
                <a:solidFill>
                  <a:schemeClr val="accent5"/>
                </a:solidFill>
              </a:rPr>
              <a:t>Contacts.View,Contacts.Update</a:t>
            </a:r>
            <a:r>
              <a:rPr lang="en-US" sz="1800" dirty="0" smtClean="0"/>
              <a:t>:1228350847</a:t>
            </a:r>
          </a:p>
          <a:p>
            <a:r>
              <a:rPr lang="en-US" sz="1800" dirty="0" smtClean="0"/>
              <a:t>&amp;</a:t>
            </a:r>
            <a:r>
              <a:rPr lang="en-US" sz="2000" dirty="0" smtClean="0">
                <a:solidFill>
                  <a:schemeClr val="accent6"/>
                </a:solidFill>
              </a:rPr>
              <a:t>sig</a:t>
            </a:r>
            <a:r>
              <a:rPr lang="en-US" sz="1800" dirty="0" smtClean="0">
                <a:solidFill>
                  <a:schemeClr val="accent6"/>
                </a:solidFill>
              </a:rPr>
              <a:t>=</a:t>
            </a:r>
            <a:r>
              <a:rPr lang="en-US" sz="1600" dirty="0" smtClean="0"/>
              <a:t>C1itgV6AL7%2F%2BJFnML1unjGZ6nNNjQsrb8%2BcTtmNAzp8%3D</a:t>
            </a:r>
            <a:endParaRPr lang="en-US" sz="1800" dirty="0" smtClean="0"/>
          </a:p>
          <a:p>
            <a:r>
              <a:rPr lang="en-US" sz="1800" dirty="0" smtClean="0"/>
              <a:t>&amp;</a:t>
            </a:r>
            <a:r>
              <a:rPr lang="en-US" sz="2000" dirty="0" err="1" smtClean="0">
                <a:solidFill>
                  <a:schemeClr val="accent6"/>
                </a:solidFill>
              </a:rPr>
              <a:t>skey</a:t>
            </a:r>
            <a:r>
              <a:rPr lang="en-US" sz="1800" dirty="0" smtClean="0">
                <a:solidFill>
                  <a:schemeClr val="accent6"/>
                </a:solidFill>
              </a:rPr>
              <a:t>=</a:t>
            </a:r>
            <a:r>
              <a:rPr lang="en-US" sz="1800" dirty="0" smtClean="0"/>
              <a:t>iS30MXEnIJj7K6HpwUBrXR5isE9rN9zq</a:t>
            </a:r>
          </a:p>
          <a:p>
            <a:r>
              <a:rPr lang="en-US" sz="1800" dirty="0" smtClean="0"/>
              <a:t>&amp;</a:t>
            </a:r>
            <a:r>
              <a:rPr lang="en-US" sz="2000" dirty="0" smtClean="0">
                <a:solidFill>
                  <a:schemeClr val="accent6"/>
                </a:solidFill>
              </a:rPr>
              <a:t>lid</a:t>
            </a:r>
            <a:r>
              <a:rPr lang="en-US" sz="1800" dirty="0" smtClean="0">
                <a:solidFill>
                  <a:schemeClr val="accent6"/>
                </a:solidFill>
              </a:rPr>
              <a:t>=</a:t>
            </a:r>
            <a:r>
              <a:rPr lang="en-US" sz="1800" dirty="0" smtClean="0"/>
              <a:t>f8eb4468555a951e</a:t>
            </a:r>
          </a:p>
          <a:p>
            <a:endParaRPr lang="en-US" sz="1800" dirty="0"/>
          </a:p>
        </p:txBody>
      </p:sp>
      <p:sp>
        <p:nvSpPr>
          <p:cNvPr id="4" name="TextBox 3"/>
          <p:cNvSpPr txBox="1"/>
          <p:nvPr/>
        </p:nvSpPr>
        <p:spPr>
          <a:xfrm>
            <a:off x="1196878" y="1420813"/>
            <a:ext cx="6750245" cy="461665"/>
          </a:xfrm>
          <a:prstGeom prst="rect">
            <a:avLst/>
          </a:prstGeom>
          <a:noFill/>
        </p:spPr>
        <p:txBody>
          <a:bodyPr wrap="none" rtlCol="0">
            <a:spAutoFit/>
          </a:bodyPr>
          <a:lstStyle/>
          <a:p>
            <a:pPr algn="ctr"/>
            <a:r>
              <a:rPr lang="en-US" sz="2400" dirty="0" smtClean="0">
                <a:solidFill>
                  <a:schemeClr val="accent5"/>
                </a:solidFill>
              </a:rPr>
              <a:t>Don’t panic! The SDK libraries handle all this for you!</a:t>
            </a:r>
            <a:endParaRPr lang="en-US" sz="2400" dirty="0">
              <a:solidFill>
                <a:schemeClr val="accent5"/>
              </a:solidFill>
            </a:endParaRPr>
          </a:p>
        </p:txBody>
      </p:sp>
    </p:spTree>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382000" cy="1107996"/>
          </a:xfrm>
        </p:spPr>
        <p:txBody>
          <a:bodyPr/>
          <a:lstStyle/>
          <a:p>
            <a:r>
              <a:rPr sz="4400" smtClean="0"/>
              <a:t>Delegated Auth Consent Refresh </a:t>
            </a:r>
            <a:br>
              <a:rPr sz="4400" smtClean="0"/>
            </a:br>
            <a:r>
              <a:rPr sz="3600" smtClean="0"/>
              <a:t>Request</a:t>
            </a:r>
            <a:endParaRPr lang="en-US" sz="3600" dirty="0"/>
          </a:p>
        </p:txBody>
      </p:sp>
      <p:sp>
        <p:nvSpPr>
          <p:cNvPr id="3" name="Text Placeholder 2"/>
          <p:cNvSpPr>
            <a:spLocks noGrp="1"/>
          </p:cNvSpPr>
          <p:nvPr>
            <p:ph type="body" sz="quarter" idx="10"/>
          </p:nvPr>
        </p:nvSpPr>
        <p:spPr>
          <a:xfrm>
            <a:off x="576072" y="1996750"/>
            <a:ext cx="8010880" cy="1602939"/>
          </a:xfrm>
        </p:spPr>
        <p:txBody>
          <a:bodyPr/>
          <a:lstStyle/>
          <a:p>
            <a:r>
              <a:rPr lang="en-US" dirty="0" smtClean="0"/>
              <a:t>http://consent.live.com/RefreshToken.aspx</a:t>
            </a:r>
          </a:p>
          <a:p>
            <a:pPr lvl="1"/>
            <a:r>
              <a:rPr lang="en-US" dirty="0" smtClean="0"/>
              <a:t>?</a:t>
            </a:r>
            <a:r>
              <a:rPr lang="en-US" sz="2800" dirty="0" err="1" smtClean="0">
                <a:solidFill>
                  <a:schemeClr val="accent6"/>
                </a:solidFill>
              </a:rPr>
              <a:t>ru</a:t>
            </a:r>
            <a:r>
              <a:rPr lang="en-US" dirty="0" smtClean="0">
                <a:solidFill>
                  <a:schemeClr val="accent6"/>
                </a:solidFill>
              </a:rPr>
              <a:t>=</a:t>
            </a:r>
            <a:r>
              <a:rPr lang="en-US" dirty="0" smtClean="0"/>
              <a:t>http://mydomain.myapp.com/ReturnURL.aspx</a:t>
            </a:r>
          </a:p>
          <a:p>
            <a:pPr lvl="1"/>
            <a:r>
              <a:rPr lang="en-US" dirty="0" smtClean="0"/>
              <a:t>&amp;</a:t>
            </a:r>
            <a:r>
              <a:rPr lang="en-US" sz="2800" dirty="0" err="1" smtClean="0">
                <a:solidFill>
                  <a:schemeClr val="accent6"/>
                </a:solidFill>
              </a:rPr>
              <a:t>ps</a:t>
            </a:r>
            <a:r>
              <a:rPr lang="en-US" dirty="0" smtClean="0">
                <a:solidFill>
                  <a:schemeClr val="accent6"/>
                </a:solidFill>
              </a:rPr>
              <a:t>=</a:t>
            </a:r>
            <a:r>
              <a:rPr lang="en-US" dirty="0" err="1" smtClean="0">
                <a:solidFill>
                  <a:schemeClr val="accent5"/>
                </a:solidFill>
              </a:rPr>
              <a:t>Contacts.View,Contacts.Update</a:t>
            </a:r>
            <a:endParaRPr lang="en-US" dirty="0" smtClean="0">
              <a:solidFill>
                <a:schemeClr val="accent5"/>
              </a:solidFill>
            </a:endParaRPr>
          </a:p>
          <a:p>
            <a:pPr lvl="1"/>
            <a:r>
              <a:rPr lang="en-US" dirty="0" smtClean="0"/>
              <a:t>&amp;</a:t>
            </a:r>
            <a:r>
              <a:rPr lang="en-US" sz="2800" dirty="0" err="1" smtClean="0">
                <a:solidFill>
                  <a:schemeClr val="accent6"/>
                </a:solidFill>
              </a:rPr>
              <a:t>reft</a:t>
            </a:r>
            <a:r>
              <a:rPr lang="en-US" dirty="0" smtClean="0">
                <a:solidFill>
                  <a:schemeClr val="accent6"/>
                </a:solidFill>
              </a:rPr>
              <a:t>=</a:t>
            </a:r>
            <a:r>
              <a:rPr lang="en-US" dirty="0" smtClean="0"/>
              <a:t>F7BJdi2ojtPWXv7qVCKrhD0kU35Rf1k4wz0nFxgB33czSkOgk0Ht5n8LGLZW2Mgo06dpFYonRF0e0hasWS91l37cf8sq2NaxyXJASrEdKoYOApPUBI6RqYnDSBgkNqKPQtUbIN%252F%252FXQ%252B7qUnzyWvnSA%253D%253D</a:t>
            </a:r>
          </a:p>
          <a:p>
            <a:pPr lvl="1"/>
            <a:r>
              <a:rPr lang="en-US" dirty="0" smtClean="0"/>
              <a:t>&amp;</a:t>
            </a:r>
            <a:r>
              <a:rPr lang="en-US" sz="2800" dirty="0" smtClean="0">
                <a:solidFill>
                  <a:schemeClr val="accent6"/>
                </a:solidFill>
              </a:rPr>
              <a:t>app</a:t>
            </a:r>
            <a:r>
              <a:rPr lang="en-US" dirty="0" smtClean="0">
                <a:solidFill>
                  <a:schemeClr val="accent6"/>
                </a:solidFill>
              </a:rPr>
              <a:t>=</a:t>
            </a:r>
            <a:r>
              <a:rPr lang="en-US" dirty="0" smtClean="0">
                <a:solidFill>
                  <a:schemeClr val="accent5"/>
                </a:solidFill>
              </a:rPr>
              <a:t>appid</a:t>
            </a:r>
            <a:r>
              <a:rPr lang="en-US" dirty="0" smtClean="0"/>
              <a:t>%3d10000%26</a:t>
            </a:r>
            <a:r>
              <a:rPr lang="en-US" dirty="0" smtClean="0">
                <a:solidFill>
                  <a:schemeClr val="accent5"/>
                </a:solidFill>
              </a:rPr>
              <a:t>ts</a:t>
            </a:r>
            <a:r>
              <a:rPr lang="en-US" dirty="0" smtClean="0"/>
              <a:t>%3d1193445084%26</a:t>
            </a:r>
            <a:r>
              <a:rPr lang="en-US" dirty="0" smtClean="0">
                <a:solidFill>
                  <a:schemeClr val="accent5"/>
                </a:solidFill>
              </a:rPr>
              <a:t>ip</a:t>
            </a:r>
            <a:r>
              <a:rPr lang="en-US" dirty="0" smtClean="0"/>
              <a:t>%3d157.56.190.178%26</a:t>
            </a:r>
            <a:r>
              <a:rPr lang="en-US" dirty="0" smtClean="0">
                <a:solidFill>
                  <a:schemeClr val="accent5"/>
                </a:solidFill>
              </a:rPr>
              <a:t>sig</a:t>
            </a:r>
            <a:r>
              <a:rPr lang="en-US" dirty="0" smtClean="0"/>
              <a:t>%3d7HgcsIEheEVO30BuPAEJhJeB8Pz0xHBV%252f%252bQD27AOdmI%253d</a:t>
            </a:r>
            <a:endParaRPr lang="en-US" dirty="0">
              <a:solidFill>
                <a:schemeClr val="accent6"/>
              </a:solidFill>
            </a:endParaRPr>
          </a:p>
        </p:txBody>
      </p:sp>
      <p:sp>
        <p:nvSpPr>
          <p:cNvPr id="4" name="TextBox 3"/>
          <p:cNvSpPr txBox="1"/>
          <p:nvPr/>
        </p:nvSpPr>
        <p:spPr>
          <a:xfrm>
            <a:off x="1196878" y="1420813"/>
            <a:ext cx="6750245" cy="461665"/>
          </a:xfrm>
          <a:prstGeom prst="rect">
            <a:avLst/>
          </a:prstGeom>
          <a:noFill/>
        </p:spPr>
        <p:txBody>
          <a:bodyPr wrap="none" rtlCol="0">
            <a:spAutoFit/>
          </a:bodyPr>
          <a:lstStyle/>
          <a:p>
            <a:pPr algn="ctr"/>
            <a:r>
              <a:rPr lang="en-US" sz="2400" dirty="0" smtClean="0">
                <a:solidFill>
                  <a:schemeClr val="accent5"/>
                </a:solidFill>
              </a:rPr>
              <a:t>Don’t panic! The SDK libraries handle all this for you!</a:t>
            </a:r>
            <a:endParaRPr lang="en-US" sz="2400" dirty="0">
              <a:solidFill>
                <a:schemeClr val="accent5"/>
              </a:solidFill>
            </a:endParaRPr>
          </a:p>
        </p:txBody>
      </p:sp>
    </p:spTree>
  </p:cSld>
  <p:clrMapOvr>
    <a:masterClrMapping/>
  </p:clrMapOvr>
  <p:transition>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382000" cy="1052596"/>
          </a:xfrm>
        </p:spPr>
        <p:txBody>
          <a:bodyPr/>
          <a:lstStyle/>
          <a:p>
            <a:r>
              <a:rPr sz="4400" smtClean="0"/>
              <a:t>DelAuth Consent Refresh </a:t>
            </a:r>
            <a:r>
              <a:rPr sz="3600" smtClean="0"/>
              <a:t/>
            </a:r>
            <a:br>
              <a:rPr sz="3600" smtClean="0"/>
            </a:br>
            <a:r>
              <a:rPr sz="3200" smtClean="0"/>
              <a:t>Response - Raw JSON</a:t>
            </a:r>
            <a:endParaRPr lang="en-US" dirty="0"/>
          </a:p>
        </p:txBody>
      </p:sp>
      <p:sp>
        <p:nvSpPr>
          <p:cNvPr id="3" name="Text Placeholder 2"/>
          <p:cNvSpPr>
            <a:spLocks noGrp="1"/>
          </p:cNvSpPr>
          <p:nvPr>
            <p:ph type="body" sz="quarter" idx="10"/>
          </p:nvPr>
        </p:nvSpPr>
        <p:spPr>
          <a:xfrm>
            <a:off x="576071" y="1996750"/>
            <a:ext cx="7968839" cy="4719360"/>
          </a:xfrm>
        </p:spPr>
        <p:txBody>
          <a:bodyPr>
            <a:noAutofit/>
          </a:bodyPr>
          <a:lstStyle/>
          <a:p>
            <a:r>
              <a:rPr lang="en-US" sz="1800" dirty="0" smtClean="0"/>
              <a:t>{</a:t>
            </a:r>
          </a:p>
          <a:p>
            <a:pPr lvl="1"/>
            <a:r>
              <a:rPr lang="en-US" sz="1600" dirty="0" smtClean="0"/>
              <a:t>"</a:t>
            </a:r>
            <a:r>
              <a:rPr lang="en-US" sz="1600" dirty="0" err="1" smtClean="0">
                <a:solidFill>
                  <a:schemeClr val="accent6"/>
                </a:solidFill>
              </a:rPr>
              <a:t>ConsentToken</a:t>
            </a:r>
            <a:r>
              <a:rPr lang="en-US" sz="1600" dirty="0" smtClean="0"/>
              <a:t>":</a:t>
            </a:r>
          </a:p>
          <a:p>
            <a:pPr lvl="1"/>
            <a:r>
              <a:rPr lang="en-US" sz="1600" dirty="0" smtClean="0"/>
              <a:t>"</a:t>
            </a:r>
            <a:r>
              <a:rPr lang="en-US" sz="1800" dirty="0" smtClean="0">
                <a:solidFill>
                  <a:schemeClr val="accent6"/>
                </a:solidFill>
              </a:rPr>
              <a:t>delt</a:t>
            </a:r>
            <a:r>
              <a:rPr lang="en-US" sz="1600" dirty="0" smtClean="0"/>
              <a:t>%3dEwCoARAnAAAUgxwUrFTrj0j98kTTv4OX%252FOkhSc2AADHt9dXtiWa4afIM1AtKBgDzW2LOYBmExjIAumf%252B33MyPpGSnwrmtOc2aKG0Oz008Jg6a9Ss8a6L4zi8Za9gT85eqqdS0HNJZW9xAUoD2MOqUz7RxqY%252FpNhAWm6ndhFTj9VWWZYi7zIJJU7RgrIXEJrmQsHSKN1%252B2Iot56mknEECA2YAAAi5VYs8bPiGofgAEiVBGu8ve8kv459FJn8ioXFJMR4f5EYNJqxMXG8tZhe87ylkvESebImX%252B4T8EGxxgDBTTHmEnK5PtoxJDTLJCSz4UJwRPAS0KW2H5TIi7Ecu6dZ5FbspeKlPCi7pxjevW1WAHuoJY9oow%252FgUCZhcxCusUg2Cg6LmpSm0KwacVzaXLEOwwpfUXtFSwpPsU8w8G9syt4%252F0k1W4HJmdrqU1xqHO7ZEX3JBWpKBscNbKr5z3qCkO2tpW%252BBjFEgy8w%252Fc5wb66At7V4Vs1ccbiBJ7pC%252F0VjyfzKfBYNP2zniAmepap2jY780q73Czc10w0bfMr54cKMaDrK6kAAA%253D%253D%26</a:t>
            </a:r>
            <a:r>
              <a:rPr lang="en-US" sz="1800" dirty="0" smtClean="0">
                <a:solidFill>
                  <a:schemeClr val="accent6"/>
                </a:solidFill>
              </a:rPr>
              <a:t>reft</a:t>
            </a:r>
            <a:r>
              <a:rPr lang="en-US" sz="1600" dirty="0" smtClean="0"/>
              <a:t>%3dF7BJdi2ojtPWXv7qVCKrhD0kU35Rf1k4wz0nFxgB33czSkOgk0Ht5n8LGLZW2Mgo06dpFYonRF0e0hasWS91l37cf8sq2NaxyXJASrEdKoYOApPUBI6RqYnDSBgkNqKPQtUbIN%252F%252FXQ%252B7qUnzyWvnSA%253D%253D%26</a:t>
            </a:r>
            <a:r>
              <a:rPr lang="en-US" sz="1800" dirty="0" smtClean="0">
                <a:solidFill>
                  <a:schemeClr val="accent6"/>
                </a:solidFill>
              </a:rPr>
              <a:t>skey</a:t>
            </a:r>
            <a:r>
              <a:rPr lang="en-US" sz="1600" dirty="0" smtClean="0"/>
              <a:t>%3diS30MXEnIJj7K6HpwUBrXR5isE9rN9zq%26</a:t>
            </a:r>
            <a:r>
              <a:rPr lang="en-US" sz="1800" dirty="0" smtClean="0">
                <a:solidFill>
                  <a:schemeClr val="accent6"/>
                </a:solidFill>
              </a:rPr>
              <a:t>offer</a:t>
            </a:r>
            <a:r>
              <a:rPr lang="en-US" sz="1600" dirty="0" smtClean="0"/>
              <a:t>%3d</a:t>
            </a:r>
            <a:r>
              <a:rPr lang="en-US" sz="1600" dirty="0" smtClean="0">
                <a:solidFill>
                  <a:schemeClr val="accent5"/>
                </a:solidFill>
              </a:rPr>
              <a:t>Contacts.View,Contacts.Update</a:t>
            </a:r>
            <a:r>
              <a:rPr lang="en-US" sz="1600" dirty="0" smtClean="0"/>
              <a:t>%3a1228350847%26</a:t>
            </a:r>
            <a:r>
              <a:rPr lang="en-US" sz="2000" dirty="0" smtClean="0">
                <a:solidFill>
                  <a:schemeClr val="accent6"/>
                </a:solidFill>
              </a:rPr>
              <a:t>exp</a:t>
            </a:r>
            <a:r>
              <a:rPr lang="en-US" sz="1600" dirty="0" smtClean="0"/>
              <a:t>%3d1196836447%26</a:t>
            </a:r>
            <a:r>
              <a:rPr lang="en-US" sz="2000" dirty="0" smtClean="0">
                <a:solidFill>
                  <a:schemeClr val="accent6"/>
                </a:solidFill>
              </a:rPr>
              <a:t>sig</a:t>
            </a:r>
            <a:r>
              <a:rPr lang="en-US" sz="1600" dirty="0" smtClean="0"/>
              <a:t>%3dC1itgV6AL7%252F%252BJFnML1unjGZ6nNNjQsrb8%252BcTtmNAzp8%253D%26</a:t>
            </a:r>
            <a:r>
              <a:rPr lang="en-US" sz="2000" dirty="0" smtClean="0">
                <a:solidFill>
                  <a:schemeClr val="accent6"/>
                </a:solidFill>
              </a:rPr>
              <a:t>lid</a:t>
            </a:r>
            <a:r>
              <a:rPr lang="en-US" sz="1600" dirty="0" smtClean="0"/>
              <a:t>%3df8eb4468555a951e" </a:t>
            </a:r>
          </a:p>
          <a:p>
            <a:r>
              <a:rPr lang="en-US" sz="1800" dirty="0" smtClean="0"/>
              <a:t>}</a:t>
            </a:r>
            <a:endParaRPr lang="en-US" sz="1800" dirty="0"/>
          </a:p>
        </p:txBody>
      </p:sp>
      <p:sp>
        <p:nvSpPr>
          <p:cNvPr id="4" name="TextBox 3"/>
          <p:cNvSpPr txBox="1"/>
          <p:nvPr/>
        </p:nvSpPr>
        <p:spPr>
          <a:xfrm>
            <a:off x="1196878" y="1420813"/>
            <a:ext cx="6750245" cy="461665"/>
          </a:xfrm>
          <a:prstGeom prst="rect">
            <a:avLst/>
          </a:prstGeom>
          <a:noFill/>
        </p:spPr>
        <p:txBody>
          <a:bodyPr wrap="none" rtlCol="0">
            <a:spAutoFit/>
          </a:bodyPr>
          <a:lstStyle/>
          <a:p>
            <a:pPr algn="ctr"/>
            <a:r>
              <a:rPr lang="en-US" sz="2400" dirty="0" smtClean="0">
                <a:solidFill>
                  <a:schemeClr val="accent5"/>
                </a:solidFill>
              </a:rPr>
              <a:t>Don’t panic! The SDK libraries handle all this for you!</a:t>
            </a:r>
            <a:endParaRPr lang="en-US" sz="2400" dirty="0">
              <a:solidFill>
                <a:schemeClr val="accent5"/>
              </a:solidFill>
            </a:endParaRPr>
          </a:p>
        </p:txBody>
      </p:sp>
    </p:spTree>
  </p:cSld>
  <p:clrMapOvr>
    <a:masterClrMapping/>
  </p:clrMapOvr>
  <p:transition>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Enabling identity without borders</a:t>
            </a:r>
            <a:br>
              <a:rPr lang="en-US" dirty="0" smtClean="0"/>
            </a:br>
            <a:endParaRPr lang="en-US" dirty="0"/>
          </a:p>
        </p:txBody>
      </p:sp>
      <p:sp>
        <p:nvSpPr>
          <p:cNvPr id="9" name="Subtitle 8"/>
          <p:cNvSpPr>
            <a:spLocks noGrp="1"/>
          </p:cNvSpPr>
          <p:nvPr>
            <p:ph type="subTitle" idx="1"/>
          </p:nvPr>
        </p:nvSpPr>
        <p:spPr/>
        <p:txBody>
          <a:bodyPr/>
          <a:lstStyle/>
          <a:p>
            <a:endParaRPr lang="en-US"/>
          </a:p>
        </p:txBody>
      </p:sp>
      <p:sp>
        <p:nvSpPr>
          <p:cNvPr id="4" name="Text Placeholder 3"/>
          <p:cNvSpPr>
            <a:spLocks noGrp="1"/>
          </p:cNvSpPr>
          <p:nvPr>
            <p:ph type="body" sz="quarter" idx="10"/>
          </p:nvPr>
        </p:nvSpPr>
        <p:spPr/>
        <p:txBody>
          <a:bodyPr/>
          <a:lstStyle/>
          <a:p>
            <a:r>
              <a:rPr lang="en-US" sz="6600" spc="-400" dirty="0" smtClean="0"/>
              <a:t>Live Identity Services  Federated Authentication</a:t>
            </a:r>
            <a:endParaRPr lang="en-US" sz="6600" spc="-400" dirty="0"/>
          </a:p>
        </p:txBody>
      </p:sp>
    </p:spTree>
  </p:cSld>
  <p:clrMapOvr>
    <a:masterClrMapping/>
  </p:clrMapOvr>
  <p:transition>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Federated Authentication Overview</a:t>
            </a:r>
            <a:endParaRPr lang="en-US" dirty="0"/>
          </a:p>
        </p:txBody>
      </p:sp>
      <p:sp>
        <p:nvSpPr>
          <p:cNvPr id="8" name="Content Placeholder 7"/>
          <p:cNvSpPr>
            <a:spLocks noGrp="1"/>
          </p:cNvSpPr>
          <p:nvPr>
            <p:ph idx="1"/>
          </p:nvPr>
        </p:nvSpPr>
        <p:spPr>
          <a:xfrm>
            <a:off x="400051" y="1412875"/>
            <a:ext cx="8286750" cy="1773238"/>
          </a:xfrm>
        </p:spPr>
        <p:txBody>
          <a:bodyPr>
            <a:normAutofit/>
          </a:bodyPr>
          <a:lstStyle/>
          <a:p>
            <a:pPr marL="396875" indent="-396875"/>
            <a:r>
              <a:rPr lang="en-US" sz="2400" dirty="0" smtClean="0"/>
              <a:t>Federation is the </a:t>
            </a:r>
            <a:r>
              <a:rPr lang="en-US" sz="2400" dirty="0" smtClean="0">
                <a:solidFill>
                  <a:schemeClr val="accent3"/>
                </a:solidFill>
              </a:rPr>
              <a:t>glue</a:t>
            </a:r>
            <a:r>
              <a:rPr lang="en-US" sz="2400" dirty="0" smtClean="0"/>
              <a:t> that enables an open identity system</a:t>
            </a:r>
          </a:p>
          <a:p>
            <a:pPr marL="741363" lvl="1" indent="-347663">
              <a:lnSpc>
                <a:spcPct val="110000"/>
              </a:lnSpc>
            </a:pPr>
            <a:r>
              <a:rPr lang="en-US" sz="2200" dirty="0" err="1" smtClean="0"/>
              <a:t>Interop</a:t>
            </a:r>
            <a:r>
              <a:rPr lang="en-US" sz="2200" dirty="0" smtClean="0"/>
              <a:t> with other Identity Providers via agreed protocols</a:t>
            </a:r>
          </a:p>
          <a:p>
            <a:pPr marL="741363" lvl="1" indent="-347663">
              <a:lnSpc>
                <a:spcPct val="110000"/>
              </a:lnSpc>
            </a:pPr>
            <a:r>
              <a:rPr lang="en-US" sz="2200" dirty="0" smtClean="0"/>
              <a:t>Based on existing </a:t>
            </a:r>
            <a:r>
              <a:rPr lang="en-US" sz="2200" dirty="0" smtClean="0">
                <a:solidFill>
                  <a:srgbClr val="FFC000"/>
                </a:solidFill>
              </a:rPr>
              <a:t>WS-* standards</a:t>
            </a:r>
            <a:r>
              <a:rPr lang="en-US" sz="2200" dirty="0" smtClean="0"/>
              <a:t> - WS-Federation / </a:t>
            </a:r>
            <a:br>
              <a:rPr lang="en-US" sz="2200" dirty="0" smtClean="0"/>
            </a:br>
            <a:r>
              <a:rPr lang="en-US" sz="2200" dirty="0" smtClean="0"/>
              <a:t>WS–Trust / SAML</a:t>
            </a:r>
          </a:p>
        </p:txBody>
      </p:sp>
      <p:sp>
        <p:nvSpPr>
          <p:cNvPr id="4" name="Content Placeholder 7"/>
          <p:cNvSpPr txBox="1">
            <a:spLocks/>
          </p:cNvSpPr>
          <p:nvPr/>
        </p:nvSpPr>
        <p:spPr>
          <a:xfrm>
            <a:off x="400050" y="3122667"/>
            <a:ext cx="8329613" cy="3578176"/>
          </a:xfrm>
          <a:prstGeom prst="rect">
            <a:avLst/>
          </a:prstGeom>
        </p:spPr>
        <p:txBody>
          <a:bodyPr vert="horz" wrap="square" lIns="0" tIns="0" rIns="0" bIns="0" rtlCol="0">
            <a:normAutofit fontScale="92500" lnSpcReduction="10000"/>
          </a:bodyPr>
          <a:lstStyle/>
          <a:p>
            <a:pPr marL="396875" marR="0" lvl="0" indent="-396875" algn="l" defTabSz="914363" rtl="0" eaLnBrk="1" fontAlgn="auto" latinLnBrk="0" hangingPunct="1">
              <a:lnSpc>
                <a:spcPct val="100000"/>
              </a:lnSpc>
              <a:spcBef>
                <a:spcPct val="20000"/>
              </a:spcBef>
              <a:spcAft>
                <a:spcPts val="800"/>
              </a:spcAft>
              <a:buClr>
                <a:schemeClr val="tx1"/>
              </a:buClr>
              <a:buSzPct val="80000"/>
              <a:buFont typeface="Wingdings" pitchFamily="2" charset="2"/>
              <a:buChar char="l"/>
              <a:tabLst/>
              <a:defRPr/>
            </a:pPr>
            <a:r>
              <a:rPr kumimoji="0" lang="en-US" sz="2400" b="0" i="0" u="none" strike="noStrike" kern="1200" cap="none" spc="0" normalizeH="0" baseline="0" noProof="0" dirty="0" smtClean="0">
                <a:ln>
                  <a:noFill/>
                </a:ln>
                <a:gradFill>
                  <a:gsLst>
                    <a:gs pos="0">
                      <a:schemeClr val="tx1"/>
                    </a:gs>
                    <a:gs pos="86000">
                      <a:schemeClr val="tx1"/>
                    </a:gs>
                  </a:gsLst>
                  <a:lin ang="5400000" scaled="0"/>
                </a:gradFill>
                <a:effectLst/>
                <a:uLnTx/>
                <a:uFillTx/>
                <a:latin typeface="+mn-lt"/>
                <a:ea typeface="+mn-ea"/>
                <a:cs typeface="+mn-cs"/>
              </a:rPr>
              <a:t>Federation requires unidirectional or bidirectional </a:t>
            </a:r>
            <a:br>
              <a:rPr kumimoji="0" lang="en-US" sz="2400" b="0" i="0" u="none" strike="noStrike" kern="1200" cap="none" spc="0" normalizeH="0" baseline="0" noProof="0" dirty="0" smtClean="0">
                <a:ln>
                  <a:noFill/>
                </a:ln>
                <a:gradFill>
                  <a:gsLst>
                    <a:gs pos="0">
                      <a:schemeClr val="tx1"/>
                    </a:gs>
                    <a:gs pos="86000">
                      <a:schemeClr val="tx1"/>
                    </a:gs>
                  </a:gsLst>
                  <a:lin ang="5400000" scaled="0"/>
                </a:gradFill>
                <a:effectLst/>
                <a:uLnTx/>
                <a:uFillTx/>
                <a:latin typeface="+mn-lt"/>
                <a:ea typeface="+mn-ea"/>
                <a:cs typeface="+mn-cs"/>
              </a:rPr>
            </a:br>
            <a:r>
              <a:rPr kumimoji="0" lang="en-US" sz="2400" b="0" i="0" u="none" strike="noStrike" kern="1200" cap="none" spc="0" normalizeH="0" baseline="0" noProof="0" dirty="0" smtClean="0">
                <a:ln>
                  <a:noFill/>
                </a:ln>
                <a:solidFill>
                  <a:srgbClr val="FFC000"/>
                </a:solidFill>
                <a:effectLst/>
                <a:uLnTx/>
                <a:uFillTx/>
                <a:latin typeface="+mn-lt"/>
                <a:ea typeface="+mn-ea"/>
                <a:cs typeface="+mn-cs"/>
              </a:rPr>
              <a:t>trust relationship(s) between organizations</a:t>
            </a:r>
          </a:p>
          <a:p>
            <a:pPr marL="741363" marR="0" lvl="1" indent="-347663" algn="l" defTabSz="914363" rtl="0" eaLnBrk="1" fontAlgn="auto" latinLnBrk="0" hangingPunct="1">
              <a:lnSpc>
                <a:spcPct val="110000"/>
              </a:lnSpc>
              <a:spcBef>
                <a:spcPct val="20000"/>
              </a:spcBef>
              <a:spcAft>
                <a:spcPts val="0"/>
              </a:spcAft>
              <a:buClr>
                <a:srgbClr val="969696"/>
              </a:buClr>
              <a:buSzPct val="80000"/>
              <a:buFont typeface="Wingdings" pitchFamily="2" charset="2"/>
              <a:buChar char="l"/>
              <a:tabLst/>
              <a:defRPr/>
            </a:pPr>
            <a:r>
              <a:rPr kumimoji="0" lang="en-US" sz="2000" b="0" i="0" u="none" strike="noStrike" kern="1200" cap="none" spc="0" normalizeH="0" baseline="0" noProof="0" dirty="0" smtClean="0">
                <a:ln>
                  <a:noFill/>
                </a:ln>
                <a:gradFill>
                  <a:gsLst>
                    <a:gs pos="0">
                      <a:schemeClr val="tx1"/>
                    </a:gs>
                    <a:gs pos="86000">
                      <a:schemeClr val="tx1"/>
                    </a:gs>
                  </a:gsLst>
                  <a:lin ang="5400000" scaled="0"/>
                </a:gradFill>
                <a:effectLst/>
                <a:uLnTx/>
                <a:uFillTx/>
                <a:latin typeface="+mn-lt"/>
                <a:ea typeface="+mn-ea"/>
                <a:cs typeface="+mn-cs"/>
              </a:rPr>
              <a:t>Federation involves three parties: </a:t>
            </a:r>
          </a:p>
          <a:p>
            <a:pPr marL="1025525" marR="0" lvl="2" indent="-284163" algn="l" defTabSz="914363" rtl="0" eaLnBrk="1" fontAlgn="auto" latinLnBrk="0" hangingPunct="1">
              <a:lnSpc>
                <a:spcPct val="110000"/>
              </a:lnSpc>
              <a:spcBef>
                <a:spcPct val="20000"/>
              </a:spcBef>
              <a:spcAft>
                <a:spcPts val="0"/>
              </a:spcAft>
              <a:buClr>
                <a:srgbClr val="969696"/>
              </a:buClr>
              <a:buSzPct val="80000"/>
              <a:buFont typeface="Wingdings" pitchFamily="2" charset="2"/>
              <a:buChar char="l"/>
              <a:tabLst/>
              <a:defRPr/>
            </a:pPr>
            <a:r>
              <a:rPr kumimoji="0" lang="en-US" sz="2400" b="1" i="0" u="none" strike="noStrike" kern="1200" cap="none" spc="0" normalizeH="0" baseline="0" noProof="0" dirty="0" smtClean="0">
                <a:ln>
                  <a:noFill/>
                </a:ln>
                <a:solidFill>
                  <a:srgbClr val="FFC000"/>
                </a:solidFill>
                <a:effectLst/>
                <a:uLnTx/>
                <a:uFillTx/>
                <a:latin typeface="+mn-lt"/>
                <a:ea typeface="+mn-ea"/>
                <a:cs typeface="+mn-cs"/>
              </a:rPr>
              <a:t>Identity Provider </a:t>
            </a:r>
            <a:r>
              <a:rPr kumimoji="0" lang="en-US" sz="2400" b="0" i="0" u="none" strike="noStrike" kern="1200" cap="none" spc="0" normalizeH="0" baseline="0" noProof="0" dirty="0" smtClean="0">
                <a:ln>
                  <a:noFill/>
                </a:ln>
                <a:solidFill>
                  <a:srgbClr val="FFC000"/>
                </a:solidFill>
                <a:effectLst/>
                <a:uLnTx/>
                <a:uFillTx/>
                <a:latin typeface="+mn-lt"/>
                <a:ea typeface="+mn-ea"/>
                <a:cs typeface="+mn-cs"/>
              </a:rPr>
              <a:t>(IdP) </a:t>
            </a:r>
            <a:r>
              <a:rPr kumimoji="0" lang="en-US" sz="1800" b="0" i="0" u="none" strike="noStrike" kern="1200" cap="none" spc="0" normalizeH="0" baseline="0" noProof="0" dirty="0" smtClean="0">
                <a:ln>
                  <a:noFill/>
                </a:ln>
                <a:gradFill>
                  <a:gsLst>
                    <a:gs pos="0">
                      <a:schemeClr val="tx1"/>
                    </a:gs>
                    <a:gs pos="86000">
                      <a:schemeClr val="tx1"/>
                    </a:gs>
                  </a:gsLst>
                  <a:lin ang="5400000" scaled="0"/>
                </a:gradFill>
                <a:effectLst/>
                <a:uLnTx/>
                <a:uFillTx/>
                <a:latin typeface="+mn-lt"/>
                <a:ea typeface="+mn-ea"/>
                <a:cs typeface="+mn-cs"/>
              </a:rPr>
              <a:t>authenticates users’ identity accounts</a:t>
            </a:r>
          </a:p>
          <a:p>
            <a:pPr marL="1025525" marR="0" lvl="2" indent="-284163" algn="l" defTabSz="914363" rtl="0" eaLnBrk="1" fontAlgn="auto" latinLnBrk="0" hangingPunct="1">
              <a:lnSpc>
                <a:spcPct val="110000"/>
              </a:lnSpc>
              <a:spcBef>
                <a:spcPct val="20000"/>
              </a:spcBef>
              <a:spcAft>
                <a:spcPts val="0"/>
              </a:spcAft>
              <a:buClr>
                <a:srgbClr val="969696"/>
              </a:buClr>
              <a:buSzPct val="80000"/>
              <a:buFont typeface="Wingdings" pitchFamily="2" charset="2"/>
              <a:buChar char="l"/>
              <a:tabLst/>
              <a:defRPr/>
            </a:pPr>
            <a:r>
              <a:rPr kumimoji="0" lang="en-US" sz="2400" b="1" i="0" u="none" strike="noStrike" kern="1200" cap="none" spc="0" normalizeH="0" baseline="0" noProof="0" dirty="0" smtClean="0">
                <a:ln>
                  <a:noFill/>
                </a:ln>
                <a:solidFill>
                  <a:srgbClr val="FFC000"/>
                </a:solidFill>
                <a:effectLst/>
                <a:uLnTx/>
                <a:uFillTx/>
                <a:latin typeface="+mn-lt"/>
                <a:ea typeface="+mn-ea"/>
                <a:cs typeface="+mn-cs"/>
              </a:rPr>
              <a:t>Relying Party </a:t>
            </a:r>
            <a:r>
              <a:rPr kumimoji="0" lang="en-US" sz="2400" b="0" i="0" u="none" strike="noStrike" kern="1200" cap="none" spc="0" normalizeH="0" baseline="0" noProof="0" dirty="0" smtClean="0">
                <a:ln>
                  <a:noFill/>
                </a:ln>
                <a:solidFill>
                  <a:srgbClr val="FFC000"/>
                </a:solidFill>
                <a:effectLst/>
                <a:uLnTx/>
                <a:uFillTx/>
                <a:latin typeface="+mn-lt"/>
                <a:ea typeface="+mn-ea"/>
                <a:cs typeface="+mn-cs"/>
              </a:rPr>
              <a:t>or Resource Provider (RP) </a:t>
            </a:r>
            <a:r>
              <a:rPr kumimoji="0" lang="en-US" sz="1800" b="0" i="0" u="none" strike="noStrike" kern="1200" cap="none" spc="0" normalizeH="0" baseline="0" noProof="0" dirty="0" smtClean="0">
                <a:ln>
                  <a:noFill/>
                </a:ln>
                <a:gradFill>
                  <a:gsLst>
                    <a:gs pos="0">
                      <a:schemeClr val="tx1"/>
                    </a:gs>
                    <a:gs pos="86000">
                      <a:schemeClr val="tx1"/>
                    </a:gs>
                  </a:gsLst>
                  <a:lin ang="5400000" scaled="0"/>
                </a:gradFill>
                <a:effectLst/>
                <a:uLnTx/>
                <a:uFillTx/>
                <a:latin typeface="+mn-lt"/>
                <a:ea typeface="+mn-ea"/>
                <a:cs typeface="+mn-cs"/>
              </a:rPr>
              <a:t>permits access to </a:t>
            </a:r>
            <a:br>
              <a:rPr kumimoji="0" lang="en-US" sz="1800" b="0" i="0" u="none" strike="noStrike" kern="1200" cap="none" spc="0" normalizeH="0" baseline="0" noProof="0" dirty="0" smtClean="0">
                <a:ln>
                  <a:noFill/>
                </a:ln>
                <a:gradFill>
                  <a:gsLst>
                    <a:gs pos="0">
                      <a:schemeClr val="tx1"/>
                    </a:gs>
                    <a:gs pos="86000">
                      <a:schemeClr val="tx1"/>
                    </a:gs>
                  </a:gsLst>
                  <a:lin ang="5400000" scaled="0"/>
                </a:gradFill>
                <a:effectLst/>
                <a:uLnTx/>
                <a:uFillTx/>
                <a:latin typeface="+mn-lt"/>
                <a:ea typeface="+mn-ea"/>
                <a:cs typeface="+mn-cs"/>
              </a:rPr>
            </a:br>
            <a:r>
              <a:rPr kumimoji="0" lang="en-US" sz="1800" b="0" i="0" u="none" strike="noStrike" kern="1200" cap="none" spc="0" normalizeH="0" baseline="0" noProof="0" dirty="0" smtClean="0">
                <a:ln>
                  <a:noFill/>
                </a:ln>
                <a:gradFill>
                  <a:gsLst>
                    <a:gs pos="0">
                      <a:schemeClr val="tx1"/>
                    </a:gs>
                    <a:gs pos="86000">
                      <a:schemeClr val="tx1"/>
                    </a:gs>
                  </a:gsLst>
                  <a:lin ang="5400000" scaled="0"/>
                </a:gradFill>
                <a:effectLst/>
                <a:uLnTx/>
                <a:uFillTx/>
                <a:latin typeface="+mn-lt"/>
                <a:ea typeface="+mn-ea"/>
                <a:cs typeface="+mn-cs"/>
              </a:rPr>
              <a:t>resources in their network</a:t>
            </a:r>
          </a:p>
          <a:p>
            <a:pPr marL="1025525" marR="0" lvl="2" indent="-284163" algn="l" defTabSz="914363" rtl="0" eaLnBrk="1" fontAlgn="auto" latinLnBrk="0" hangingPunct="1">
              <a:lnSpc>
                <a:spcPct val="110000"/>
              </a:lnSpc>
              <a:spcBef>
                <a:spcPct val="20000"/>
              </a:spcBef>
              <a:spcAft>
                <a:spcPts val="0"/>
              </a:spcAft>
              <a:buClr>
                <a:srgbClr val="969696"/>
              </a:buClr>
              <a:buSzPct val="80000"/>
              <a:buFont typeface="Wingdings" pitchFamily="2" charset="2"/>
              <a:buChar char="l"/>
              <a:tabLst/>
              <a:defRPr/>
            </a:pPr>
            <a:r>
              <a:rPr kumimoji="0" lang="en-US" sz="2600" b="1" i="0" u="none" strike="noStrike" kern="1200" cap="none" spc="0" normalizeH="0" baseline="0" noProof="0" dirty="0" smtClean="0">
                <a:ln>
                  <a:noFill/>
                </a:ln>
                <a:solidFill>
                  <a:srgbClr val="FFC000"/>
                </a:solidFill>
                <a:effectLst/>
                <a:uLnTx/>
                <a:uFillTx/>
                <a:latin typeface="+mn-lt"/>
                <a:ea typeface="+mn-ea"/>
                <a:cs typeface="+mn-cs"/>
              </a:rPr>
              <a:t>Federation Provider </a:t>
            </a:r>
            <a:r>
              <a:rPr kumimoji="0" lang="en-US" sz="2600" b="0" i="0" u="none" strike="noStrike" kern="1200" cap="none" spc="0" normalizeH="0" baseline="0" noProof="0" dirty="0" smtClean="0">
                <a:ln>
                  <a:noFill/>
                </a:ln>
                <a:solidFill>
                  <a:srgbClr val="FFC000"/>
                </a:solidFill>
                <a:effectLst/>
                <a:uLnTx/>
                <a:uFillTx/>
                <a:latin typeface="+mn-lt"/>
                <a:ea typeface="+mn-ea"/>
                <a:cs typeface="+mn-cs"/>
              </a:rPr>
              <a:t>or Gateway </a:t>
            </a:r>
            <a:r>
              <a:rPr kumimoji="0" lang="en-US" sz="1800" b="0" i="0" u="none" strike="noStrike" kern="1200" cap="none" spc="0" normalizeH="0" baseline="0" noProof="0" dirty="0" smtClean="0">
                <a:ln>
                  <a:noFill/>
                </a:ln>
                <a:gradFill>
                  <a:gsLst>
                    <a:gs pos="0">
                      <a:schemeClr val="tx1"/>
                    </a:gs>
                    <a:gs pos="86000">
                      <a:schemeClr val="tx1"/>
                    </a:gs>
                  </a:gsLst>
                  <a:lin ang="5400000" scaled="0"/>
                </a:gradFill>
                <a:effectLst/>
                <a:uLnTx/>
                <a:uFillTx/>
                <a:latin typeface="+mn-lt"/>
                <a:ea typeface="+mn-ea"/>
                <a:cs typeface="+mn-cs"/>
              </a:rPr>
              <a:t>brokers access between Federated Identity Providers and Relying Parties</a:t>
            </a:r>
          </a:p>
          <a:p>
            <a:pPr marL="741363" marR="0" lvl="1" indent="-347663" algn="l" defTabSz="914363" rtl="0" eaLnBrk="1" fontAlgn="auto" latinLnBrk="0" hangingPunct="1">
              <a:lnSpc>
                <a:spcPct val="110000"/>
              </a:lnSpc>
              <a:spcBef>
                <a:spcPct val="20000"/>
              </a:spcBef>
              <a:spcAft>
                <a:spcPts val="0"/>
              </a:spcAft>
              <a:buClr>
                <a:srgbClr val="969696"/>
              </a:buClr>
              <a:buSzPct val="80000"/>
              <a:buFont typeface="Wingdings" pitchFamily="2" charset="2"/>
              <a:buChar char="l"/>
              <a:tabLst/>
              <a:defRPr/>
            </a:pPr>
            <a:r>
              <a:rPr kumimoji="0" lang="en-US" sz="2000" b="0" i="0" u="none" strike="noStrike" kern="1200" cap="none" spc="0" normalizeH="0" baseline="0" noProof="0" dirty="0" smtClean="0">
                <a:ln>
                  <a:noFill/>
                </a:ln>
                <a:gradFill>
                  <a:gsLst>
                    <a:gs pos="0">
                      <a:srgbClr val="FFFFFF"/>
                    </a:gs>
                    <a:gs pos="86000">
                      <a:srgbClr val="FFFFFF"/>
                    </a:gs>
                  </a:gsLst>
                  <a:lin ang="5400000" scaled="0"/>
                </a:gradFill>
                <a:effectLst/>
                <a:uLnTx/>
                <a:uFillTx/>
                <a:latin typeface="+mn-lt"/>
                <a:ea typeface="+mn-ea"/>
                <a:cs typeface="+mn-cs"/>
              </a:rPr>
              <a:t>Result: Authentication assertions from one organization </a:t>
            </a:r>
            <a:br>
              <a:rPr kumimoji="0" lang="en-US" sz="2000" b="0" i="0" u="none" strike="noStrike" kern="1200" cap="none" spc="0" normalizeH="0" baseline="0" noProof="0" dirty="0" smtClean="0">
                <a:ln>
                  <a:noFill/>
                </a:ln>
                <a:gradFill>
                  <a:gsLst>
                    <a:gs pos="0">
                      <a:srgbClr val="FFFFFF"/>
                    </a:gs>
                    <a:gs pos="86000">
                      <a:srgbClr val="FFFFFF"/>
                    </a:gs>
                  </a:gsLst>
                  <a:lin ang="5400000" scaled="0"/>
                </a:gradFill>
                <a:effectLst/>
                <a:uLnTx/>
                <a:uFillTx/>
                <a:latin typeface="+mn-lt"/>
                <a:ea typeface="+mn-ea"/>
                <a:cs typeface="+mn-cs"/>
              </a:rPr>
            </a:br>
            <a:r>
              <a:rPr kumimoji="0" lang="en-US" sz="2000" b="0" i="0" u="none" strike="noStrike" kern="1200" cap="none" spc="0" normalizeH="0" baseline="0" noProof="0" dirty="0" smtClean="0">
                <a:ln>
                  <a:noFill/>
                </a:ln>
                <a:gradFill>
                  <a:gsLst>
                    <a:gs pos="0">
                      <a:srgbClr val="FFFFFF"/>
                    </a:gs>
                    <a:gs pos="86000">
                      <a:srgbClr val="FFFFFF"/>
                    </a:gs>
                  </a:gsLst>
                  <a:lin ang="5400000" scaled="0"/>
                </a:gradFill>
                <a:effectLst/>
                <a:uLnTx/>
                <a:uFillTx/>
                <a:latin typeface="+mn-lt"/>
                <a:ea typeface="+mn-ea"/>
                <a:cs typeface="+mn-cs"/>
              </a:rPr>
              <a:t>recognized by the other</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normAutofit/>
          </a:bodyPr>
          <a:lstStyle/>
          <a:p>
            <a:pPr eaLnBrk="1" hangingPunct="1"/>
            <a:r>
              <a:rPr lang="en-US" dirty="0" smtClean="0"/>
              <a:t>Federated Authentication Flow</a:t>
            </a:r>
          </a:p>
        </p:txBody>
      </p:sp>
      <p:pic>
        <p:nvPicPr>
          <p:cNvPr id="1026" name="Picture 2" descr="C:\Users\alogan\Desktop\Presentation Artwork\Latest DVD\Artwork_Imagery\Icons - Illustrations\_SECURITY ICONS\Security Download Server.png"/>
          <p:cNvPicPr>
            <a:picLocks noChangeAspect="1" noChangeArrowheads="1"/>
          </p:cNvPicPr>
          <p:nvPr/>
        </p:nvPicPr>
        <p:blipFill>
          <a:blip r:embed="rId3" cstate="print"/>
          <a:srcRect/>
          <a:stretch>
            <a:fillRect/>
          </a:stretch>
        </p:blipFill>
        <p:spPr bwMode="auto">
          <a:xfrm>
            <a:off x="4307839" y="1387297"/>
            <a:ext cx="681248" cy="1011612"/>
          </a:xfrm>
          <a:prstGeom prst="rect">
            <a:avLst/>
          </a:prstGeom>
          <a:noFill/>
        </p:spPr>
      </p:pic>
      <p:pic>
        <p:nvPicPr>
          <p:cNvPr id="7" name="Picture 2" descr="C:\Users\alogan\Desktop\Presentation Artwork\Latest DVD\Artwork_Imagery\Icons - Illustrations\_SECURITY ICONS\Security Download Server.png"/>
          <p:cNvPicPr>
            <a:picLocks noChangeAspect="1" noChangeArrowheads="1"/>
          </p:cNvPicPr>
          <p:nvPr/>
        </p:nvPicPr>
        <p:blipFill>
          <a:blip r:embed="rId3" cstate="print"/>
          <a:srcRect/>
          <a:stretch>
            <a:fillRect/>
          </a:stretch>
        </p:blipFill>
        <p:spPr bwMode="auto">
          <a:xfrm>
            <a:off x="6100816" y="1397477"/>
            <a:ext cx="681248" cy="1011612"/>
          </a:xfrm>
          <a:prstGeom prst="rect">
            <a:avLst/>
          </a:prstGeom>
          <a:noFill/>
        </p:spPr>
      </p:pic>
      <p:pic>
        <p:nvPicPr>
          <p:cNvPr id="1027" name="Picture 3" descr="C:\Users\alogan\Desktop\Presentation Artwork\Latest DVD\Artwork_Imagery\Icons - Illustrations\_XML ICONS\Servers computer.png"/>
          <p:cNvPicPr>
            <a:picLocks noChangeAspect="1" noChangeArrowheads="1"/>
          </p:cNvPicPr>
          <p:nvPr/>
        </p:nvPicPr>
        <p:blipFill>
          <a:blip r:embed="rId4" cstate="print"/>
          <a:srcRect/>
          <a:stretch>
            <a:fillRect/>
          </a:stretch>
        </p:blipFill>
        <p:spPr bwMode="auto">
          <a:xfrm>
            <a:off x="7965440" y="1387297"/>
            <a:ext cx="685800" cy="1011612"/>
          </a:xfrm>
          <a:prstGeom prst="rect">
            <a:avLst/>
          </a:prstGeom>
          <a:noFill/>
        </p:spPr>
      </p:pic>
      <p:sp>
        <p:nvSpPr>
          <p:cNvPr id="9" name="TextBox 8"/>
          <p:cNvSpPr txBox="1"/>
          <p:nvPr/>
        </p:nvSpPr>
        <p:spPr>
          <a:xfrm>
            <a:off x="7406640" y="2348109"/>
            <a:ext cx="1473200" cy="738664"/>
          </a:xfrm>
          <a:prstGeom prst="rect">
            <a:avLst/>
          </a:prstGeom>
          <a:noFill/>
        </p:spPr>
        <p:txBody>
          <a:bodyPr wrap="square" rtlCol="0">
            <a:spAutoFit/>
          </a:bodyPr>
          <a:lstStyle/>
          <a:p>
            <a:pPr algn="ctr" defTabSz="914363" rtl="0"/>
            <a:r>
              <a:rPr lang="en-US" sz="1400" kern="1200" dirty="0">
                <a:gradFill>
                  <a:gsLst>
                    <a:gs pos="36000">
                      <a:srgbClr val="FFFFFF"/>
                    </a:gs>
                    <a:gs pos="86000">
                      <a:srgbClr val="FFFFFF"/>
                    </a:gs>
                  </a:gsLst>
                  <a:lin ang="5400000" scaled="0"/>
                </a:gradFill>
                <a:effectLst>
                  <a:outerShdw blurRad="38100" dist="38100" dir="2700000" algn="tl">
                    <a:srgbClr val="000000">
                      <a:alpha val="43137"/>
                    </a:srgbClr>
                  </a:outerShdw>
                </a:effectLst>
                <a:latin typeface="Century Schoolbook"/>
                <a:ea typeface="+mn-ea"/>
                <a:cs typeface="+mn-cs"/>
              </a:rPr>
              <a:t>Windows Live </a:t>
            </a:r>
            <a:r>
              <a:rPr lang="en-US" sz="1400" kern="1200" dirty="0" smtClean="0">
                <a:gradFill>
                  <a:gsLst>
                    <a:gs pos="36000">
                      <a:srgbClr val="FFFFFF"/>
                    </a:gs>
                    <a:gs pos="86000">
                      <a:srgbClr val="FFFFFF"/>
                    </a:gs>
                  </a:gsLst>
                  <a:lin ang="5400000" scaled="0"/>
                </a:gradFill>
                <a:effectLst>
                  <a:outerShdw blurRad="38100" dist="38100" dir="2700000" algn="tl">
                    <a:srgbClr val="000000">
                      <a:alpha val="43137"/>
                    </a:srgbClr>
                  </a:outerShdw>
                </a:effectLst>
                <a:latin typeface="Century Schoolbook"/>
                <a:ea typeface="+mn-ea"/>
                <a:cs typeface="+mn-cs"/>
              </a:rPr>
              <a:t>Service</a:t>
            </a:r>
            <a:br>
              <a:rPr lang="en-US" sz="1400" kern="1200" dirty="0" smtClean="0">
                <a:gradFill>
                  <a:gsLst>
                    <a:gs pos="36000">
                      <a:srgbClr val="FFFFFF"/>
                    </a:gs>
                    <a:gs pos="86000">
                      <a:srgbClr val="FFFFFF"/>
                    </a:gs>
                  </a:gsLst>
                  <a:lin ang="5400000" scaled="0"/>
                </a:gradFill>
                <a:effectLst>
                  <a:outerShdw blurRad="38100" dist="38100" dir="2700000" algn="tl">
                    <a:srgbClr val="000000">
                      <a:alpha val="43137"/>
                    </a:srgbClr>
                  </a:outerShdw>
                </a:effectLst>
                <a:latin typeface="Century Schoolbook"/>
                <a:ea typeface="+mn-ea"/>
                <a:cs typeface="+mn-cs"/>
              </a:rPr>
            </a:br>
            <a:r>
              <a:rPr lang="en-US" sz="1400" kern="1200" dirty="0" smtClean="0">
                <a:gradFill>
                  <a:gsLst>
                    <a:gs pos="36000">
                      <a:srgbClr val="FFFFFF"/>
                    </a:gs>
                    <a:gs pos="86000">
                      <a:srgbClr val="FFFFFF"/>
                    </a:gs>
                  </a:gsLst>
                  <a:lin ang="5400000" scaled="0"/>
                </a:gradFill>
                <a:effectLst>
                  <a:outerShdw blurRad="38100" dist="38100" dir="2700000" algn="tl">
                    <a:srgbClr val="000000">
                      <a:alpha val="43137"/>
                    </a:srgbClr>
                  </a:outerShdw>
                </a:effectLst>
                <a:latin typeface="Century Schoolbook"/>
                <a:ea typeface="+mn-ea"/>
                <a:cs typeface="+mn-cs"/>
              </a:rPr>
              <a:t>(Relying party)</a:t>
            </a:r>
            <a:endParaRPr lang="en-US" sz="1400" kern="1200" dirty="0">
              <a:gradFill>
                <a:gsLst>
                  <a:gs pos="36000">
                    <a:srgbClr val="FFFFFF"/>
                  </a:gs>
                  <a:gs pos="86000">
                    <a:srgbClr val="FFFFFF"/>
                  </a:gs>
                </a:gsLst>
                <a:lin ang="5400000" scaled="0"/>
              </a:gradFill>
              <a:effectLst>
                <a:outerShdw blurRad="38100" dist="38100" dir="2700000" algn="tl">
                  <a:srgbClr val="000000">
                    <a:alpha val="43137"/>
                  </a:srgbClr>
                </a:outerShdw>
              </a:effectLst>
              <a:latin typeface="Century Schoolbook"/>
              <a:ea typeface="+mn-ea"/>
              <a:cs typeface="+mn-cs"/>
            </a:endParaRPr>
          </a:p>
        </p:txBody>
      </p:sp>
      <p:sp>
        <p:nvSpPr>
          <p:cNvPr id="10" name="TextBox 9"/>
          <p:cNvSpPr txBox="1"/>
          <p:nvPr/>
        </p:nvSpPr>
        <p:spPr>
          <a:xfrm>
            <a:off x="5450840" y="2348109"/>
            <a:ext cx="1981200" cy="523220"/>
          </a:xfrm>
          <a:prstGeom prst="rect">
            <a:avLst/>
          </a:prstGeom>
          <a:noFill/>
        </p:spPr>
        <p:txBody>
          <a:bodyPr wrap="square" rtlCol="0">
            <a:spAutoFit/>
          </a:bodyPr>
          <a:lstStyle/>
          <a:p>
            <a:pPr algn="ctr" defTabSz="914363" rtl="0"/>
            <a:r>
              <a:rPr lang="en-US" sz="1400" kern="1200" dirty="0" smtClean="0">
                <a:gradFill>
                  <a:gsLst>
                    <a:gs pos="36000">
                      <a:srgbClr val="FFFFFF"/>
                    </a:gs>
                    <a:gs pos="86000">
                      <a:srgbClr val="FFFFFF"/>
                    </a:gs>
                  </a:gsLst>
                  <a:lin ang="5400000" scaled="0"/>
                </a:gradFill>
                <a:effectLst>
                  <a:outerShdw blurRad="38100" dist="38100" dir="2700000" algn="tl">
                    <a:srgbClr val="000000">
                      <a:alpha val="43137"/>
                    </a:srgbClr>
                  </a:outerShdw>
                </a:effectLst>
                <a:latin typeface="Century Schoolbook"/>
                <a:ea typeface="+mn-ea"/>
                <a:cs typeface="+mn-cs"/>
              </a:rPr>
              <a:t>Microsoft Federation Gateway</a:t>
            </a:r>
            <a:endParaRPr lang="en-US" sz="1400" kern="1200" dirty="0">
              <a:gradFill>
                <a:gsLst>
                  <a:gs pos="36000">
                    <a:srgbClr val="FFFFFF"/>
                  </a:gs>
                  <a:gs pos="86000">
                    <a:srgbClr val="FFFFFF"/>
                  </a:gs>
                </a:gsLst>
                <a:lin ang="5400000" scaled="0"/>
              </a:gradFill>
              <a:effectLst>
                <a:outerShdw blurRad="38100" dist="38100" dir="2700000" algn="tl">
                  <a:srgbClr val="000000">
                    <a:alpha val="43137"/>
                  </a:srgbClr>
                </a:outerShdw>
              </a:effectLst>
              <a:latin typeface="Century Schoolbook"/>
              <a:ea typeface="+mn-ea"/>
              <a:cs typeface="+mn-cs"/>
            </a:endParaRPr>
          </a:p>
        </p:txBody>
      </p:sp>
      <p:sp>
        <p:nvSpPr>
          <p:cNvPr id="11" name="TextBox 10"/>
          <p:cNvSpPr txBox="1"/>
          <p:nvPr/>
        </p:nvSpPr>
        <p:spPr>
          <a:xfrm>
            <a:off x="3769360" y="2348109"/>
            <a:ext cx="1706880" cy="492443"/>
          </a:xfrm>
          <a:prstGeom prst="rect">
            <a:avLst/>
          </a:prstGeom>
          <a:noFill/>
        </p:spPr>
        <p:txBody>
          <a:bodyPr wrap="square" rtlCol="0">
            <a:spAutoFit/>
          </a:bodyPr>
          <a:lstStyle/>
          <a:p>
            <a:pPr algn="ctr" defTabSz="914363" rtl="0"/>
            <a:r>
              <a:rPr lang="en-US" sz="1400" kern="1200" dirty="0">
                <a:gradFill>
                  <a:gsLst>
                    <a:gs pos="36000">
                      <a:srgbClr val="FFFFFF"/>
                    </a:gs>
                    <a:gs pos="86000">
                      <a:srgbClr val="FFFFFF"/>
                    </a:gs>
                  </a:gsLst>
                  <a:lin ang="5400000" scaled="0"/>
                </a:gradFill>
                <a:effectLst>
                  <a:outerShdw blurRad="38100" dist="38100" dir="2700000" algn="tl">
                    <a:srgbClr val="000000">
                      <a:alpha val="43137"/>
                    </a:srgbClr>
                  </a:outerShdw>
                </a:effectLst>
                <a:latin typeface="Century Schoolbook"/>
                <a:ea typeface="+mn-ea"/>
                <a:cs typeface="+mn-cs"/>
              </a:rPr>
              <a:t>User’s </a:t>
            </a:r>
            <a:r>
              <a:rPr lang="en-US" sz="1400" kern="1200" dirty="0" smtClean="0">
                <a:gradFill>
                  <a:gsLst>
                    <a:gs pos="36000">
                      <a:srgbClr val="FFFFFF"/>
                    </a:gs>
                    <a:gs pos="86000">
                      <a:srgbClr val="FFFFFF"/>
                    </a:gs>
                  </a:gsLst>
                  <a:lin ang="5400000" scaled="0"/>
                </a:gradFill>
                <a:effectLst>
                  <a:outerShdw blurRad="38100" dist="38100" dir="2700000" algn="tl">
                    <a:srgbClr val="000000">
                      <a:alpha val="43137"/>
                    </a:srgbClr>
                  </a:outerShdw>
                </a:effectLst>
                <a:latin typeface="Century Schoolbook"/>
                <a:ea typeface="+mn-ea"/>
                <a:cs typeface="+mn-cs"/>
              </a:rPr>
              <a:t>IdP / STS </a:t>
            </a:r>
            <a:br>
              <a:rPr lang="en-US" sz="1400" kern="1200" dirty="0" smtClean="0">
                <a:gradFill>
                  <a:gsLst>
                    <a:gs pos="36000">
                      <a:srgbClr val="FFFFFF"/>
                    </a:gs>
                    <a:gs pos="86000">
                      <a:srgbClr val="FFFFFF"/>
                    </a:gs>
                  </a:gsLst>
                  <a:lin ang="5400000" scaled="0"/>
                </a:gradFill>
                <a:effectLst>
                  <a:outerShdw blurRad="38100" dist="38100" dir="2700000" algn="tl">
                    <a:srgbClr val="000000">
                      <a:alpha val="43137"/>
                    </a:srgbClr>
                  </a:outerShdw>
                </a:effectLst>
                <a:latin typeface="Century Schoolbook"/>
                <a:ea typeface="+mn-ea"/>
                <a:cs typeface="+mn-cs"/>
              </a:rPr>
            </a:br>
            <a:r>
              <a:rPr lang="en-US" sz="1200" kern="1200" dirty="0" smtClean="0">
                <a:gradFill>
                  <a:gsLst>
                    <a:gs pos="36000">
                      <a:srgbClr val="FFFFFF"/>
                    </a:gs>
                    <a:gs pos="86000">
                      <a:srgbClr val="FFFFFF"/>
                    </a:gs>
                  </a:gsLst>
                  <a:lin ang="5400000" scaled="0"/>
                </a:gradFill>
                <a:effectLst>
                  <a:outerShdw blurRad="38100" dist="38100" dir="2700000" algn="tl">
                    <a:srgbClr val="000000">
                      <a:alpha val="43137"/>
                    </a:srgbClr>
                  </a:outerShdw>
                </a:effectLst>
                <a:latin typeface="Century Schoolbook"/>
                <a:ea typeface="+mn-ea"/>
                <a:cs typeface="+mn-cs"/>
              </a:rPr>
              <a:t>(</a:t>
            </a:r>
            <a:r>
              <a:rPr lang="en-US" sz="1200" kern="1200" dirty="0">
                <a:gradFill>
                  <a:gsLst>
                    <a:gs pos="36000">
                      <a:srgbClr val="FFFFFF"/>
                    </a:gs>
                    <a:gs pos="86000">
                      <a:srgbClr val="FFFFFF"/>
                    </a:gs>
                  </a:gsLst>
                  <a:lin ang="5400000" scaled="0"/>
                </a:gradFill>
                <a:effectLst>
                  <a:outerShdw blurRad="38100" dist="38100" dir="2700000" algn="tl">
                    <a:srgbClr val="000000">
                      <a:alpha val="43137"/>
                    </a:srgbClr>
                  </a:outerShdw>
                </a:effectLst>
                <a:latin typeface="Century Schoolbook"/>
                <a:ea typeface="+mn-ea"/>
                <a:cs typeface="+mn-cs"/>
              </a:rPr>
              <a:t>Federated Partner)</a:t>
            </a:r>
            <a:endParaRPr lang="en-US" sz="1400" kern="1200" dirty="0">
              <a:gradFill>
                <a:gsLst>
                  <a:gs pos="36000">
                    <a:srgbClr val="FFFFFF"/>
                  </a:gs>
                  <a:gs pos="86000">
                    <a:srgbClr val="FFFFFF"/>
                  </a:gs>
                </a:gsLst>
                <a:lin ang="5400000" scaled="0"/>
              </a:gradFill>
              <a:effectLst>
                <a:outerShdw blurRad="38100" dist="38100" dir="2700000" algn="tl">
                  <a:srgbClr val="000000">
                    <a:alpha val="43137"/>
                  </a:srgbClr>
                </a:outerShdw>
              </a:effectLst>
              <a:latin typeface="Century Schoolbook"/>
              <a:ea typeface="+mn-ea"/>
              <a:cs typeface="+mn-cs"/>
            </a:endParaRPr>
          </a:p>
        </p:txBody>
      </p:sp>
      <p:pic>
        <p:nvPicPr>
          <p:cNvPr id="12" name="Picture 2" descr="C:\Users\alogan\Desktop\Presentation Artwork\Latest DVD\Artwork_Imagery\Icons - Illustrations\_XML ICONS\pc computer desktop.png"/>
          <p:cNvPicPr>
            <a:picLocks noChangeAspect="1" noChangeArrowheads="1"/>
          </p:cNvPicPr>
          <p:nvPr/>
        </p:nvPicPr>
        <p:blipFill>
          <a:blip r:embed="rId5" cstate="print"/>
          <a:srcRect/>
          <a:stretch>
            <a:fillRect/>
          </a:stretch>
        </p:blipFill>
        <p:spPr bwMode="auto">
          <a:xfrm>
            <a:off x="5831840" y="5307981"/>
            <a:ext cx="1143000" cy="1140437"/>
          </a:xfrm>
          <a:prstGeom prst="rect">
            <a:avLst/>
          </a:prstGeom>
          <a:noFill/>
        </p:spPr>
      </p:pic>
      <p:sp>
        <p:nvSpPr>
          <p:cNvPr id="14" name="TextBox 13"/>
          <p:cNvSpPr txBox="1"/>
          <p:nvPr/>
        </p:nvSpPr>
        <p:spPr>
          <a:xfrm>
            <a:off x="5365347" y="6341027"/>
            <a:ext cx="2133600" cy="338554"/>
          </a:xfrm>
          <a:prstGeom prst="rect">
            <a:avLst/>
          </a:prstGeom>
          <a:noFill/>
        </p:spPr>
        <p:txBody>
          <a:bodyPr wrap="square" rtlCol="0">
            <a:spAutoFit/>
          </a:bodyPr>
          <a:lstStyle/>
          <a:p>
            <a:pPr algn="ctr" defTabSz="914363" rtl="0"/>
            <a:r>
              <a:rPr lang="en-US" sz="1600" kern="1200" dirty="0" smtClean="0">
                <a:gradFill>
                  <a:gsLst>
                    <a:gs pos="36000">
                      <a:srgbClr val="FFFFFF"/>
                    </a:gs>
                    <a:gs pos="86000">
                      <a:srgbClr val="FFFFFF"/>
                    </a:gs>
                  </a:gsLst>
                  <a:lin ang="5400000" scaled="0"/>
                </a:gradFill>
                <a:effectLst>
                  <a:outerShdw blurRad="38100" dist="38100" dir="2700000" algn="tl">
                    <a:srgbClr val="000000">
                      <a:alpha val="43137"/>
                    </a:srgbClr>
                  </a:outerShdw>
                </a:effectLst>
                <a:latin typeface="Century Schoolbook"/>
                <a:ea typeface="+mn-ea"/>
                <a:cs typeface="+mn-cs"/>
              </a:rPr>
              <a:t>Client </a:t>
            </a:r>
            <a:r>
              <a:rPr lang="en-US" sz="1600" kern="1200" dirty="0">
                <a:gradFill>
                  <a:gsLst>
                    <a:gs pos="36000">
                      <a:srgbClr val="FFFFFF"/>
                    </a:gs>
                    <a:gs pos="86000">
                      <a:srgbClr val="FFFFFF"/>
                    </a:gs>
                  </a:gsLst>
                  <a:lin ang="5400000" scaled="0"/>
                </a:gradFill>
                <a:effectLst>
                  <a:outerShdw blurRad="38100" dist="38100" dir="2700000" algn="tl">
                    <a:srgbClr val="000000">
                      <a:alpha val="43137"/>
                    </a:srgbClr>
                  </a:outerShdw>
                </a:effectLst>
                <a:latin typeface="Century Schoolbook"/>
                <a:ea typeface="+mn-ea"/>
                <a:cs typeface="+mn-cs"/>
              </a:rPr>
              <a:t>Application</a:t>
            </a:r>
          </a:p>
        </p:txBody>
      </p:sp>
      <p:sp>
        <p:nvSpPr>
          <p:cNvPr id="18" name="Down Arrow 17"/>
          <p:cNvSpPr/>
          <p:nvPr/>
        </p:nvSpPr>
        <p:spPr bwMode="auto">
          <a:xfrm>
            <a:off x="6526034" y="2885440"/>
            <a:ext cx="640080" cy="2378342"/>
          </a:xfrm>
          <a:prstGeom prst="downArrow">
            <a:avLst/>
          </a:prstGeom>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lIns="91436" tIns="45718" rIns="91436" bIns="45718" rtlCol="0" anchor="ctr"/>
          <a:lstStyle/>
          <a:p>
            <a:pPr algn="ctr" defTabSz="914099" rtl="0"/>
            <a:endParaRPr lang="en-US" kern="1200" dirty="0">
              <a:gradFill>
                <a:gsLst>
                  <a:gs pos="50000">
                    <a:srgbClr val="FFFFFF"/>
                  </a:gs>
                  <a:gs pos="100000">
                    <a:srgbClr val="FFFFFF"/>
                  </a:gs>
                </a:gsLst>
                <a:lin ang="5400000" scaled="0"/>
              </a:gradFill>
              <a:effectLst>
                <a:outerShdw blurRad="38100" dist="38100" dir="2700000" algn="tl">
                  <a:srgbClr val="000000">
                    <a:alpha val="43137"/>
                  </a:srgbClr>
                </a:outerShdw>
              </a:effectLst>
              <a:latin typeface="Calibri"/>
              <a:ea typeface="+mn-ea"/>
              <a:cs typeface="+mn-cs"/>
            </a:endParaRPr>
          </a:p>
        </p:txBody>
      </p:sp>
      <p:sp>
        <p:nvSpPr>
          <p:cNvPr id="19" name="Down Arrow 18"/>
          <p:cNvSpPr/>
          <p:nvPr/>
        </p:nvSpPr>
        <p:spPr bwMode="auto">
          <a:xfrm flipV="1">
            <a:off x="5953977" y="2875280"/>
            <a:ext cx="640080" cy="2350924"/>
          </a:xfrm>
          <a:prstGeom prst="downArrow">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lIns="91436" tIns="45718" rIns="91436" bIns="45718" rtlCol="0" anchor="ctr"/>
          <a:lstStyle/>
          <a:p>
            <a:pPr algn="ctr" defTabSz="914099" rtl="0"/>
            <a:endParaRPr lang="en-US" sz="2000" kern="1200" dirty="0">
              <a:gradFill>
                <a:gsLst>
                  <a:gs pos="50000">
                    <a:srgbClr val="FFFFFF"/>
                  </a:gs>
                  <a:gs pos="100000">
                    <a:srgbClr val="FFFFFF"/>
                  </a:gs>
                </a:gsLst>
                <a:lin ang="5400000" scaled="0"/>
              </a:gradFill>
              <a:effectLst>
                <a:outerShdw blurRad="38100" dist="38100" dir="2700000" algn="tl">
                  <a:srgbClr val="000000">
                    <a:alpha val="43137"/>
                  </a:srgbClr>
                </a:outerShdw>
              </a:effectLst>
              <a:latin typeface="Calibri"/>
              <a:ea typeface="+mn-ea"/>
              <a:cs typeface="+mn-cs"/>
            </a:endParaRPr>
          </a:p>
        </p:txBody>
      </p:sp>
      <p:sp>
        <p:nvSpPr>
          <p:cNvPr id="20" name="TextBox 19"/>
          <p:cNvSpPr txBox="1"/>
          <p:nvPr/>
        </p:nvSpPr>
        <p:spPr>
          <a:xfrm rot="5400000">
            <a:off x="5695644" y="3869471"/>
            <a:ext cx="2316479" cy="307777"/>
          </a:xfrm>
          <a:prstGeom prst="rect">
            <a:avLst/>
          </a:prstGeom>
          <a:noFill/>
        </p:spPr>
        <p:txBody>
          <a:bodyPr wrap="square" rtlCol="0">
            <a:spAutoFit/>
          </a:bodyPr>
          <a:lstStyle/>
          <a:p>
            <a:pPr algn="ctr" defTabSz="914363" rtl="0"/>
            <a:r>
              <a:rPr lang="en-US" sz="1400" b="1" kern="1200" dirty="0" smtClean="0">
                <a:gradFill>
                  <a:gsLst>
                    <a:gs pos="36000">
                      <a:srgbClr val="FFFFFF"/>
                    </a:gs>
                    <a:gs pos="86000">
                      <a:srgbClr val="FFFFFF"/>
                    </a:gs>
                  </a:gsLst>
                  <a:lin ang="5400000" scaled="0"/>
                </a:gradFill>
                <a:effectLst>
                  <a:outerShdw blurRad="38100" dist="38100" dir="2700000" algn="tl">
                    <a:srgbClr val="000000">
                      <a:alpha val="43137"/>
                    </a:srgbClr>
                  </a:outerShdw>
                </a:effectLst>
                <a:ea typeface="+mn-ea"/>
                <a:cs typeface="+mn-cs"/>
              </a:rPr>
              <a:t>Live Service </a:t>
            </a:r>
            <a:r>
              <a:rPr lang="en-US" sz="1400" b="1" kern="1200" dirty="0">
                <a:gradFill>
                  <a:gsLst>
                    <a:gs pos="36000">
                      <a:srgbClr val="FFFFFF"/>
                    </a:gs>
                    <a:gs pos="86000">
                      <a:srgbClr val="FFFFFF"/>
                    </a:gs>
                  </a:gsLst>
                  <a:lin ang="5400000" scaled="0"/>
                </a:gradFill>
                <a:effectLst>
                  <a:outerShdw blurRad="38100" dist="38100" dir="2700000" algn="tl">
                    <a:srgbClr val="000000">
                      <a:alpha val="43137"/>
                    </a:srgbClr>
                  </a:outerShdw>
                </a:effectLst>
                <a:ea typeface="+mn-ea"/>
                <a:cs typeface="+mn-cs"/>
              </a:rPr>
              <a:t>token</a:t>
            </a:r>
          </a:p>
        </p:txBody>
      </p:sp>
      <p:sp>
        <p:nvSpPr>
          <p:cNvPr id="21" name="TextBox 20"/>
          <p:cNvSpPr txBox="1"/>
          <p:nvPr/>
        </p:nvSpPr>
        <p:spPr>
          <a:xfrm rot="5400000">
            <a:off x="4961929" y="3723054"/>
            <a:ext cx="2609315" cy="307777"/>
          </a:xfrm>
          <a:prstGeom prst="rect">
            <a:avLst/>
          </a:prstGeom>
          <a:noFill/>
        </p:spPr>
        <p:txBody>
          <a:bodyPr wrap="square" rtlCol="0">
            <a:spAutoFit/>
          </a:bodyPr>
          <a:lstStyle/>
          <a:p>
            <a:pPr algn="ctr" defTabSz="914363" rtl="0"/>
            <a:r>
              <a:rPr lang="en-US" sz="1400" b="1" kern="1200" dirty="0" err="1" smtClean="0">
                <a:gradFill>
                  <a:gsLst>
                    <a:gs pos="36000">
                      <a:srgbClr val="FFFFFF"/>
                    </a:gs>
                    <a:gs pos="86000">
                      <a:srgbClr val="FFFFFF"/>
                    </a:gs>
                  </a:gsLst>
                  <a:lin ang="5400000" scaled="0"/>
                </a:gradFill>
                <a:effectLst>
                  <a:outerShdw blurRad="38100" dist="38100" dir="2700000" algn="tl">
                    <a:srgbClr val="000000">
                      <a:alpha val="43137"/>
                    </a:srgbClr>
                  </a:outerShdw>
                </a:effectLst>
                <a:ea typeface="+mn-ea"/>
                <a:cs typeface="+mn-cs"/>
              </a:rPr>
              <a:t>IdP</a:t>
            </a:r>
            <a:r>
              <a:rPr lang="en-US" sz="1400" b="1" kern="1200" dirty="0" smtClean="0">
                <a:gradFill>
                  <a:gsLst>
                    <a:gs pos="36000">
                      <a:srgbClr val="FFFFFF"/>
                    </a:gs>
                    <a:gs pos="86000">
                      <a:srgbClr val="FFFFFF"/>
                    </a:gs>
                  </a:gsLst>
                  <a:lin ang="5400000" scaled="0"/>
                </a:gradFill>
                <a:effectLst>
                  <a:outerShdw blurRad="38100" dist="38100" dir="2700000" algn="tl">
                    <a:srgbClr val="000000">
                      <a:alpha val="43137"/>
                    </a:srgbClr>
                  </a:outerShdw>
                </a:effectLst>
                <a:ea typeface="+mn-ea"/>
                <a:cs typeface="+mn-cs"/>
              </a:rPr>
              <a:t>/STS </a:t>
            </a:r>
            <a:r>
              <a:rPr lang="en-US" sz="1400" b="1" kern="1200" dirty="0">
                <a:gradFill>
                  <a:gsLst>
                    <a:gs pos="36000">
                      <a:srgbClr val="FFFFFF"/>
                    </a:gs>
                    <a:gs pos="86000">
                      <a:srgbClr val="FFFFFF"/>
                    </a:gs>
                  </a:gsLst>
                  <a:lin ang="5400000" scaled="0"/>
                </a:gradFill>
                <a:effectLst>
                  <a:outerShdw blurRad="38100" dist="38100" dir="2700000" algn="tl">
                    <a:srgbClr val="000000">
                      <a:alpha val="43137"/>
                    </a:srgbClr>
                  </a:outerShdw>
                </a:effectLst>
                <a:ea typeface="+mn-ea"/>
                <a:cs typeface="+mn-cs"/>
              </a:rPr>
              <a:t>token</a:t>
            </a:r>
          </a:p>
        </p:txBody>
      </p:sp>
      <p:sp>
        <p:nvSpPr>
          <p:cNvPr id="22" name="Down Arrow 21"/>
          <p:cNvSpPr/>
          <p:nvPr/>
        </p:nvSpPr>
        <p:spPr bwMode="auto">
          <a:xfrm rot="20219461">
            <a:off x="5026482" y="3108441"/>
            <a:ext cx="640080" cy="2458823"/>
          </a:xfrm>
          <a:prstGeom prst="downArrow">
            <a:avLst/>
          </a:prstGeom>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lIns="91436" tIns="45718" rIns="91436" bIns="45718" rtlCol="0" anchor="ctr"/>
          <a:lstStyle/>
          <a:p>
            <a:pPr algn="ctr" defTabSz="914099" rtl="0"/>
            <a:endParaRPr lang="en-US" kern="1200" dirty="0">
              <a:gradFill>
                <a:gsLst>
                  <a:gs pos="50000">
                    <a:srgbClr val="FFFFFF"/>
                  </a:gs>
                  <a:gs pos="100000">
                    <a:srgbClr val="FFFFFF"/>
                  </a:gs>
                </a:gsLst>
                <a:lin ang="5400000" scaled="0"/>
              </a:gradFill>
              <a:effectLst>
                <a:outerShdw blurRad="38100" dist="38100" dir="2700000" algn="tl">
                  <a:srgbClr val="000000">
                    <a:alpha val="43137"/>
                  </a:srgbClr>
                </a:outerShdw>
              </a:effectLst>
              <a:latin typeface="Calibri"/>
              <a:ea typeface="+mn-ea"/>
              <a:cs typeface="+mn-cs"/>
            </a:endParaRPr>
          </a:p>
        </p:txBody>
      </p:sp>
      <p:sp>
        <p:nvSpPr>
          <p:cNvPr id="23" name="Down Arrow 22"/>
          <p:cNvSpPr/>
          <p:nvPr/>
        </p:nvSpPr>
        <p:spPr bwMode="auto">
          <a:xfrm rot="20135125" flipV="1">
            <a:off x="4523635" y="3168237"/>
            <a:ext cx="640080" cy="2652461"/>
          </a:xfrm>
          <a:prstGeom prst="downArrow">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lIns="91436" tIns="45718" rIns="91436" bIns="45718" rtlCol="0" anchor="ctr"/>
          <a:lstStyle/>
          <a:p>
            <a:pPr algn="ctr" defTabSz="914099" rtl="0"/>
            <a:endParaRPr lang="en-US" sz="2000" kern="1200" dirty="0">
              <a:gradFill>
                <a:gsLst>
                  <a:gs pos="50000">
                    <a:srgbClr val="FFFFFF"/>
                  </a:gs>
                  <a:gs pos="100000">
                    <a:srgbClr val="FFFFFF"/>
                  </a:gs>
                </a:gsLst>
                <a:lin ang="5400000" scaled="0"/>
              </a:gradFill>
              <a:effectLst>
                <a:outerShdw blurRad="38100" dist="38100" dir="2700000" algn="tl">
                  <a:srgbClr val="000000">
                    <a:alpha val="43137"/>
                  </a:srgbClr>
                </a:outerShdw>
              </a:effectLst>
              <a:latin typeface="Calibri"/>
              <a:ea typeface="+mn-ea"/>
              <a:cs typeface="+mn-cs"/>
            </a:endParaRPr>
          </a:p>
        </p:txBody>
      </p:sp>
      <p:sp>
        <p:nvSpPr>
          <p:cNvPr id="24" name="TextBox 23"/>
          <p:cNvSpPr txBox="1"/>
          <p:nvPr/>
        </p:nvSpPr>
        <p:spPr>
          <a:xfrm rot="4019461">
            <a:off x="3922809" y="4009006"/>
            <a:ext cx="2667000" cy="307777"/>
          </a:xfrm>
          <a:prstGeom prst="rect">
            <a:avLst/>
          </a:prstGeom>
          <a:noFill/>
        </p:spPr>
        <p:txBody>
          <a:bodyPr wrap="square" rtlCol="0">
            <a:spAutoFit/>
          </a:bodyPr>
          <a:lstStyle/>
          <a:p>
            <a:pPr algn="ctr" defTabSz="914363" rtl="0"/>
            <a:r>
              <a:rPr lang="en-US" sz="1400" b="1" kern="1200" dirty="0" err="1" smtClean="0">
                <a:gradFill>
                  <a:gsLst>
                    <a:gs pos="36000">
                      <a:srgbClr val="FFFFFF"/>
                    </a:gs>
                    <a:gs pos="86000">
                      <a:srgbClr val="FFFFFF"/>
                    </a:gs>
                  </a:gsLst>
                  <a:lin ang="5400000" scaled="0"/>
                </a:gradFill>
                <a:effectLst>
                  <a:outerShdw blurRad="38100" dist="38100" dir="2700000" algn="tl">
                    <a:srgbClr val="000000">
                      <a:alpha val="43137"/>
                    </a:srgbClr>
                  </a:outerShdw>
                </a:effectLst>
                <a:ea typeface="+mn-ea"/>
                <a:cs typeface="+mn-cs"/>
              </a:rPr>
              <a:t>IdP</a:t>
            </a:r>
            <a:r>
              <a:rPr lang="en-US" sz="1400" b="1" kern="1200" dirty="0" smtClean="0">
                <a:gradFill>
                  <a:gsLst>
                    <a:gs pos="36000">
                      <a:srgbClr val="FFFFFF"/>
                    </a:gs>
                    <a:gs pos="86000">
                      <a:srgbClr val="FFFFFF"/>
                    </a:gs>
                  </a:gsLst>
                  <a:lin ang="5400000" scaled="0"/>
                </a:gradFill>
                <a:effectLst>
                  <a:outerShdw blurRad="38100" dist="38100" dir="2700000" algn="tl">
                    <a:srgbClr val="000000">
                      <a:alpha val="43137"/>
                    </a:srgbClr>
                  </a:outerShdw>
                </a:effectLst>
                <a:ea typeface="+mn-ea"/>
                <a:cs typeface="+mn-cs"/>
              </a:rPr>
              <a:t>/STS </a:t>
            </a:r>
            <a:r>
              <a:rPr lang="en-US" sz="1400" b="1" kern="1200" dirty="0">
                <a:gradFill>
                  <a:gsLst>
                    <a:gs pos="36000">
                      <a:srgbClr val="FFFFFF"/>
                    </a:gs>
                    <a:gs pos="86000">
                      <a:srgbClr val="FFFFFF"/>
                    </a:gs>
                  </a:gsLst>
                  <a:lin ang="5400000" scaled="0"/>
                </a:gradFill>
                <a:effectLst>
                  <a:outerShdw blurRad="38100" dist="38100" dir="2700000" algn="tl">
                    <a:srgbClr val="000000">
                      <a:alpha val="43137"/>
                    </a:srgbClr>
                  </a:outerShdw>
                </a:effectLst>
                <a:ea typeface="+mn-ea"/>
                <a:cs typeface="+mn-cs"/>
              </a:rPr>
              <a:t>token</a:t>
            </a:r>
          </a:p>
        </p:txBody>
      </p:sp>
      <p:sp>
        <p:nvSpPr>
          <p:cNvPr id="25" name="TextBox 24"/>
          <p:cNvSpPr txBox="1"/>
          <p:nvPr/>
        </p:nvSpPr>
        <p:spPr>
          <a:xfrm rot="3935125">
            <a:off x="3577970" y="4382650"/>
            <a:ext cx="2583090" cy="307777"/>
          </a:xfrm>
          <a:prstGeom prst="rect">
            <a:avLst/>
          </a:prstGeom>
          <a:noFill/>
        </p:spPr>
        <p:txBody>
          <a:bodyPr wrap="square" rtlCol="0">
            <a:spAutoFit/>
          </a:bodyPr>
          <a:lstStyle/>
          <a:p>
            <a:pPr algn="ctr" defTabSz="914363" rtl="0"/>
            <a:r>
              <a:rPr lang="en-US" sz="1400" b="1" kern="1200" dirty="0">
                <a:gradFill>
                  <a:gsLst>
                    <a:gs pos="36000">
                      <a:srgbClr val="FFFFFF"/>
                    </a:gs>
                    <a:gs pos="86000">
                      <a:srgbClr val="FFFFFF"/>
                    </a:gs>
                  </a:gsLst>
                  <a:lin ang="5400000" scaled="0"/>
                </a:gradFill>
                <a:effectLst>
                  <a:outerShdw blurRad="38100" dist="38100" dir="2700000" algn="tl">
                    <a:srgbClr val="000000">
                      <a:alpha val="43137"/>
                    </a:srgbClr>
                  </a:outerShdw>
                </a:effectLst>
                <a:ea typeface="+mn-ea"/>
                <a:cs typeface="+mn-cs"/>
              </a:rPr>
              <a:t>Username, Password, Device ID</a:t>
            </a:r>
          </a:p>
        </p:txBody>
      </p:sp>
      <p:sp>
        <p:nvSpPr>
          <p:cNvPr id="26" name="Down Arrow 25"/>
          <p:cNvSpPr/>
          <p:nvPr/>
        </p:nvSpPr>
        <p:spPr bwMode="auto">
          <a:xfrm rot="11898793">
            <a:off x="7373734" y="3000420"/>
            <a:ext cx="640080" cy="2328775"/>
          </a:xfrm>
          <a:prstGeom prst="downArrow">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lIns="91436" tIns="45718" rIns="91436" bIns="45718" rtlCol="0" anchor="ctr"/>
          <a:lstStyle/>
          <a:p>
            <a:pPr algn="ctr" defTabSz="914099" rtl="0"/>
            <a:endParaRPr lang="en-US" sz="2000" kern="1200" dirty="0">
              <a:gradFill>
                <a:gsLst>
                  <a:gs pos="50000">
                    <a:srgbClr val="FFFFFF"/>
                  </a:gs>
                  <a:gs pos="100000">
                    <a:srgbClr val="FFFFFF"/>
                  </a:gs>
                </a:gsLst>
                <a:lin ang="5400000" scaled="0"/>
              </a:gradFill>
              <a:effectLst>
                <a:outerShdw blurRad="38100" dist="38100" dir="2700000" algn="tl">
                  <a:srgbClr val="000000">
                    <a:alpha val="43137"/>
                  </a:srgbClr>
                </a:outerShdw>
              </a:effectLst>
              <a:latin typeface="Calibri"/>
              <a:ea typeface="+mn-ea"/>
              <a:cs typeface="+mn-cs"/>
            </a:endParaRPr>
          </a:p>
        </p:txBody>
      </p:sp>
      <p:sp>
        <p:nvSpPr>
          <p:cNvPr id="27" name="Down Arrow 26"/>
          <p:cNvSpPr/>
          <p:nvPr/>
        </p:nvSpPr>
        <p:spPr bwMode="auto">
          <a:xfrm rot="11898793" flipV="1">
            <a:off x="7773467" y="3333869"/>
            <a:ext cx="640080" cy="2415208"/>
          </a:xfrm>
          <a:prstGeom prst="downArrow">
            <a:avLst/>
          </a:prstGeom>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lIns="91436" tIns="45718" rIns="91436" bIns="45718" rtlCol="0" anchor="ctr"/>
          <a:lstStyle/>
          <a:p>
            <a:pPr algn="ctr" defTabSz="914099" rtl="0"/>
            <a:endParaRPr lang="en-US" kern="1200" dirty="0">
              <a:gradFill>
                <a:gsLst>
                  <a:gs pos="50000">
                    <a:srgbClr val="FFFFFF"/>
                  </a:gs>
                  <a:gs pos="100000">
                    <a:srgbClr val="FFFFFF"/>
                  </a:gs>
                </a:gsLst>
                <a:lin ang="5400000" scaled="0"/>
              </a:gradFill>
              <a:effectLst>
                <a:outerShdw blurRad="38100" dist="38100" dir="2700000" algn="tl">
                  <a:srgbClr val="000000">
                    <a:alpha val="43137"/>
                  </a:srgbClr>
                </a:outerShdw>
              </a:effectLst>
              <a:latin typeface="Calibri"/>
              <a:ea typeface="+mn-ea"/>
              <a:cs typeface="+mn-cs"/>
            </a:endParaRPr>
          </a:p>
        </p:txBody>
      </p:sp>
      <p:sp>
        <p:nvSpPr>
          <p:cNvPr id="28" name="TextBox 27"/>
          <p:cNvSpPr txBox="1"/>
          <p:nvPr/>
        </p:nvSpPr>
        <p:spPr>
          <a:xfrm rot="17298793">
            <a:off x="7003810" y="4236714"/>
            <a:ext cx="2258288" cy="307777"/>
          </a:xfrm>
          <a:prstGeom prst="rect">
            <a:avLst/>
          </a:prstGeom>
          <a:noFill/>
        </p:spPr>
        <p:txBody>
          <a:bodyPr wrap="square" rtlCol="0">
            <a:spAutoFit/>
          </a:bodyPr>
          <a:lstStyle/>
          <a:p>
            <a:pPr algn="ctr" defTabSz="914363" rtl="0"/>
            <a:r>
              <a:rPr lang="en-US" sz="1400" b="1" kern="1200" dirty="0">
                <a:gradFill>
                  <a:gsLst>
                    <a:gs pos="36000">
                      <a:srgbClr val="FFFFFF"/>
                    </a:gs>
                    <a:gs pos="86000">
                      <a:srgbClr val="FFFFFF"/>
                    </a:gs>
                  </a:gsLst>
                  <a:lin ang="5400000" scaled="0"/>
                </a:gradFill>
                <a:effectLst>
                  <a:outerShdw blurRad="38100" dist="38100" dir="2700000" algn="tl">
                    <a:srgbClr val="000000">
                      <a:alpha val="43137"/>
                    </a:srgbClr>
                  </a:outerShdw>
                </a:effectLst>
                <a:ea typeface="+mn-ea"/>
                <a:cs typeface="+mn-cs"/>
              </a:rPr>
              <a:t>Personalized content</a:t>
            </a:r>
          </a:p>
        </p:txBody>
      </p:sp>
      <p:sp>
        <p:nvSpPr>
          <p:cNvPr id="29" name="TextBox 28"/>
          <p:cNvSpPr txBox="1"/>
          <p:nvPr/>
        </p:nvSpPr>
        <p:spPr>
          <a:xfrm rot="17298793">
            <a:off x="6518044" y="4021402"/>
            <a:ext cx="2305311" cy="307777"/>
          </a:xfrm>
          <a:prstGeom prst="rect">
            <a:avLst/>
          </a:prstGeom>
          <a:noFill/>
        </p:spPr>
        <p:txBody>
          <a:bodyPr wrap="square" rtlCol="0">
            <a:spAutoFit/>
          </a:bodyPr>
          <a:lstStyle/>
          <a:p>
            <a:pPr algn="ctr" defTabSz="914363" rtl="0"/>
            <a:r>
              <a:rPr lang="en-US" sz="1400" b="1" kern="1200" dirty="0" smtClean="0">
                <a:gradFill>
                  <a:gsLst>
                    <a:gs pos="36000">
                      <a:srgbClr val="FFFFFF"/>
                    </a:gs>
                    <a:gs pos="86000">
                      <a:srgbClr val="FFFFFF"/>
                    </a:gs>
                  </a:gsLst>
                  <a:lin ang="5400000" scaled="0"/>
                </a:gradFill>
                <a:effectLst>
                  <a:outerShdw blurRad="38100" dist="38100" dir="2700000" algn="tl">
                    <a:srgbClr val="000000">
                      <a:alpha val="43137"/>
                    </a:srgbClr>
                  </a:outerShdw>
                </a:effectLst>
                <a:ea typeface="+mn-ea"/>
                <a:cs typeface="+mn-cs"/>
              </a:rPr>
              <a:t>Live Service token</a:t>
            </a:r>
            <a:endParaRPr lang="en-US" sz="1400" b="1" kern="1200" dirty="0">
              <a:gradFill>
                <a:gsLst>
                  <a:gs pos="36000">
                    <a:srgbClr val="FFFFFF"/>
                  </a:gs>
                  <a:gs pos="86000">
                    <a:srgbClr val="FFFFFF"/>
                  </a:gs>
                </a:gsLst>
                <a:lin ang="5400000" scaled="0"/>
              </a:gradFill>
              <a:effectLst>
                <a:outerShdw blurRad="38100" dist="38100" dir="2700000" algn="tl">
                  <a:srgbClr val="000000">
                    <a:alpha val="43137"/>
                  </a:srgbClr>
                </a:outerShdw>
              </a:effectLst>
              <a:ea typeface="+mn-ea"/>
              <a:cs typeface="+mn-cs"/>
            </a:endParaRPr>
          </a:p>
        </p:txBody>
      </p:sp>
      <p:sp>
        <p:nvSpPr>
          <p:cNvPr id="32" name="Rectangle 31"/>
          <p:cNvSpPr/>
          <p:nvPr/>
        </p:nvSpPr>
        <p:spPr>
          <a:xfrm>
            <a:off x="338137" y="1573213"/>
            <a:ext cx="3490913" cy="1477328"/>
          </a:xfrm>
          <a:prstGeom prst="rect">
            <a:avLst/>
          </a:prstGeom>
        </p:spPr>
        <p:txBody>
          <a:bodyPr wrap="square">
            <a:spAutoFit/>
          </a:bodyPr>
          <a:lstStyle/>
          <a:p>
            <a:pPr indent="3175" algn="l" defTabSz="914363" rtl="0">
              <a:defRPr/>
            </a:pPr>
            <a:r>
              <a:rPr lang="en-US" sz="2000" b="1" u="sng" kern="1200" dirty="0">
                <a:solidFill>
                  <a:srgbClr val="D7AEE4"/>
                </a:solidFill>
                <a:latin typeface="Calibri"/>
                <a:ea typeface="+mn-ea"/>
                <a:cs typeface="+mn-cs"/>
              </a:rPr>
              <a:t>Step 1</a:t>
            </a:r>
            <a:r>
              <a:rPr lang="en-US" sz="2000" b="1" kern="1200" dirty="0">
                <a:solidFill>
                  <a:srgbClr val="D7AEE4"/>
                </a:solidFill>
                <a:latin typeface="Calibri"/>
                <a:ea typeface="+mn-ea"/>
                <a:cs typeface="+mn-cs"/>
              </a:rPr>
              <a:t> </a:t>
            </a:r>
            <a:r>
              <a:rPr lang="en-US" b="1" kern="1200" dirty="0">
                <a:solidFill>
                  <a:srgbClr val="D7AEE4"/>
                </a:solidFill>
                <a:latin typeface="Calibri"/>
                <a:ea typeface="+mn-ea"/>
                <a:cs typeface="+mn-cs"/>
              </a:rPr>
              <a:t>(Partner Sign-in)</a:t>
            </a:r>
          </a:p>
          <a:p>
            <a:pPr indent="3175" algn="l" defTabSz="914363" rtl="0">
              <a:defRPr/>
            </a:pPr>
            <a:r>
              <a:rPr lang="en-US" sz="1400" kern="1200" dirty="0">
                <a:solidFill>
                  <a:srgbClr val="FFFFFF"/>
                </a:solidFill>
                <a:latin typeface="Calibri"/>
                <a:ea typeface="+mn-ea"/>
                <a:cs typeface="+mn-cs"/>
              </a:rPr>
              <a:t>A user sends credentials to the federated partner identity </a:t>
            </a:r>
            <a:r>
              <a:rPr lang="en-US" sz="1400" kern="1200" dirty="0" smtClean="0">
                <a:solidFill>
                  <a:srgbClr val="FFFFFF"/>
                </a:solidFill>
                <a:latin typeface="Calibri"/>
                <a:ea typeface="+mn-ea"/>
                <a:cs typeface="+mn-cs"/>
              </a:rPr>
              <a:t>provider (IdP).</a:t>
            </a:r>
          </a:p>
          <a:p>
            <a:pPr indent="3175" algn="l" defTabSz="914363" rtl="0">
              <a:defRPr/>
            </a:pPr>
            <a:r>
              <a:rPr lang="en-US" sz="1400" kern="1200" dirty="0" smtClean="0">
                <a:solidFill>
                  <a:srgbClr val="FFFFFF"/>
                </a:solidFill>
                <a:latin typeface="Calibri"/>
                <a:ea typeface="+mn-ea"/>
                <a:cs typeface="+mn-cs"/>
              </a:rPr>
              <a:t> </a:t>
            </a:r>
            <a:br>
              <a:rPr lang="en-US" sz="1400" kern="1200" dirty="0" smtClean="0">
                <a:solidFill>
                  <a:srgbClr val="FFFFFF"/>
                </a:solidFill>
                <a:latin typeface="Calibri"/>
                <a:ea typeface="+mn-ea"/>
                <a:cs typeface="+mn-cs"/>
              </a:rPr>
            </a:br>
            <a:r>
              <a:rPr lang="en-US" sz="1400" kern="1200" dirty="0" smtClean="0">
                <a:solidFill>
                  <a:srgbClr val="FFFFFF"/>
                </a:solidFill>
                <a:latin typeface="Calibri"/>
                <a:ea typeface="+mn-ea"/>
                <a:cs typeface="+mn-cs"/>
              </a:rPr>
              <a:t>federated </a:t>
            </a:r>
            <a:r>
              <a:rPr lang="en-US" sz="1400" kern="1200" dirty="0">
                <a:solidFill>
                  <a:srgbClr val="FFFFFF"/>
                </a:solidFill>
                <a:latin typeface="Calibri"/>
                <a:ea typeface="+mn-ea"/>
                <a:cs typeface="+mn-cs"/>
              </a:rPr>
              <a:t>partner’s </a:t>
            </a:r>
            <a:r>
              <a:rPr lang="en-US" sz="1400" i="1" kern="1200" dirty="0">
                <a:solidFill>
                  <a:srgbClr val="FFFFFF"/>
                </a:solidFill>
                <a:latin typeface="Calibri"/>
                <a:ea typeface="+mn-ea"/>
                <a:cs typeface="+mn-cs"/>
              </a:rPr>
              <a:t>Security Token Service (STS)</a:t>
            </a:r>
            <a:r>
              <a:rPr lang="en-US" sz="1400" kern="1200" dirty="0">
                <a:solidFill>
                  <a:srgbClr val="FFFFFF"/>
                </a:solidFill>
                <a:latin typeface="Calibri"/>
                <a:ea typeface="+mn-ea"/>
                <a:cs typeface="+mn-cs"/>
              </a:rPr>
              <a:t> generates </a:t>
            </a:r>
            <a:r>
              <a:rPr lang="en-US" sz="1400" kern="1200" dirty="0" smtClean="0">
                <a:solidFill>
                  <a:srgbClr val="FFFFFF"/>
                </a:solidFill>
                <a:latin typeface="Calibri"/>
                <a:ea typeface="+mn-ea"/>
                <a:cs typeface="+mn-cs"/>
              </a:rPr>
              <a:t>IdP token. </a:t>
            </a:r>
          </a:p>
        </p:txBody>
      </p:sp>
      <p:sp>
        <p:nvSpPr>
          <p:cNvPr id="33" name="Rectangle 32"/>
          <p:cNvSpPr/>
          <p:nvPr/>
        </p:nvSpPr>
        <p:spPr>
          <a:xfrm>
            <a:off x="381000" y="6450431"/>
            <a:ext cx="5610386" cy="281937"/>
          </a:xfrm>
          <a:prstGeom prst="rect">
            <a:avLst/>
          </a:prstGeom>
        </p:spPr>
        <p:txBody>
          <a:bodyPr wrap="square">
            <a:spAutoFit/>
          </a:bodyPr>
          <a:lstStyle/>
          <a:p>
            <a:pPr>
              <a:lnSpc>
                <a:spcPct val="120000"/>
              </a:lnSpc>
              <a:spcBef>
                <a:spcPts val="600"/>
              </a:spcBef>
            </a:pPr>
            <a:r>
              <a:rPr lang="en-US" sz="1050" dirty="0" smtClean="0"/>
              <a:t>Windows Live ID Client SDK </a:t>
            </a:r>
            <a:r>
              <a:rPr lang="en-US" sz="1050" dirty="0" smtClean="0">
                <a:hlinkClick r:id="rId6"/>
              </a:rPr>
              <a:t>http://go.microsoft.com/fwlink/?LinkId=86974</a:t>
            </a:r>
            <a:endParaRPr lang="en-US" sz="1050" dirty="0" smtClean="0"/>
          </a:p>
        </p:txBody>
      </p:sp>
      <p:sp>
        <p:nvSpPr>
          <p:cNvPr id="30" name="Rectangle 29"/>
          <p:cNvSpPr/>
          <p:nvPr/>
        </p:nvSpPr>
        <p:spPr>
          <a:xfrm>
            <a:off x="338137" y="3051641"/>
            <a:ext cx="3405188" cy="1908215"/>
          </a:xfrm>
          <a:prstGeom prst="rect">
            <a:avLst/>
          </a:prstGeom>
        </p:spPr>
        <p:txBody>
          <a:bodyPr wrap="square">
            <a:spAutoFit/>
          </a:bodyPr>
          <a:lstStyle/>
          <a:p>
            <a:pPr indent="3175">
              <a:defRPr/>
            </a:pPr>
            <a:r>
              <a:rPr lang="en-US" sz="2000" b="1" u="sng" dirty="0" smtClean="0">
                <a:solidFill>
                  <a:srgbClr val="D7AEE4"/>
                </a:solidFill>
              </a:rPr>
              <a:t>Step 2</a:t>
            </a:r>
            <a:r>
              <a:rPr lang="en-US" sz="2000" b="1" dirty="0" smtClean="0">
                <a:solidFill>
                  <a:srgbClr val="D7AEE4"/>
                </a:solidFill>
              </a:rPr>
              <a:t> </a:t>
            </a:r>
            <a:r>
              <a:rPr lang="en-US" b="1" dirty="0" smtClean="0">
                <a:solidFill>
                  <a:srgbClr val="D7AEE4"/>
                </a:solidFill>
              </a:rPr>
              <a:t>(Federated Sign-in)</a:t>
            </a:r>
          </a:p>
          <a:p>
            <a:pPr indent="3175">
              <a:defRPr/>
            </a:pPr>
            <a:r>
              <a:rPr lang="en-US" sz="1400" dirty="0" smtClean="0">
                <a:solidFill>
                  <a:srgbClr val="FFFFFF"/>
                </a:solidFill>
              </a:rPr>
              <a:t>IdP token is sent to Microsoft Federation Gateway.</a:t>
            </a:r>
          </a:p>
          <a:p>
            <a:pPr indent="3175">
              <a:defRPr/>
            </a:pPr>
            <a:r>
              <a:rPr lang="en-US" sz="1400" dirty="0" smtClean="0">
                <a:solidFill>
                  <a:srgbClr val="FFFFFF"/>
                </a:solidFill>
              </a:rPr>
              <a:t> </a:t>
            </a:r>
          </a:p>
          <a:p>
            <a:pPr indent="3175">
              <a:defRPr/>
            </a:pPr>
            <a:r>
              <a:rPr lang="en-US" sz="1400" dirty="0" smtClean="0">
                <a:solidFill>
                  <a:srgbClr val="FFFFFF"/>
                </a:solidFill>
              </a:rPr>
              <a:t>Federation Gateway converts IdP token from the federated partner to a Live Service token. </a:t>
            </a:r>
            <a:br>
              <a:rPr lang="en-US" sz="1400" dirty="0" smtClean="0">
                <a:solidFill>
                  <a:srgbClr val="FFFFFF"/>
                </a:solidFill>
              </a:rPr>
            </a:br>
            <a:endParaRPr lang="en-US" sz="1400" dirty="0" smtClean="0">
              <a:solidFill>
                <a:srgbClr val="FFFFFF"/>
              </a:solidFill>
            </a:endParaRPr>
          </a:p>
        </p:txBody>
      </p:sp>
      <p:sp>
        <p:nvSpPr>
          <p:cNvPr id="31" name="Rectangle 30"/>
          <p:cNvSpPr/>
          <p:nvPr/>
        </p:nvSpPr>
        <p:spPr>
          <a:xfrm>
            <a:off x="338137" y="4736878"/>
            <a:ext cx="3462338" cy="1046440"/>
          </a:xfrm>
          <a:prstGeom prst="rect">
            <a:avLst/>
          </a:prstGeom>
        </p:spPr>
        <p:txBody>
          <a:bodyPr wrap="square">
            <a:spAutoFit/>
          </a:bodyPr>
          <a:lstStyle/>
          <a:p>
            <a:pPr indent="3175">
              <a:defRPr/>
            </a:pPr>
            <a:r>
              <a:rPr lang="en-US" sz="2000" b="1" u="sng" dirty="0" smtClean="0">
                <a:solidFill>
                  <a:srgbClr val="D7AEE4"/>
                </a:solidFill>
              </a:rPr>
              <a:t>Step 3</a:t>
            </a:r>
            <a:r>
              <a:rPr lang="en-US" sz="2000" b="1" dirty="0" smtClean="0">
                <a:solidFill>
                  <a:srgbClr val="D7AEE4"/>
                </a:solidFill>
              </a:rPr>
              <a:t> </a:t>
            </a:r>
            <a:r>
              <a:rPr lang="en-US" b="1" dirty="0" smtClean="0">
                <a:solidFill>
                  <a:srgbClr val="D7AEE4"/>
                </a:solidFill>
              </a:rPr>
              <a:t>(Service Sign-in)</a:t>
            </a:r>
          </a:p>
          <a:p>
            <a:pPr indent="3175">
              <a:defRPr/>
            </a:pPr>
            <a:r>
              <a:rPr lang="en-US" sz="1400" dirty="0" smtClean="0">
                <a:solidFill>
                  <a:srgbClr val="FFFFFF"/>
                </a:solidFill>
              </a:rPr>
              <a:t>The issued service access token is sent to the Live Service that the user originally wanted to access.</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with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p:cTn id="7" dur="500" fill="hold"/>
                                        <p:tgtEl>
                                          <p:spTgt spid="1026"/>
                                        </p:tgtEl>
                                        <p:attrNameLst>
                                          <p:attrName>ppt_w</p:attrName>
                                        </p:attrNameLst>
                                      </p:cBhvr>
                                      <p:tavLst>
                                        <p:tav tm="0">
                                          <p:val>
                                            <p:fltVal val="0"/>
                                          </p:val>
                                        </p:tav>
                                        <p:tav tm="100000">
                                          <p:val>
                                            <p:strVal val="#ppt_w"/>
                                          </p:val>
                                        </p:tav>
                                      </p:tavLst>
                                    </p:anim>
                                    <p:anim calcmode="lin" valueType="num">
                                      <p:cBhvr>
                                        <p:cTn id="8" dur="500" fill="hold"/>
                                        <p:tgtEl>
                                          <p:spTgt spid="1026"/>
                                        </p:tgtEl>
                                        <p:attrNameLst>
                                          <p:attrName>ppt_h</p:attrName>
                                        </p:attrNameLst>
                                      </p:cBhvr>
                                      <p:tavLst>
                                        <p:tav tm="0">
                                          <p:val>
                                            <p:fltVal val="0"/>
                                          </p:val>
                                        </p:tav>
                                        <p:tav tm="100000">
                                          <p:val>
                                            <p:strVal val="#ppt_h"/>
                                          </p:val>
                                        </p:tav>
                                      </p:tavLst>
                                    </p:anim>
                                    <p:animEffect transition="in" filter="fade">
                                      <p:cBhvr>
                                        <p:cTn id="9" dur="500"/>
                                        <p:tgtEl>
                                          <p:spTgt spid="1026"/>
                                        </p:tgtEl>
                                      </p:cBhvr>
                                    </p:animEffect>
                                  </p:childTnLst>
                                </p:cTn>
                              </p:par>
                              <p:par>
                                <p:cTn id="10" presetID="53"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p:cTn id="12" dur="500" fill="hold"/>
                                        <p:tgtEl>
                                          <p:spTgt spid="11"/>
                                        </p:tgtEl>
                                        <p:attrNameLst>
                                          <p:attrName>ppt_w</p:attrName>
                                        </p:attrNameLst>
                                      </p:cBhvr>
                                      <p:tavLst>
                                        <p:tav tm="0">
                                          <p:val>
                                            <p:fltVal val="0"/>
                                          </p:val>
                                        </p:tav>
                                        <p:tav tm="100000">
                                          <p:val>
                                            <p:strVal val="#ppt_w"/>
                                          </p:val>
                                        </p:tav>
                                      </p:tavLst>
                                    </p:anim>
                                    <p:anim calcmode="lin" valueType="num">
                                      <p:cBhvr>
                                        <p:cTn id="13" dur="500" fill="hold"/>
                                        <p:tgtEl>
                                          <p:spTgt spid="11"/>
                                        </p:tgtEl>
                                        <p:attrNameLst>
                                          <p:attrName>ppt_h</p:attrName>
                                        </p:attrNameLst>
                                      </p:cBhvr>
                                      <p:tavLst>
                                        <p:tav tm="0">
                                          <p:val>
                                            <p:fltVal val="0"/>
                                          </p:val>
                                        </p:tav>
                                        <p:tav tm="100000">
                                          <p:val>
                                            <p:strVal val="#ppt_h"/>
                                          </p:val>
                                        </p:tav>
                                      </p:tavLst>
                                    </p:anim>
                                    <p:animEffect transition="in" filter="fade">
                                      <p:cBhvr>
                                        <p:cTn id="14" dur="5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wipe(down)">
                                      <p:cBhvr>
                                        <p:cTn id="19" dur="500"/>
                                        <p:tgtEl>
                                          <p:spTgt spid="25"/>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down)">
                                      <p:cBhvr>
                                        <p:cTn id="22" dur="500"/>
                                        <p:tgtEl>
                                          <p:spTgt spid="23"/>
                                        </p:tgtEl>
                                      </p:cBhvr>
                                    </p:animEffect>
                                  </p:childTnLst>
                                </p:cTn>
                              </p:par>
                            </p:childTnLst>
                          </p:cTn>
                        </p:par>
                        <p:par>
                          <p:cTn id="23" fill="hold">
                            <p:stCondLst>
                              <p:cond delay="500"/>
                            </p:stCondLst>
                            <p:childTnLst>
                              <p:par>
                                <p:cTn id="24" presetID="22" presetClass="entr" presetSubtype="1" fill="hold" grpId="0" nodeType="after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wipe(up)">
                                      <p:cBhvr>
                                        <p:cTn id="26" dur="500"/>
                                        <p:tgtEl>
                                          <p:spTgt spid="24"/>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wipe(up)">
                                      <p:cBhvr>
                                        <p:cTn id="29" dur="500"/>
                                        <p:tgtEl>
                                          <p:spTgt spid="22"/>
                                        </p:tgtEl>
                                      </p:cBhvr>
                                    </p:animEffect>
                                  </p:childTnLst>
                                </p:cTn>
                              </p:par>
                            </p:childTnLst>
                          </p:cTn>
                        </p:par>
                        <p:par>
                          <p:cTn id="30" fill="hold">
                            <p:stCondLst>
                              <p:cond delay="1000"/>
                            </p:stCondLst>
                            <p:childTnLst>
                              <p:par>
                                <p:cTn id="31" presetID="53" presetClass="entr" presetSubtype="0" fill="hold" grpId="0" nodeType="afterEffect">
                                  <p:stCondLst>
                                    <p:cond delay="0"/>
                                  </p:stCondLst>
                                  <p:childTnLst>
                                    <p:set>
                                      <p:cBhvr>
                                        <p:cTn id="32" dur="1" fill="hold">
                                          <p:stCondLst>
                                            <p:cond delay="0"/>
                                          </p:stCondLst>
                                        </p:cTn>
                                        <p:tgtEl>
                                          <p:spTgt spid="32"/>
                                        </p:tgtEl>
                                        <p:attrNameLst>
                                          <p:attrName>style.visibility</p:attrName>
                                        </p:attrNameLst>
                                      </p:cBhvr>
                                      <p:to>
                                        <p:strVal val="visible"/>
                                      </p:to>
                                    </p:set>
                                    <p:anim calcmode="lin" valueType="num">
                                      <p:cBhvr>
                                        <p:cTn id="33" dur="500" fill="hold"/>
                                        <p:tgtEl>
                                          <p:spTgt spid="32"/>
                                        </p:tgtEl>
                                        <p:attrNameLst>
                                          <p:attrName>ppt_w</p:attrName>
                                        </p:attrNameLst>
                                      </p:cBhvr>
                                      <p:tavLst>
                                        <p:tav tm="0">
                                          <p:val>
                                            <p:fltVal val="0"/>
                                          </p:val>
                                        </p:tav>
                                        <p:tav tm="100000">
                                          <p:val>
                                            <p:strVal val="#ppt_w"/>
                                          </p:val>
                                        </p:tav>
                                      </p:tavLst>
                                    </p:anim>
                                    <p:anim calcmode="lin" valueType="num">
                                      <p:cBhvr>
                                        <p:cTn id="34" dur="500" fill="hold"/>
                                        <p:tgtEl>
                                          <p:spTgt spid="32"/>
                                        </p:tgtEl>
                                        <p:attrNameLst>
                                          <p:attrName>ppt_h</p:attrName>
                                        </p:attrNameLst>
                                      </p:cBhvr>
                                      <p:tavLst>
                                        <p:tav tm="0">
                                          <p:val>
                                            <p:fltVal val="0"/>
                                          </p:val>
                                        </p:tav>
                                        <p:tav tm="100000">
                                          <p:val>
                                            <p:strVal val="#ppt_h"/>
                                          </p:val>
                                        </p:tav>
                                      </p:tavLst>
                                    </p:anim>
                                    <p:animEffect transition="in" filter="fade">
                                      <p:cBhvr>
                                        <p:cTn id="35" dur="500"/>
                                        <p:tgtEl>
                                          <p:spTgt spid="32"/>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0" fill="hold" nodeType="clickEffect">
                                  <p:stCondLst>
                                    <p:cond delay="0"/>
                                  </p:stCondLst>
                                  <p:childTnLst>
                                    <p:set>
                                      <p:cBhvr>
                                        <p:cTn id="39" dur="1" fill="hold">
                                          <p:stCondLst>
                                            <p:cond delay="0"/>
                                          </p:stCondLst>
                                        </p:cTn>
                                        <p:tgtEl>
                                          <p:spTgt spid="7"/>
                                        </p:tgtEl>
                                        <p:attrNameLst>
                                          <p:attrName>style.visibility</p:attrName>
                                        </p:attrNameLst>
                                      </p:cBhvr>
                                      <p:to>
                                        <p:strVal val="visible"/>
                                      </p:to>
                                    </p:set>
                                    <p:anim calcmode="lin" valueType="num">
                                      <p:cBhvr>
                                        <p:cTn id="40" dur="500" fill="hold"/>
                                        <p:tgtEl>
                                          <p:spTgt spid="7"/>
                                        </p:tgtEl>
                                        <p:attrNameLst>
                                          <p:attrName>ppt_w</p:attrName>
                                        </p:attrNameLst>
                                      </p:cBhvr>
                                      <p:tavLst>
                                        <p:tav tm="0">
                                          <p:val>
                                            <p:fltVal val="0"/>
                                          </p:val>
                                        </p:tav>
                                        <p:tav tm="100000">
                                          <p:val>
                                            <p:strVal val="#ppt_w"/>
                                          </p:val>
                                        </p:tav>
                                      </p:tavLst>
                                    </p:anim>
                                    <p:anim calcmode="lin" valueType="num">
                                      <p:cBhvr>
                                        <p:cTn id="41" dur="500" fill="hold"/>
                                        <p:tgtEl>
                                          <p:spTgt spid="7"/>
                                        </p:tgtEl>
                                        <p:attrNameLst>
                                          <p:attrName>ppt_h</p:attrName>
                                        </p:attrNameLst>
                                      </p:cBhvr>
                                      <p:tavLst>
                                        <p:tav tm="0">
                                          <p:val>
                                            <p:fltVal val="0"/>
                                          </p:val>
                                        </p:tav>
                                        <p:tav tm="100000">
                                          <p:val>
                                            <p:strVal val="#ppt_h"/>
                                          </p:val>
                                        </p:tav>
                                      </p:tavLst>
                                    </p:anim>
                                    <p:animEffect transition="in" filter="fade">
                                      <p:cBhvr>
                                        <p:cTn id="42" dur="500"/>
                                        <p:tgtEl>
                                          <p:spTgt spid="7"/>
                                        </p:tgtEl>
                                      </p:cBhvr>
                                    </p:animEffect>
                                  </p:childTnLst>
                                </p:cTn>
                              </p:par>
                              <p:par>
                                <p:cTn id="43" presetID="53" presetClass="entr" presetSubtype="0" fill="hold" grpId="0" nodeType="withEffect">
                                  <p:stCondLst>
                                    <p:cond delay="0"/>
                                  </p:stCondLst>
                                  <p:childTnLst>
                                    <p:set>
                                      <p:cBhvr>
                                        <p:cTn id="44" dur="1" fill="hold">
                                          <p:stCondLst>
                                            <p:cond delay="0"/>
                                          </p:stCondLst>
                                        </p:cTn>
                                        <p:tgtEl>
                                          <p:spTgt spid="10"/>
                                        </p:tgtEl>
                                        <p:attrNameLst>
                                          <p:attrName>style.visibility</p:attrName>
                                        </p:attrNameLst>
                                      </p:cBhvr>
                                      <p:to>
                                        <p:strVal val="visible"/>
                                      </p:to>
                                    </p:set>
                                    <p:anim calcmode="lin" valueType="num">
                                      <p:cBhvr>
                                        <p:cTn id="45" dur="500" fill="hold"/>
                                        <p:tgtEl>
                                          <p:spTgt spid="10"/>
                                        </p:tgtEl>
                                        <p:attrNameLst>
                                          <p:attrName>ppt_w</p:attrName>
                                        </p:attrNameLst>
                                      </p:cBhvr>
                                      <p:tavLst>
                                        <p:tav tm="0">
                                          <p:val>
                                            <p:fltVal val="0"/>
                                          </p:val>
                                        </p:tav>
                                        <p:tav tm="100000">
                                          <p:val>
                                            <p:strVal val="#ppt_w"/>
                                          </p:val>
                                        </p:tav>
                                      </p:tavLst>
                                    </p:anim>
                                    <p:anim calcmode="lin" valueType="num">
                                      <p:cBhvr>
                                        <p:cTn id="46" dur="500" fill="hold"/>
                                        <p:tgtEl>
                                          <p:spTgt spid="10"/>
                                        </p:tgtEl>
                                        <p:attrNameLst>
                                          <p:attrName>ppt_h</p:attrName>
                                        </p:attrNameLst>
                                      </p:cBhvr>
                                      <p:tavLst>
                                        <p:tav tm="0">
                                          <p:val>
                                            <p:fltVal val="0"/>
                                          </p:val>
                                        </p:tav>
                                        <p:tav tm="100000">
                                          <p:val>
                                            <p:strVal val="#ppt_h"/>
                                          </p:val>
                                        </p:tav>
                                      </p:tavLst>
                                    </p:anim>
                                    <p:animEffect transition="in" filter="fade">
                                      <p:cBhvr>
                                        <p:cTn id="47" dur="500"/>
                                        <p:tgtEl>
                                          <p:spTgt spid="10"/>
                                        </p:tgtEl>
                                      </p:cBhvr>
                                    </p:animEffect>
                                  </p:childTnLst>
                                </p:cTn>
                              </p:par>
                            </p:childTnLst>
                          </p:cTn>
                        </p:par>
                        <p:par>
                          <p:cTn id="48" fill="hold">
                            <p:stCondLst>
                              <p:cond delay="500"/>
                            </p:stCondLst>
                            <p:childTnLst>
                              <p:par>
                                <p:cTn id="49" presetID="22" presetClass="entr" presetSubtype="4" fill="hold" grpId="0" nodeType="after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wipe(down)">
                                      <p:cBhvr>
                                        <p:cTn id="51" dur="500"/>
                                        <p:tgtEl>
                                          <p:spTgt spid="19"/>
                                        </p:tgtEl>
                                      </p:cBhvr>
                                    </p:animEffect>
                                  </p:childTnLst>
                                </p:cTn>
                              </p:par>
                              <p:par>
                                <p:cTn id="52" presetID="22" presetClass="entr" presetSubtype="4"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wipe(down)">
                                      <p:cBhvr>
                                        <p:cTn id="54" dur="500"/>
                                        <p:tgtEl>
                                          <p:spTgt spid="21"/>
                                        </p:tgtEl>
                                      </p:cBhvr>
                                    </p:animEffect>
                                  </p:childTnLst>
                                </p:cTn>
                              </p:par>
                            </p:childTnLst>
                          </p:cTn>
                        </p:par>
                        <p:par>
                          <p:cTn id="55" fill="hold">
                            <p:stCondLst>
                              <p:cond delay="1000"/>
                            </p:stCondLst>
                            <p:childTnLst>
                              <p:par>
                                <p:cTn id="56" presetID="22" presetClass="entr" presetSubtype="1" fill="hold" grpId="0" nodeType="after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wipe(up)">
                                      <p:cBhvr>
                                        <p:cTn id="58" dur="500"/>
                                        <p:tgtEl>
                                          <p:spTgt spid="20"/>
                                        </p:tgtEl>
                                      </p:cBhvr>
                                    </p:animEffect>
                                  </p:childTnLst>
                                </p:cTn>
                              </p:par>
                              <p:par>
                                <p:cTn id="59" presetID="22" presetClass="entr" presetSubtype="1" fill="hold" nodeType="withEffect">
                                  <p:stCondLst>
                                    <p:cond delay="0"/>
                                  </p:stCondLst>
                                  <p:childTnLst>
                                    <p:set>
                                      <p:cBhvr>
                                        <p:cTn id="60" dur="1" fill="hold">
                                          <p:stCondLst>
                                            <p:cond delay="0"/>
                                          </p:stCondLst>
                                        </p:cTn>
                                        <p:tgtEl>
                                          <p:spTgt spid="18"/>
                                        </p:tgtEl>
                                        <p:attrNameLst>
                                          <p:attrName>style.visibility</p:attrName>
                                        </p:attrNameLst>
                                      </p:cBhvr>
                                      <p:to>
                                        <p:strVal val="visible"/>
                                      </p:to>
                                    </p:set>
                                    <p:animEffect transition="in" filter="wipe(up)">
                                      <p:cBhvr>
                                        <p:cTn id="61" dur="500"/>
                                        <p:tgtEl>
                                          <p:spTgt spid="18"/>
                                        </p:tgtEl>
                                      </p:cBhvr>
                                    </p:animEffect>
                                  </p:childTnLst>
                                </p:cTn>
                              </p:par>
                            </p:childTnLst>
                          </p:cTn>
                        </p:par>
                        <p:par>
                          <p:cTn id="62" fill="hold">
                            <p:stCondLst>
                              <p:cond delay="1500"/>
                            </p:stCondLst>
                            <p:childTnLst>
                              <p:par>
                                <p:cTn id="63" presetID="53" presetClass="entr" presetSubtype="0" fill="hold" grpId="0" nodeType="afterEffect">
                                  <p:stCondLst>
                                    <p:cond delay="0"/>
                                  </p:stCondLst>
                                  <p:childTnLst>
                                    <p:set>
                                      <p:cBhvr>
                                        <p:cTn id="64" dur="1" fill="hold">
                                          <p:stCondLst>
                                            <p:cond delay="0"/>
                                          </p:stCondLst>
                                        </p:cTn>
                                        <p:tgtEl>
                                          <p:spTgt spid="30"/>
                                        </p:tgtEl>
                                        <p:attrNameLst>
                                          <p:attrName>style.visibility</p:attrName>
                                        </p:attrNameLst>
                                      </p:cBhvr>
                                      <p:to>
                                        <p:strVal val="visible"/>
                                      </p:to>
                                    </p:set>
                                    <p:anim calcmode="lin" valueType="num">
                                      <p:cBhvr>
                                        <p:cTn id="65" dur="500" fill="hold"/>
                                        <p:tgtEl>
                                          <p:spTgt spid="30"/>
                                        </p:tgtEl>
                                        <p:attrNameLst>
                                          <p:attrName>ppt_w</p:attrName>
                                        </p:attrNameLst>
                                      </p:cBhvr>
                                      <p:tavLst>
                                        <p:tav tm="0">
                                          <p:val>
                                            <p:fltVal val="0"/>
                                          </p:val>
                                        </p:tav>
                                        <p:tav tm="100000">
                                          <p:val>
                                            <p:strVal val="#ppt_w"/>
                                          </p:val>
                                        </p:tav>
                                      </p:tavLst>
                                    </p:anim>
                                    <p:anim calcmode="lin" valueType="num">
                                      <p:cBhvr>
                                        <p:cTn id="66" dur="500" fill="hold"/>
                                        <p:tgtEl>
                                          <p:spTgt spid="30"/>
                                        </p:tgtEl>
                                        <p:attrNameLst>
                                          <p:attrName>ppt_h</p:attrName>
                                        </p:attrNameLst>
                                      </p:cBhvr>
                                      <p:tavLst>
                                        <p:tav tm="0">
                                          <p:val>
                                            <p:fltVal val="0"/>
                                          </p:val>
                                        </p:tav>
                                        <p:tav tm="100000">
                                          <p:val>
                                            <p:strVal val="#ppt_h"/>
                                          </p:val>
                                        </p:tav>
                                      </p:tavLst>
                                    </p:anim>
                                    <p:animEffect transition="in" filter="fade">
                                      <p:cBhvr>
                                        <p:cTn id="67" dur="500"/>
                                        <p:tgtEl>
                                          <p:spTgt spid="30"/>
                                        </p:tgtEl>
                                      </p:cBhvr>
                                    </p:animEffect>
                                  </p:childTnLst>
                                </p:cTn>
                              </p:par>
                            </p:childTnLst>
                          </p:cTn>
                        </p:par>
                      </p:childTnLst>
                    </p:cTn>
                  </p:par>
                  <p:par>
                    <p:cTn id="68" fill="hold">
                      <p:stCondLst>
                        <p:cond delay="indefinite"/>
                      </p:stCondLst>
                      <p:childTnLst>
                        <p:par>
                          <p:cTn id="69" fill="hold">
                            <p:stCondLst>
                              <p:cond delay="0"/>
                            </p:stCondLst>
                            <p:childTnLst>
                              <p:par>
                                <p:cTn id="70" presetID="53" presetClass="entr" presetSubtype="0" fill="hold" nodeType="clickEffect">
                                  <p:stCondLst>
                                    <p:cond delay="0"/>
                                  </p:stCondLst>
                                  <p:childTnLst>
                                    <p:set>
                                      <p:cBhvr>
                                        <p:cTn id="71" dur="1" fill="hold">
                                          <p:stCondLst>
                                            <p:cond delay="0"/>
                                          </p:stCondLst>
                                        </p:cTn>
                                        <p:tgtEl>
                                          <p:spTgt spid="1027"/>
                                        </p:tgtEl>
                                        <p:attrNameLst>
                                          <p:attrName>style.visibility</p:attrName>
                                        </p:attrNameLst>
                                      </p:cBhvr>
                                      <p:to>
                                        <p:strVal val="visible"/>
                                      </p:to>
                                    </p:set>
                                    <p:anim calcmode="lin" valueType="num">
                                      <p:cBhvr>
                                        <p:cTn id="72" dur="500" fill="hold"/>
                                        <p:tgtEl>
                                          <p:spTgt spid="1027"/>
                                        </p:tgtEl>
                                        <p:attrNameLst>
                                          <p:attrName>ppt_w</p:attrName>
                                        </p:attrNameLst>
                                      </p:cBhvr>
                                      <p:tavLst>
                                        <p:tav tm="0">
                                          <p:val>
                                            <p:fltVal val="0"/>
                                          </p:val>
                                        </p:tav>
                                        <p:tav tm="100000">
                                          <p:val>
                                            <p:strVal val="#ppt_w"/>
                                          </p:val>
                                        </p:tav>
                                      </p:tavLst>
                                    </p:anim>
                                    <p:anim calcmode="lin" valueType="num">
                                      <p:cBhvr>
                                        <p:cTn id="73" dur="500" fill="hold"/>
                                        <p:tgtEl>
                                          <p:spTgt spid="1027"/>
                                        </p:tgtEl>
                                        <p:attrNameLst>
                                          <p:attrName>ppt_h</p:attrName>
                                        </p:attrNameLst>
                                      </p:cBhvr>
                                      <p:tavLst>
                                        <p:tav tm="0">
                                          <p:val>
                                            <p:fltVal val="0"/>
                                          </p:val>
                                        </p:tav>
                                        <p:tav tm="100000">
                                          <p:val>
                                            <p:strVal val="#ppt_h"/>
                                          </p:val>
                                        </p:tav>
                                      </p:tavLst>
                                    </p:anim>
                                    <p:animEffect transition="in" filter="fade">
                                      <p:cBhvr>
                                        <p:cTn id="74" dur="500"/>
                                        <p:tgtEl>
                                          <p:spTgt spid="1027"/>
                                        </p:tgtEl>
                                      </p:cBhvr>
                                    </p:animEffect>
                                  </p:childTnLst>
                                </p:cTn>
                              </p:par>
                              <p:par>
                                <p:cTn id="75" presetID="53" presetClass="entr" presetSubtype="0" fill="hold" grpId="0" nodeType="withEffect">
                                  <p:stCondLst>
                                    <p:cond delay="0"/>
                                  </p:stCondLst>
                                  <p:childTnLst>
                                    <p:set>
                                      <p:cBhvr>
                                        <p:cTn id="76" dur="1" fill="hold">
                                          <p:stCondLst>
                                            <p:cond delay="0"/>
                                          </p:stCondLst>
                                        </p:cTn>
                                        <p:tgtEl>
                                          <p:spTgt spid="9"/>
                                        </p:tgtEl>
                                        <p:attrNameLst>
                                          <p:attrName>style.visibility</p:attrName>
                                        </p:attrNameLst>
                                      </p:cBhvr>
                                      <p:to>
                                        <p:strVal val="visible"/>
                                      </p:to>
                                    </p:set>
                                    <p:anim calcmode="lin" valueType="num">
                                      <p:cBhvr>
                                        <p:cTn id="77" dur="500" fill="hold"/>
                                        <p:tgtEl>
                                          <p:spTgt spid="9"/>
                                        </p:tgtEl>
                                        <p:attrNameLst>
                                          <p:attrName>ppt_w</p:attrName>
                                        </p:attrNameLst>
                                      </p:cBhvr>
                                      <p:tavLst>
                                        <p:tav tm="0">
                                          <p:val>
                                            <p:fltVal val="0"/>
                                          </p:val>
                                        </p:tav>
                                        <p:tav tm="100000">
                                          <p:val>
                                            <p:strVal val="#ppt_w"/>
                                          </p:val>
                                        </p:tav>
                                      </p:tavLst>
                                    </p:anim>
                                    <p:anim calcmode="lin" valueType="num">
                                      <p:cBhvr>
                                        <p:cTn id="78" dur="500" fill="hold"/>
                                        <p:tgtEl>
                                          <p:spTgt spid="9"/>
                                        </p:tgtEl>
                                        <p:attrNameLst>
                                          <p:attrName>ppt_h</p:attrName>
                                        </p:attrNameLst>
                                      </p:cBhvr>
                                      <p:tavLst>
                                        <p:tav tm="0">
                                          <p:val>
                                            <p:fltVal val="0"/>
                                          </p:val>
                                        </p:tav>
                                        <p:tav tm="100000">
                                          <p:val>
                                            <p:strVal val="#ppt_h"/>
                                          </p:val>
                                        </p:tav>
                                      </p:tavLst>
                                    </p:anim>
                                    <p:animEffect transition="in" filter="fade">
                                      <p:cBhvr>
                                        <p:cTn id="79" dur="500"/>
                                        <p:tgtEl>
                                          <p:spTgt spid="9"/>
                                        </p:tgtEl>
                                      </p:cBhvr>
                                    </p:animEffect>
                                  </p:childTnLst>
                                </p:cTn>
                              </p:par>
                            </p:childTnLst>
                          </p:cTn>
                        </p:par>
                        <p:par>
                          <p:cTn id="80" fill="hold">
                            <p:stCondLst>
                              <p:cond delay="500"/>
                            </p:stCondLst>
                            <p:childTnLst>
                              <p:par>
                                <p:cTn id="81" presetID="22" presetClass="entr" presetSubtype="4" fill="hold" grpId="0" nodeType="after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wipe(down)">
                                      <p:cBhvr>
                                        <p:cTn id="83" dur="500"/>
                                        <p:tgtEl>
                                          <p:spTgt spid="29"/>
                                        </p:tgtEl>
                                      </p:cBhvr>
                                    </p:animEffect>
                                  </p:childTnLst>
                                </p:cTn>
                              </p:par>
                              <p:par>
                                <p:cTn id="84" presetID="22" presetClass="entr" presetSubtype="4" fill="hold" grpId="0" nodeType="withEffect">
                                  <p:stCondLst>
                                    <p:cond delay="0"/>
                                  </p:stCondLst>
                                  <p:childTnLst>
                                    <p:set>
                                      <p:cBhvr>
                                        <p:cTn id="85" dur="1" fill="hold">
                                          <p:stCondLst>
                                            <p:cond delay="0"/>
                                          </p:stCondLst>
                                        </p:cTn>
                                        <p:tgtEl>
                                          <p:spTgt spid="26"/>
                                        </p:tgtEl>
                                        <p:attrNameLst>
                                          <p:attrName>style.visibility</p:attrName>
                                        </p:attrNameLst>
                                      </p:cBhvr>
                                      <p:to>
                                        <p:strVal val="visible"/>
                                      </p:to>
                                    </p:set>
                                    <p:animEffect transition="in" filter="wipe(down)">
                                      <p:cBhvr>
                                        <p:cTn id="86" dur="500"/>
                                        <p:tgtEl>
                                          <p:spTgt spid="26"/>
                                        </p:tgtEl>
                                      </p:cBhvr>
                                    </p:animEffect>
                                  </p:childTnLst>
                                </p:cTn>
                              </p:par>
                            </p:childTnLst>
                          </p:cTn>
                        </p:par>
                        <p:par>
                          <p:cTn id="87" fill="hold">
                            <p:stCondLst>
                              <p:cond delay="1000"/>
                            </p:stCondLst>
                            <p:childTnLst>
                              <p:par>
                                <p:cTn id="88" presetID="22" presetClass="entr" presetSubtype="1" fill="hold" grpId="0" nodeType="afterEffect">
                                  <p:stCondLst>
                                    <p:cond delay="0"/>
                                  </p:stCondLst>
                                  <p:childTnLst>
                                    <p:set>
                                      <p:cBhvr>
                                        <p:cTn id="89" dur="1" fill="hold">
                                          <p:stCondLst>
                                            <p:cond delay="0"/>
                                          </p:stCondLst>
                                        </p:cTn>
                                        <p:tgtEl>
                                          <p:spTgt spid="28"/>
                                        </p:tgtEl>
                                        <p:attrNameLst>
                                          <p:attrName>style.visibility</p:attrName>
                                        </p:attrNameLst>
                                      </p:cBhvr>
                                      <p:to>
                                        <p:strVal val="visible"/>
                                      </p:to>
                                    </p:set>
                                    <p:animEffect transition="in" filter="wipe(up)">
                                      <p:cBhvr>
                                        <p:cTn id="90" dur="500"/>
                                        <p:tgtEl>
                                          <p:spTgt spid="28"/>
                                        </p:tgtEl>
                                      </p:cBhvr>
                                    </p:animEffect>
                                  </p:childTnLst>
                                </p:cTn>
                              </p:par>
                              <p:par>
                                <p:cTn id="91" presetID="22" presetClass="entr" presetSubtype="1" fill="hold" grpId="0" nodeType="withEffect">
                                  <p:stCondLst>
                                    <p:cond delay="0"/>
                                  </p:stCondLst>
                                  <p:childTnLst>
                                    <p:set>
                                      <p:cBhvr>
                                        <p:cTn id="92" dur="1" fill="hold">
                                          <p:stCondLst>
                                            <p:cond delay="0"/>
                                          </p:stCondLst>
                                        </p:cTn>
                                        <p:tgtEl>
                                          <p:spTgt spid="27"/>
                                        </p:tgtEl>
                                        <p:attrNameLst>
                                          <p:attrName>style.visibility</p:attrName>
                                        </p:attrNameLst>
                                      </p:cBhvr>
                                      <p:to>
                                        <p:strVal val="visible"/>
                                      </p:to>
                                    </p:set>
                                    <p:animEffect transition="in" filter="wipe(up)">
                                      <p:cBhvr>
                                        <p:cTn id="93" dur="500"/>
                                        <p:tgtEl>
                                          <p:spTgt spid="27"/>
                                        </p:tgtEl>
                                      </p:cBhvr>
                                    </p:animEffect>
                                  </p:childTnLst>
                                </p:cTn>
                              </p:par>
                            </p:childTnLst>
                          </p:cTn>
                        </p:par>
                        <p:par>
                          <p:cTn id="94" fill="hold">
                            <p:stCondLst>
                              <p:cond delay="1500"/>
                            </p:stCondLst>
                            <p:childTnLst>
                              <p:par>
                                <p:cTn id="95" presetID="53" presetClass="entr" presetSubtype="0" fill="hold" grpId="0" nodeType="afterEffect">
                                  <p:stCondLst>
                                    <p:cond delay="0"/>
                                  </p:stCondLst>
                                  <p:childTnLst>
                                    <p:set>
                                      <p:cBhvr>
                                        <p:cTn id="96" dur="1" fill="hold">
                                          <p:stCondLst>
                                            <p:cond delay="0"/>
                                          </p:stCondLst>
                                        </p:cTn>
                                        <p:tgtEl>
                                          <p:spTgt spid="31"/>
                                        </p:tgtEl>
                                        <p:attrNameLst>
                                          <p:attrName>style.visibility</p:attrName>
                                        </p:attrNameLst>
                                      </p:cBhvr>
                                      <p:to>
                                        <p:strVal val="visible"/>
                                      </p:to>
                                    </p:set>
                                    <p:anim calcmode="lin" valueType="num">
                                      <p:cBhvr>
                                        <p:cTn id="97" dur="500" fill="hold"/>
                                        <p:tgtEl>
                                          <p:spTgt spid="31"/>
                                        </p:tgtEl>
                                        <p:attrNameLst>
                                          <p:attrName>ppt_w</p:attrName>
                                        </p:attrNameLst>
                                      </p:cBhvr>
                                      <p:tavLst>
                                        <p:tav tm="0">
                                          <p:val>
                                            <p:fltVal val="0"/>
                                          </p:val>
                                        </p:tav>
                                        <p:tav tm="100000">
                                          <p:val>
                                            <p:strVal val="#ppt_w"/>
                                          </p:val>
                                        </p:tav>
                                      </p:tavLst>
                                    </p:anim>
                                    <p:anim calcmode="lin" valueType="num">
                                      <p:cBhvr>
                                        <p:cTn id="98" dur="500" fill="hold"/>
                                        <p:tgtEl>
                                          <p:spTgt spid="31"/>
                                        </p:tgtEl>
                                        <p:attrNameLst>
                                          <p:attrName>ppt_h</p:attrName>
                                        </p:attrNameLst>
                                      </p:cBhvr>
                                      <p:tavLst>
                                        <p:tav tm="0">
                                          <p:val>
                                            <p:fltVal val="0"/>
                                          </p:val>
                                        </p:tav>
                                        <p:tav tm="100000">
                                          <p:val>
                                            <p:strVal val="#ppt_h"/>
                                          </p:val>
                                        </p:tav>
                                      </p:tavLst>
                                    </p:anim>
                                    <p:animEffect transition="in" filter="fade">
                                      <p:cBhvr>
                                        <p:cTn id="99"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9" grpId="0" animBg="1"/>
      <p:bldP spid="20" grpId="0"/>
      <p:bldP spid="21" grpId="0"/>
      <p:bldP spid="22" grpId="0" animBg="1"/>
      <p:bldP spid="23" grpId="0" animBg="1"/>
      <p:bldP spid="24" grpId="0"/>
      <p:bldP spid="25" grpId="0"/>
      <p:bldP spid="26" grpId="0" animBg="1"/>
      <p:bldP spid="27" grpId="0" animBg="1"/>
      <p:bldP spid="28" grpId="0"/>
      <p:bldP spid="29" grpId="0"/>
      <p:bldP spid="32" grpId="0"/>
      <p:bldP spid="30" grpId="0"/>
      <p:bldP spid="31"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7350" y="152400"/>
            <a:ext cx="8369300" cy="997196"/>
          </a:xfrm>
        </p:spPr>
        <p:txBody>
          <a:bodyPr/>
          <a:lstStyle/>
          <a:p>
            <a:r>
              <a:rPr lang="en-US" dirty="0" smtClean="0"/>
              <a:t>Summary</a:t>
            </a:r>
            <a:br>
              <a:rPr lang="en-US" dirty="0" smtClean="0"/>
            </a:br>
            <a:r>
              <a:rPr lang="en-US" sz="3200" dirty="0" smtClean="0">
                <a:solidFill>
                  <a:schemeClr val="accent3"/>
                </a:solidFill>
              </a:rPr>
              <a:t>Live Identity Services</a:t>
            </a:r>
            <a:endParaRPr lang="en-US" sz="3200" dirty="0">
              <a:solidFill>
                <a:schemeClr val="accent3"/>
              </a:solidFill>
            </a:endParaRPr>
          </a:p>
        </p:txBody>
      </p:sp>
      <p:grpSp>
        <p:nvGrpSpPr>
          <p:cNvPr id="8" name="Group 7"/>
          <p:cNvGrpSpPr/>
          <p:nvPr/>
        </p:nvGrpSpPr>
        <p:grpSpPr>
          <a:xfrm>
            <a:off x="3418237" y="4335462"/>
            <a:ext cx="2348167" cy="2348167"/>
            <a:chOff x="3111690" y="4189863"/>
            <a:chExt cx="2511188" cy="2511188"/>
          </a:xfrm>
        </p:grpSpPr>
        <p:sp>
          <p:nvSpPr>
            <p:cNvPr id="4" name="Donut 3"/>
            <p:cNvSpPr/>
            <p:nvPr/>
          </p:nvSpPr>
          <p:spPr bwMode="auto">
            <a:xfrm>
              <a:off x="3111690" y="4189863"/>
              <a:ext cx="2511188" cy="2511188"/>
            </a:xfrm>
            <a:prstGeom prst="donut">
              <a:avLst>
                <a:gd name="adj" fmla="val 5965"/>
              </a:avLst>
            </a:prstGeom>
            <a:solidFill>
              <a:schemeClr val="tx1">
                <a:lumMod val="65000"/>
              </a:schemeClr>
            </a:solidFill>
            <a:ln w="22225">
              <a:gradFill flip="none" rotWithShape="1">
                <a:gsLst>
                  <a:gs pos="0">
                    <a:schemeClr val="tx1">
                      <a:lumMod val="85000"/>
                    </a:schemeClr>
                  </a:gs>
                  <a:gs pos="50000">
                    <a:schemeClr val="tx1">
                      <a:lumMod val="85000"/>
                      <a:alpha val="50000"/>
                    </a:schemeClr>
                  </a:gs>
                  <a:gs pos="100000">
                    <a:schemeClr val="accent1">
                      <a:tint val="23500"/>
                      <a:satMod val="160000"/>
                      <a:alpha val="0"/>
                    </a:schemeClr>
                  </a:gs>
                </a:gsLst>
                <a:lin ang="10800000" scaled="1"/>
                <a:tileRect/>
              </a:gradFill>
              <a:headEnd type="none" w="med" len="med"/>
              <a:tailEnd type="none" w="med" len="med"/>
            </a:ln>
            <a:effectLst/>
            <a:scene3d>
              <a:camera prst="orthographicFront" fov="0">
                <a:rot lat="0" lon="0" rev="0"/>
              </a:camera>
              <a:lightRig rig="glow" dir="t">
                <a:rot lat="0" lon="0" rev="6360000"/>
              </a:lightRig>
            </a:scene3d>
            <a:sp3d contourW="1000" prstMaterial="flat">
              <a:contourClr>
                <a:schemeClr val="accent1">
                  <a:satMod val="300000"/>
                </a:schemeClr>
              </a:contourClr>
            </a:sp3d>
          </p:spPr>
          <p:style>
            <a:lnRef idx="0">
              <a:schemeClr val="accent1"/>
            </a:lnRef>
            <a:fillRef idx="3">
              <a:schemeClr val="accent1"/>
            </a:fillRef>
            <a:effectRef idx="3">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endParaRPr lang="en-US" dirty="0" smtClean="0">
                <a:solidFill>
                  <a:srgbClr val="FFFFFF"/>
                </a:solidFill>
                <a:latin typeface="Segoe" pitchFamily="34" charset="0"/>
              </a:endParaRPr>
            </a:p>
          </p:txBody>
        </p:sp>
        <p:sp>
          <p:nvSpPr>
            <p:cNvPr id="7" name="Oval 6"/>
            <p:cNvSpPr/>
            <p:nvPr/>
          </p:nvSpPr>
          <p:spPr bwMode="auto">
            <a:xfrm>
              <a:off x="3261815" y="4353636"/>
              <a:ext cx="2210938" cy="2183642"/>
            </a:xfrm>
            <a:prstGeom prst="ellipse">
              <a:avLst/>
            </a:prstGeom>
            <a:solidFill>
              <a:srgbClr val="FF0000"/>
            </a:solidFill>
            <a:ln w="22225">
              <a:gradFill flip="none" rotWithShape="1">
                <a:gsLst>
                  <a:gs pos="0">
                    <a:schemeClr val="tx1">
                      <a:lumMod val="85000"/>
                    </a:schemeClr>
                  </a:gs>
                  <a:gs pos="50000">
                    <a:schemeClr val="tx1">
                      <a:lumMod val="85000"/>
                      <a:alpha val="50000"/>
                    </a:schemeClr>
                  </a:gs>
                  <a:gs pos="100000">
                    <a:schemeClr val="accent1">
                      <a:tint val="23500"/>
                      <a:satMod val="160000"/>
                      <a:alpha val="0"/>
                    </a:schemeClr>
                  </a:gs>
                </a:gsLst>
                <a:lin ang="10800000" scaled="1"/>
                <a:tileRect/>
              </a:gradFill>
              <a:headEnd type="none" w="med" len="med"/>
              <a:tailEnd type="none" w="med" len="med"/>
            </a:ln>
            <a:effectLst/>
            <a:scene3d>
              <a:camera prst="orthographicFront" fov="0">
                <a:rot lat="0" lon="0" rev="0"/>
              </a:camera>
              <a:lightRig rig="glow" dir="t">
                <a:rot lat="0" lon="0" rev="6360000"/>
              </a:lightRig>
            </a:scene3d>
            <a:sp3d contourW="1000" prstMaterial="flat">
              <a:contourClr>
                <a:schemeClr val="accent1">
                  <a:satMod val="300000"/>
                </a:schemeClr>
              </a:contourClr>
            </a:sp3d>
          </p:spPr>
          <p:style>
            <a:lnRef idx="0">
              <a:schemeClr val="accent1"/>
            </a:lnRef>
            <a:fillRef idx="3">
              <a:schemeClr val="accent1"/>
            </a:fillRef>
            <a:effectRef idx="3">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r>
                <a:rPr lang="en-US" sz="4800" dirty="0" smtClean="0">
                  <a:solidFill>
                    <a:srgbClr val="FFFFFF"/>
                  </a:solidFill>
                </a:rPr>
                <a:t>Easy</a:t>
              </a:r>
            </a:p>
          </p:txBody>
        </p:sp>
      </p:grpSp>
      <p:graphicFrame>
        <p:nvGraphicFramePr>
          <p:cNvPr id="10" name="Diagram 9"/>
          <p:cNvGraphicFramePr/>
          <p:nvPr/>
        </p:nvGraphicFramePr>
        <p:xfrm>
          <a:off x="380999" y="1330501"/>
          <a:ext cx="8382001" cy="29088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3" name="Diagram 12"/>
          <p:cNvGraphicFramePr/>
          <p:nvPr/>
        </p:nvGraphicFramePr>
        <p:xfrm>
          <a:off x="381000" y="4365942"/>
          <a:ext cx="2697480" cy="222027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11" name="Diagram 10"/>
          <p:cNvGraphicFramePr/>
          <p:nvPr/>
        </p:nvGraphicFramePr>
        <p:xfrm>
          <a:off x="6106160" y="4335462"/>
          <a:ext cx="2656840" cy="2365375"/>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Tree>
  </p:cSld>
  <p:clrMapOvr>
    <a:masterClrMapping/>
  </p:clrMapOvr>
  <p:transition>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30250" y="4038600"/>
            <a:ext cx="7671798" cy="914400"/>
          </a:xfrm>
        </p:spPr>
        <p:txBody>
          <a:bodyPr/>
          <a:lstStyle/>
          <a:p>
            <a:r>
              <a:rPr smtClean="0"/>
              <a:t>Please use the microphones provided</a:t>
            </a:r>
            <a:endParaRPr lang="en-US" dirty="0"/>
          </a:p>
        </p:txBody>
      </p:sp>
      <p:sp>
        <p:nvSpPr>
          <p:cNvPr id="4" name="Text Placeholder 3"/>
          <p:cNvSpPr>
            <a:spLocks noGrp="1"/>
          </p:cNvSpPr>
          <p:nvPr>
            <p:ph type="body" sz="quarter" idx="10"/>
          </p:nvPr>
        </p:nvSpPr>
        <p:spPr/>
        <p:txBody>
          <a:bodyPr/>
          <a:lstStyle/>
          <a:p>
            <a:r>
              <a:rPr lang="en-US" sz="14400" spc="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Q</a:t>
            </a:r>
            <a:r>
              <a:rPr spc="0" baseline="30000" smtClean="0">
                <a:ln w="18415" cmpd="sng">
                  <a:solidFill>
                    <a:srgbClr val="FFFFFF"/>
                  </a:solidFill>
                  <a:prstDash val="solid"/>
                </a:ln>
                <a:solidFill>
                  <a:srgbClr val="FFFFFF"/>
                </a:solidFill>
                <a:effectLst>
                  <a:outerShdw blurRad="63500" dir="3600000" algn="tl" rotWithShape="0">
                    <a:srgbClr val="000000">
                      <a:alpha val="70000"/>
                    </a:srgbClr>
                  </a:outerShdw>
                </a:effectLst>
              </a:rPr>
              <a:t>&amp;</a:t>
            </a:r>
            <a:r>
              <a:rPr sz="14400" spc="0" smtClean="0">
                <a:ln w="18415" cmpd="sng">
                  <a:solidFill>
                    <a:srgbClr val="FFFFFF"/>
                  </a:solidFill>
                  <a:prstDash val="solid"/>
                </a:ln>
                <a:solidFill>
                  <a:srgbClr val="FFFFFF"/>
                </a:solidFill>
                <a:effectLst>
                  <a:outerShdw blurRad="63500" dir="3600000" algn="tl" rotWithShape="0">
                    <a:srgbClr val="000000">
                      <a:alpha val="70000"/>
                    </a:srgbClr>
                  </a:outerShdw>
                </a:effectLst>
              </a:rPr>
              <a:t>A</a:t>
            </a:r>
            <a:endParaRPr lang="en-US" spc="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Tree>
  </p:cSld>
  <p:clrMapOvr>
    <a:masterClrMapping/>
  </p:clrMapOvr>
  <p:transition>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a:xfrm>
            <a:off x="730044" y="1411552"/>
            <a:ext cx="7672003" cy="5055230"/>
          </a:xfrm>
        </p:spPr>
        <p:txBody>
          <a:bodyPr/>
          <a:lstStyle/>
          <a:p>
            <a:pPr marL="228600" indent="-228600"/>
            <a:r>
              <a:rPr lang="en-US" sz="1600" dirty="0" smtClean="0"/>
              <a:t>Windows Live ID Developer Center - </a:t>
            </a:r>
            <a:r>
              <a:rPr lang="en-US" sz="1600" dirty="0" smtClean="0">
                <a:hlinkClick r:id="rId3"/>
              </a:rPr>
              <a:t>http://dev.live.com/liveid</a:t>
            </a:r>
            <a:r>
              <a:rPr lang="en-US" sz="1600" dirty="0" smtClean="0"/>
              <a:t>   </a:t>
            </a:r>
          </a:p>
          <a:p>
            <a:pPr marL="457200" lvl="1" indent="-228600"/>
            <a:r>
              <a:rPr lang="en-US" sz="1400" dirty="0" smtClean="0"/>
              <a:t>Windows Live ID Articles on MSDN  - </a:t>
            </a:r>
            <a:r>
              <a:rPr lang="en-US" sz="1400" dirty="0" smtClean="0">
                <a:hlinkClick r:id="rId4"/>
              </a:rPr>
              <a:t>http://go.microsoft.com/fwlink/?LinkId=111111</a:t>
            </a:r>
            <a:endParaRPr lang="en-US" sz="1400" dirty="0" smtClean="0"/>
          </a:p>
          <a:p>
            <a:pPr marL="457200" lvl="1" indent="-228600"/>
            <a:r>
              <a:rPr lang="en-US" sz="1400" dirty="0" smtClean="0"/>
              <a:t>Windows Live ID Documentation on MSDN - </a:t>
            </a:r>
            <a:r>
              <a:rPr lang="en-US" sz="1400" dirty="0" smtClean="0">
                <a:hlinkClick r:id="rId5"/>
              </a:rPr>
              <a:t>http://msdn2.microsoft.com/en-us/library/bb404787.aspx</a:t>
            </a:r>
            <a:endParaRPr lang="en-US" sz="1400" dirty="0" smtClean="0"/>
          </a:p>
          <a:p>
            <a:pPr marL="457200" lvl="1" indent="-228600"/>
            <a:r>
              <a:rPr lang="en-US" sz="1400" dirty="0" smtClean="0"/>
              <a:t>Windows Live ID Developer Forum - </a:t>
            </a:r>
            <a:r>
              <a:rPr lang="en-US" sz="1400" dirty="0" smtClean="0">
                <a:hlinkClick r:id="rId6"/>
              </a:rPr>
              <a:t>http://go.microsoft.com/fwlink/?LinkID=78146</a:t>
            </a:r>
            <a:endParaRPr lang="en-US" sz="1400" dirty="0" smtClean="0"/>
          </a:p>
          <a:p>
            <a:pPr marL="457200" lvl="1" indent="-228600"/>
            <a:r>
              <a:rPr lang="en-US" sz="1400" dirty="0" smtClean="0"/>
              <a:t>Windows Live ID Team Blog - </a:t>
            </a:r>
            <a:r>
              <a:rPr lang="en-US" sz="1400" dirty="0" smtClean="0">
                <a:hlinkClick r:id="rId7"/>
              </a:rPr>
              <a:t>http://winliveid.spaces.live.com</a:t>
            </a:r>
            <a:endParaRPr lang="en-US" sz="1400" dirty="0" smtClean="0"/>
          </a:p>
          <a:p>
            <a:pPr marL="228600" indent="-228600"/>
            <a:r>
              <a:rPr lang="en-US" sz="1600" dirty="0" smtClean="0"/>
              <a:t>Windows Live ID Whitepapers</a:t>
            </a:r>
          </a:p>
          <a:p>
            <a:pPr marL="457200" lvl="1" indent="-228600"/>
            <a:r>
              <a:rPr lang="en-US" sz="1400" dirty="0" smtClean="0"/>
              <a:t>Introduction to Windows Live ID - </a:t>
            </a:r>
            <a:r>
              <a:rPr lang="en-US" sz="1400" dirty="0" smtClean="0">
                <a:hlinkClick r:id="rId8"/>
              </a:rPr>
              <a:t>http://msdn2.microsoft.com/en-us/library/bb288408.aspx</a:t>
            </a:r>
            <a:endParaRPr lang="en-US" sz="1400" dirty="0" smtClean="0"/>
          </a:p>
          <a:p>
            <a:pPr marL="457200" lvl="1" indent="-228600"/>
            <a:r>
              <a:rPr lang="en-US" sz="1400" dirty="0" smtClean="0"/>
              <a:t>Understanding Windows Live Delegated Authentication - </a:t>
            </a:r>
            <a:r>
              <a:rPr lang="en-US" sz="1400" dirty="0" smtClean="0">
                <a:hlinkClick r:id="rId9"/>
              </a:rPr>
              <a:t>http://msdn2.microsoft.com/en-us/library/cc287613.aspx</a:t>
            </a:r>
            <a:endParaRPr lang="en-US" sz="1400" dirty="0" smtClean="0"/>
          </a:p>
          <a:p>
            <a:pPr marL="457200" lvl="1" indent="-228600"/>
            <a:r>
              <a:rPr lang="en-US" sz="1400" dirty="0" smtClean="0"/>
              <a:t>Windows Live ID Federation - </a:t>
            </a:r>
            <a:r>
              <a:rPr lang="en-US" sz="1400" dirty="0" smtClean="0">
                <a:hlinkClick r:id="rId10"/>
              </a:rPr>
              <a:t>http://msdn2.microsoft.com/en-us/library/cc287610.aspx</a:t>
            </a:r>
            <a:endParaRPr lang="en-US" sz="1400" dirty="0" smtClean="0"/>
          </a:p>
          <a:p>
            <a:pPr marL="228600" indent="-228600"/>
            <a:r>
              <a:rPr lang="en-US" sz="1600" dirty="0" smtClean="0"/>
              <a:t>Windows Live ID Documentation and SDKs</a:t>
            </a:r>
          </a:p>
          <a:p>
            <a:pPr marL="457200" lvl="1" indent="-228600"/>
            <a:r>
              <a:rPr lang="en-US" sz="1400" dirty="0" smtClean="0"/>
              <a:t>Windows Live ID Web Authentication SDK Docs </a:t>
            </a:r>
            <a:r>
              <a:rPr lang="en-US" sz="1400" dirty="0" smtClean="0">
                <a:hlinkClick r:id="rId11"/>
              </a:rPr>
              <a:t>http://go.microsoft.com/fwlink/?LinkID=91762</a:t>
            </a:r>
            <a:r>
              <a:rPr lang="en-US" sz="1400" dirty="0" smtClean="0"/>
              <a:t> </a:t>
            </a:r>
            <a:br>
              <a:rPr lang="en-US" sz="1400" dirty="0" smtClean="0"/>
            </a:br>
            <a:r>
              <a:rPr lang="en-US" sz="1400" dirty="0" smtClean="0"/>
              <a:t>Web Authentication SDK Samples </a:t>
            </a:r>
            <a:r>
              <a:rPr lang="en-US" sz="1400" dirty="0" smtClean="0">
                <a:hlinkClick r:id="rId12"/>
              </a:rPr>
              <a:t>http://go.microsoft.com/fwlink/?LinkID=91761</a:t>
            </a:r>
            <a:endParaRPr lang="en-US" sz="1400" dirty="0" smtClean="0"/>
          </a:p>
          <a:p>
            <a:pPr marL="457200" lvl="1" indent="-228600"/>
            <a:r>
              <a:rPr lang="en-US" sz="1400" dirty="0" smtClean="0"/>
              <a:t>Windows Live ID Delegated Authentication SDK  Docs </a:t>
            </a:r>
            <a:r>
              <a:rPr lang="en-US" sz="1400" dirty="0" smtClean="0">
                <a:hlinkClick r:id="rId13"/>
              </a:rPr>
              <a:t>http://go.microsoft.com/fwlink/?LinkID=107420</a:t>
            </a:r>
            <a:r>
              <a:rPr lang="en-US" sz="1400" dirty="0" smtClean="0"/>
              <a:t> </a:t>
            </a:r>
            <a:br>
              <a:rPr lang="en-US" sz="1400" dirty="0" smtClean="0"/>
            </a:br>
            <a:r>
              <a:rPr lang="en-US" sz="1400" dirty="0" smtClean="0"/>
              <a:t>Delegated Authentication SDK Samples </a:t>
            </a:r>
            <a:r>
              <a:rPr lang="en-US" sz="1400" dirty="0" smtClean="0">
                <a:hlinkClick r:id="rId14"/>
              </a:rPr>
              <a:t>http://go.microsoft.com/fwlink/?LinkId=107419</a:t>
            </a:r>
            <a:endParaRPr lang="en-US" sz="1400" dirty="0" smtClean="0"/>
          </a:p>
          <a:p>
            <a:pPr marL="457200" lvl="1" indent="-228600"/>
            <a:r>
              <a:rPr lang="en-US" sz="1400" dirty="0" smtClean="0"/>
              <a:t>Windows Live ID Client SDK download - </a:t>
            </a:r>
            <a:r>
              <a:rPr lang="en-US" sz="1400" dirty="0" smtClean="0">
                <a:hlinkClick r:id="rId15"/>
              </a:rPr>
              <a:t>http://go.microsoft.com/fwlink/?LinkId=86974</a:t>
            </a:r>
            <a:endParaRPr lang="en-US" sz="1400" dirty="0" smtClean="0"/>
          </a:p>
          <a:p>
            <a:pPr marL="228600" indent="-228600"/>
            <a:r>
              <a:rPr lang="en-US" sz="1600" dirty="0" smtClean="0"/>
              <a:t>Delegated Authentication Resource Providers List - </a:t>
            </a:r>
            <a:r>
              <a:rPr lang="en-US" sz="1600" dirty="0" smtClean="0">
                <a:hlinkClick r:id="rId16"/>
              </a:rPr>
              <a:t>http://go.microsoft.com/fwlink/?LinkID=108535</a:t>
            </a:r>
            <a:endParaRPr lang="en-US" sz="1600" dirty="0" smtClean="0"/>
          </a:p>
          <a:p>
            <a:pPr marL="228600" indent="-228600"/>
            <a:r>
              <a:rPr lang="en-US" sz="1600" dirty="0" smtClean="0"/>
              <a:t>Windows Live ID Web Authentication app registration page </a:t>
            </a:r>
            <a:r>
              <a:rPr lang="en-US" sz="1600" dirty="0" smtClean="0">
                <a:hlinkClick r:id="rId17"/>
              </a:rPr>
              <a:t>http://lx.azure.microsoft.com</a:t>
            </a:r>
            <a:endParaRPr lang="en-US" sz="1600" dirty="0" smtClean="0"/>
          </a:p>
          <a:p>
            <a:pPr marL="228600" indent="-228600"/>
            <a:r>
              <a:rPr lang="en-US" sz="1600" dirty="0" smtClean="0"/>
              <a:t>Windows Live Tools for Visual Studio - </a:t>
            </a:r>
            <a:r>
              <a:rPr lang="en-US" sz="1600" dirty="0" smtClean="0">
                <a:hlinkClick r:id="rId18"/>
              </a:rPr>
              <a:t>http://dev.live.com/tools/</a:t>
            </a:r>
            <a:endParaRPr lang="en-US" sz="1600" dirty="0" smtClean="0"/>
          </a:p>
        </p:txBody>
      </p:sp>
      <p:sp>
        <p:nvSpPr>
          <p:cNvPr id="2" name="Title 1"/>
          <p:cNvSpPr>
            <a:spLocks noGrp="1"/>
          </p:cNvSpPr>
          <p:nvPr>
            <p:ph type="title"/>
          </p:nvPr>
        </p:nvSpPr>
        <p:spPr>
          <a:xfrm>
            <a:off x="387054" y="152400"/>
            <a:ext cx="8375946" cy="997196"/>
          </a:xfrm>
        </p:spPr>
        <p:txBody>
          <a:bodyPr/>
          <a:lstStyle/>
          <a:p>
            <a:r>
              <a:rPr lang="en-US" dirty="0" smtClean="0"/>
              <a:t>Live Identity Services</a:t>
            </a:r>
            <a:br>
              <a:rPr lang="en-US" dirty="0" smtClean="0"/>
            </a:br>
            <a:r>
              <a:rPr lang="en-US" sz="3200" dirty="0" smtClean="0">
                <a:solidFill>
                  <a:schemeClr val="accent3"/>
                </a:solidFill>
              </a:rPr>
              <a:t>Resources and links</a:t>
            </a:r>
            <a:endParaRPr lang="en-US" dirty="0">
              <a:solidFill>
                <a:schemeClr val="accent3"/>
              </a:solidFill>
            </a:endParaRPr>
          </a:p>
        </p:txBody>
      </p:sp>
    </p:spTree>
  </p:cSld>
  <p:clrMapOvr>
    <a:masterClrMapping/>
  </p:clrMapOvr>
  <p:transition>
    <p:fad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730044" y="1411552"/>
            <a:ext cx="7968479" cy="5258879"/>
          </a:xfrm>
        </p:spPr>
        <p:txBody>
          <a:bodyPr>
            <a:normAutofit fontScale="55000" lnSpcReduction="20000"/>
          </a:bodyPr>
          <a:lstStyle/>
          <a:p>
            <a:pPr marL="284163" indent="-284163">
              <a:lnSpc>
                <a:spcPct val="130000"/>
              </a:lnSpc>
            </a:pPr>
            <a:r>
              <a:rPr lang="en-US" dirty="0" smtClean="0">
                <a:solidFill>
                  <a:schemeClr val="accent3"/>
                </a:solidFill>
              </a:rPr>
              <a:t>BB11 – Identity Roadmap for Software + Services</a:t>
            </a:r>
          </a:p>
          <a:p>
            <a:pPr marL="558800" lvl="1" indent="-274638">
              <a:lnSpc>
                <a:spcPct val="130000"/>
              </a:lnSpc>
            </a:pPr>
            <a:r>
              <a:rPr lang="en-US" dirty="0" smtClean="0"/>
              <a:t>The security demands on applications continue to grow in the face of compliance, online threats, and cloud- based software. In this session find out how to use Microsoft's portfolio of identity software and services to advantage your connected applications. Learn about the future roadmap for Identity and the claims-based architecture underlying it all, from Windows Live ID to Active Directory, from on-premises software to the cloud, and anchored in industry standard protocols.</a:t>
            </a:r>
          </a:p>
          <a:p>
            <a:pPr lvl="1">
              <a:lnSpc>
                <a:spcPct val="130000"/>
              </a:lnSpc>
            </a:pPr>
            <a:endParaRPr lang="en-US" dirty="0" smtClean="0"/>
          </a:p>
          <a:p>
            <a:pPr marL="284163" indent="-284163">
              <a:lnSpc>
                <a:spcPct val="130000"/>
              </a:lnSpc>
            </a:pPr>
            <a:r>
              <a:rPr lang="en-US" dirty="0" smtClean="0">
                <a:solidFill>
                  <a:schemeClr val="accent3"/>
                </a:solidFill>
              </a:rPr>
              <a:t>BB29 – Identity: Connecting Active Directory to Microsoft Services</a:t>
            </a:r>
          </a:p>
          <a:p>
            <a:pPr marL="558800" lvl="1" indent="-274638">
              <a:lnSpc>
                <a:spcPct val="130000"/>
              </a:lnSpc>
            </a:pPr>
            <a:r>
              <a:rPr lang="en-US" dirty="0" smtClean="0"/>
              <a:t>Learn how to augment your existing IT infrastructure with Microsoft Services. Manage and secure end-user access to cloud services using your existing investment in Active Directory. Enable end users to access Microsoft services through existing Active Directory accounts, the same way they access your intranet-hosted software today. Hear how to enable existing software to use new service capabilities without re-writes, and do it all through the use of open and standard protocols.</a:t>
            </a:r>
            <a:endParaRPr lang="en-US" dirty="0"/>
          </a:p>
        </p:txBody>
      </p:sp>
      <p:sp>
        <p:nvSpPr>
          <p:cNvPr id="3" name="Title 2"/>
          <p:cNvSpPr>
            <a:spLocks noGrp="1"/>
          </p:cNvSpPr>
          <p:nvPr>
            <p:ph type="title"/>
          </p:nvPr>
        </p:nvSpPr>
        <p:spPr>
          <a:xfrm>
            <a:off x="387054" y="152400"/>
            <a:ext cx="8375946" cy="553998"/>
          </a:xfrm>
        </p:spPr>
        <p:txBody>
          <a:bodyPr/>
          <a:lstStyle/>
          <a:p>
            <a:r>
              <a:rPr smtClean="0"/>
              <a:t>Related Sessions</a:t>
            </a:r>
            <a:endParaRPr lang="en-US" dirty="0"/>
          </a:p>
        </p:txBody>
      </p:sp>
    </p:spTree>
  </p:cSld>
  <p:clrMapOvr>
    <a:masterClrMapping/>
  </p:clrMapOvr>
  <p:transition>
    <p:fad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ounded Rectangle 8"/>
          <p:cNvSpPr/>
          <p:nvPr/>
        </p:nvSpPr>
        <p:spPr bwMode="auto">
          <a:xfrm>
            <a:off x="14514" y="1408112"/>
            <a:ext cx="9129486" cy="5221287"/>
          </a:xfrm>
          <a:prstGeom prst="roundRect">
            <a:avLst>
              <a:gd name="adj" fmla="val 7993"/>
            </a:avLst>
          </a:prstGeom>
          <a:gradFill flip="none" rotWithShape="1">
            <a:gsLst>
              <a:gs pos="0">
                <a:srgbClr val="FFFFFF"/>
              </a:gs>
              <a:gs pos="2000">
                <a:srgbClr val="FFFFFF">
                  <a:alpha val="0"/>
                </a:srgbClr>
              </a:gs>
              <a:gs pos="54000">
                <a:srgbClr val="000000">
                  <a:alpha val="93000"/>
                </a:srgbClr>
              </a:gs>
              <a:gs pos="97000">
                <a:srgbClr val="000000">
                  <a:alpha val="21000"/>
                </a:srgbClr>
              </a:gs>
              <a:gs pos="100000">
                <a:srgbClr val="FFFFFF"/>
              </a:gs>
            </a:gsLst>
            <a:lin ang="16200000" scaled="1"/>
            <a:tileRect/>
          </a:gradFill>
          <a:ln w="3175" cmpd="sng">
            <a:solidFill>
              <a:srgbClr val="FFFFFF">
                <a:alpha val="9000"/>
              </a:srgbClr>
            </a:solidFill>
            <a:prstDash val="solid"/>
            <a:headEnd type="none" w="med" len="med"/>
            <a:tailEnd type="none" w="med" len="med"/>
          </a:ln>
          <a:effectLst/>
        </p:spPr>
        <p:style>
          <a:lnRef idx="2">
            <a:schemeClr val="dk1"/>
          </a:lnRef>
          <a:fillRef idx="1">
            <a:schemeClr val="lt1"/>
          </a:fillRef>
          <a:effectRef idx="0">
            <a:schemeClr val="dk1"/>
          </a:effectRef>
          <a:fontRef idx="minor">
            <a:schemeClr val="dk1"/>
          </a:fontRef>
        </p:style>
        <p:txBody>
          <a:bodyPr vert="horz" wrap="square" lIns="91440" tIns="91440" rIns="7315200" bIns="0" numCol="1" rtlCol="0" anchor="ctr" anchorCtr="0" compatLnSpc="1">
            <a:prstTxWarp prst="textNoShape">
              <a:avLst/>
            </a:prstTxWarp>
          </a:bodyPr>
          <a:lstStyle/>
          <a:p>
            <a:pPr algn="ctr" defTabSz="1329574" fontAlgn="base">
              <a:lnSpc>
                <a:spcPct val="80000"/>
              </a:lnSpc>
              <a:spcBef>
                <a:spcPct val="0"/>
              </a:spcBef>
              <a:spcAft>
                <a:spcPct val="0"/>
              </a:spcAft>
              <a:defRPr/>
            </a:pPr>
            <a:endParaRPr lang="en-US" sz="3200" spc="-70" dirty="0" smtClean="0">
              <a:ln w="18415" cmpd="sng">
                <a:noFill/>
                <a:prstDash val="solid"/>
              </a:ln>
              <a:gradFill>
                <a:gsLst>
                  <a:gs pos="0">
                    <a:srgbClr val="FFFFFF"/>
                  </a:gs>
                  <a:gs pos="100000">
                    <a:srgbClr val="FFFFFF"/>
                  </a:gs>
                </a:gsLst>
                <a:lin ang="16200000" scaled="1"/>
              </a:gradFill>
              <a:effectLst/>
              <a:latin typeface="Segoe Semibold" pitchFamily="34" charset="0"/>
            </a:endParaRPr>
          </a:p>
        </p:txBody>
      </p:sp>
      <p:sp>
        <p:nvSpPr>
          <p:cNvPr id="2" name="Title 1"/>
          <p:cNvSpPr>
            <a:spLocks noGrp="1"/>
          </p:cNvSpPr>
          <p:nvPr>
            <p:ph type="title"/>
          </p:nvPr>
        </p:nvSpPr>
        <p:spPr/>
        <p:txBody>
          <a:bodyPr/>
          <a:lstStyle/>
          <a:p>
            <a:r>
              <a:rPr smtClean="0"/>
              <a:t>Evals &amp; Recordings</a:t>
            </a:r>
            <a:endParaRPr lang="en-US" dirty="0"/>
          </a:p>
        </p:txBody>
      </p:sp>
      <p:pic>
        <p:nvPicPr>
          <p:cNvPr id="3" name="Picture 2" descr="ring2.png"/>
          <p:cNvPicPr>
            <a:picLocks noChangeAspect="1"/>
          </p:cNvPicPr>
          <p:nvPr/>
        </p:nvPicPr>
        <p:blipFill>
          <a:blip r:embed="rId2"/>
          <a:srcRect l="15071" t="56589" r="15014"/>
          <a:stretch>
            <a:fillRect/>
          </a:stretch>
        </p:blipFill>
        <p:spPr>
          <a:xfrm>
            <a:off x="0" y="3426437"/>
            <a:ext cx="8864742" cy="3211034"/>
          </a:xfrm>
          <a:prstGeom prst="rect">
            <a:avLst/>
          </a:prstGeom>
        </p:spPr>
      </p:pic>
      <p:sp>
        <p:nvSpPr>
          <p:cNvPr id="4" name="Freeform 11"/>
          <p:cNvSpPr>
            <a:spLocks/>
          </p:cNvSpPr>
          <p:nvPr/>
        </p:nvSpPr>
        <p:spPr bwMode="auto">
          <a:xfrm>
            <a:off x="6096000" y="4038600"/>
            <a:ext cx="2325437" cy="885252"/>
          </a:xfrm>
          <a:custGeom>
            <a:avLst/>
            <a:gdLst/>
            <a:ahLst/>
            <a:cxnLst>
              <a:cxn ang="0">
                <a:pos x="656" y="0"/>
              </a:cxn>
              <a:cxn ang="0">
                <a:pos x="0" y="312"/>
              </a:cxn>
            </a:cxnLst>
            <a:rect l="0" t="0" r="r" b="b"/>
            <a:pathLst>
              <a:path w="820" h="312">
                <a:moveTo>
                  <a:pt x="656" y="0"/>
                </a:moveTo>
                <a:cubicBezTo>
                  <a:pt x="656" y="0"/>
                  <a:pt x="820" y="218"/>
                  <a:pt x="0" y="312"/>
                </a:cubicBezTo>
              </a:path>
            </a:pathLst>
          </a:custGeom>
          <a:ln>
            <a:solidFill>
              <a:schemeClr val="accent4">
                <a:lumMod val="75000"/>
              </a:schemeClr>
            </a:solidFill>
          </a:ln>
          <a:effectLst>
            <a:outerShdw blurRad="63500" algn="ctr" rotWithShape="0">
              <a:schemeClr val="accent4">
                <a:lumMod val="75000"/>
              </a:schemeClr>
            </a:outerShdw>
          </a:effectLst>
        </p:spPr>
        <p:style>
          <a:lnRef idx="1">
            <a:schemeClr val="accent1"/>
          </a:lnRef>
          <a:fillRef idx="0">
            <a:schemeClr val="accent1"/>
          </a:fillRef>
          <a:effectRef idx="0">
            <a:schemeClr val="accent1"/>
          </a:effectRef>
          <a:fontRef idx="minor">
            <a:schemeClr val="tx1"/>
          </a:fontRef>
        </p:style>
        <p:txBody>
          <a:bodyPr vert="horz" wrap="square" lIns="91440" tIns="45720" rIns="91440" bIns="45720" numCol="1" anchor="t" anchorCtr="0" compatLnSpc="1">
            <a:prstTxWarp prst="textNoShape">
              <a:avLst/>
            </a:prstTxWarp>
          </a:bodyPr>
          <a:lstStyle/>
          <a:p>
            <a:endParaRPr lang="en-US"/>
          </a:p>
        </p:txBody>
      </p:sp>
      <p:sp>
        <p:nvSpPr>
          <p:cNvPr id="5" name="Freeform 11"/>
          <p:cNvSpPr>
            <a:spLocks/>
          </p:cNvSpPr>
          <p:nvPr/>
        </p:nvSpPr>
        <p:spPr bwMode="auto">
          <a:xfrm flipH="1">
            <a:off x="1066800" y="4051061"/>
            <a:ext cx="2205787" cy="872791"/>
          </a:xfrm>
          <a:custGeom>
            <a:avLst/>
            <a:gdLst/>
            <a:ahLst/>
            <a:cxnLst>
              <a:cxn ang="0">
                <a:pos x="656" y="0"/>
              </a:cxn>
              <a:cxn ang="0">
                <a:pos x="0" y="312"/>
              </a:cxn>
            </a:cxnLst>
            <a:rect l="0" t="0" r="r" b="b"/>
            <a:pathLst>
              <a:path w="820" h="312">
                <a:moveTo>
                  <a:pt x="656" y="0"/>
                </a:moveTo>
                <a:cubicBezTo>
                  <a:pt x="656" y="0"/>
                  <a:pt x="820" y="218"/>
                  <a:pt x="0" y="312"/>
                </a:cubicBezTo>
              </a:path>
            </a:pathLst>
          </a:custGeom>
          <a:ln>
            <a:solidFill>
              <a:schemeClr val="accent4">
                <a:lumMod val="75000"/>
              </a:schemeClr>
            </a:solidFill>
          </a:ln>
          <a:effectLst>
            <a:outerShdw blurRad="63500" algn="ctr" rotWithShape="0">
              <a:schemeClr val="accent4">
                <a:lumMod val="75000"/>
              </a:schemeClr>
            </a:outerShdw>
          </a:effectLst>
        </p:spPr>
        <p:style>
          <a:lnRef idx="1">
            <a:schemeClr val="accent1"/>
          </a:lnRef>
          <a:fillRef idx="0">
            <a:schemeClr val="accent1"/>
          </a:fillRef>
          <a:effectRef idx="0">
            <a:schemeClr val="accent1"/>
          </a:effectRef>
          <a:fontRef idx="minor">
            <a:schemeClr val="tx1"/>
          </a:fontRef>
        </p:style>
        <p:txBody>
          <a:bodyPr vert="horz" wrap="square" lIns="91440" tIns="45720" rIns="91440" bIns="45720" numCol="1" anchor="t" anchorCtr="0" compatLnSpc="1">
            <a:prstTxWarp prst="textNoShape">
              <a:avLst/>
            </a:prstTxWarp>
          </a:bodyPr>
          <a:lstStyle/>
          <a:p>
            <a:endParaRPr lang="en-US"/>
          </a:p>
        </p:txBody>
      </p:sp>
      <p:sp>
        <p:nvSpPr>
          <p:cNvPr id="6" name="Freeform 17"/>
          <p:cNvSpPr>
            <a:spLocks/>
          </p:cNvSpPr>
          <p:nvPr/>
        </p:nvSpPr>
        <p:spPr bwMode="auto">
          <a:xfrm>
            <a:off x="3505200" y="3276600"/>
            <a:ext cx="2141538" cy="131763"/>
          </a:xfrm>
          <a:custGeom>
            <a:avLst/>
            <a:gdLst/>
            <a:ahLst/>
            <a:cxnLst>
              <a:cxn ang="0">
                <a:pos x="0" y="46"/>
              </a:cxn>
              <a:cxn ang="0">
                <a:pos x="748" y="40"/>
              </a:cxn>
            </a:cxnLst>
            <a:rect l="0" t="0" r="r" b="b"/>
            <a:pathLst>
              <a:path w="748" h="46">
                <a:moveTo>
                  <a:pt x="0" y="46"/>
                </a:moveTo>
                <a:cubicBezTo>
                  <a:pt x="0" y="46"/>
                  <a:pt x="366" y="0"/>
                  <a:pt x="748" y="40"/>
                </a:cubicBezTo>
              </a:path>
            </a:pathLst>
          </a:custGeom>
          <a:ln>
            <a:solidFill>
              <a:schemeClr val="accent4">
                <a:lumMod val="75000"/>
              </a:schemeClr>
            </a:solidFill>
          </a:ln>
          <a:effectLst>
            <a:outerShdw blurRad="63500" algn="ctr" rotWithShape="0">
              <a:schemeClr val="accent4">
                <a:lumMod val="75000"/>
              </a:schemeClr>
            </a:outerShdw>
          </a:effectLst>
        </p:spPr>
        <p:style>
          <a:lnRef idx="1">
            <a:schemeClr val="accent1"/>
          </a:lnRef>
          <a:fillRef idx="0">
            <a:schemeClr val="accent1"/>
          </a:fillRef>
          <a:effectRef idx="0">
            <a:schemeClr val="accent1"/>
          </a:effectRef>
          <a:fontRef idx="minor">
            <a:schemeClr val="tx1"/>
          </a:fontRef>
        </p:style>
        <p:txBody>
          <a:bodyPr vert="horz" wrap="square" lIns="91440" tIns="45720" rIns="91440" bIns="45720" numCol="1" anchor="t" anchorCtr="0" compatLnSpc="1">
            <a:prstTxWarp prst="textNoShape">
              <a:avLst/>
            </a:prstTxWarp>
          </a:bodyPr>
          <a:lstStyle/>
          <a:p>
            <a:endParaRPr lang="en-US"/>
          </a:p>
        </p:txBody>
      </p:sp>
      <p:sp>
        <p:nvSpPr>
          <p:cNvPr id="8" name="Rounded Rectangle 7"/>
          <p:cNvSpPr/>
          <p:nvPr/>
        </p:nvSpPr>
        <p:spPr bwMode="auto">
          <a:xfrm>
            <a:off x="2580417" y="4419600"/>
            <a:ext cx="4287982" cy="1524000"/>
          </a:xfrm>
          <a:prstGeom prst="roundRect">
            <a:avLst/>
          </a:prstGeom>
          <a:ln>
            <a:headEnd type="none" w="med" len="med"/>
            <a:tailEnd type="none" w="med" len="med"/>
          </a:ln>
          <a:effectLst>
            <a:outerShdw blurRad="39000" dist="25400" dir="5400000" rotWithShape="0">
              <a:srgbClr val="000000">
                <a:alpha val="38000"/>
              </a:srgbClr>
            </a:outerShdw>
            <a:reflection blurRad="6350" stA="50000" endA="275" endPos="40000" dist="101600" dir="5400000" sy="-100000" algn="bl" rotWithShape="0"/>
          </a:effectLst>
          <a:scene3d>
            <a:camera prst="perspectiveRelaxed"/>
            <a:lightRig rig="threePt" dir="t"/>
          </a:scene3d>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000" dirty="0" smtClean="0">
              <a:solidFill>
                <a:srgbClr val="FFFFFF"/>
              </a:solidFill>
            </a:endParaRPr>
          </a:p>
        </p:txBody>
      </p:sp>
      <p:sp>
        <p:nvSpPr>
          <p:cNvPr id="10" name="Rounded Rectangle 9"/>
          <p:cNvSpPr/>
          <p:nvPr/>
        </p:nvSpPr>
        <p:spPr bwMode="auto">
          <a:xfrm>
            <a:off x="4946650" y="2514600"/>
            <a:ext cx="3810000" cy="1524000"/>
          </a:xfrm>
          <a:prstGeom prst="roundRect">
            <a:avLst/>
          </a:prstGeom>
          <a:ln>
            <a:headEnd type="none" w="med" len="med"/>
            <a:tailEnd type="none" w="med" len="med"/>
          </a:ln>
          <a:effectLst>
            <a:outerShdw blurRad="39000" dist="25400" dir="5400000" rotWithShape="0">
              <a:srgbClr val="000000">
                <a:alpha val="38000"/>
              </a:srgbClr>
            </a:outerShdw>
            <a:reflection blurRad="6350" stA="50000" endA="275" endPos="40000" dist="101600" dir="5400000" sy="-100000" algn="bl" rotWithShape="0"/>
          </a:effectLst>
          <a:scene3d>
            <a:camera prst="perspectiveContrastingLeftFacing"/>
            <a:lightRig rig="threePt" dir="t"/>
          </a:scene3d>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000" dirty="0" smtClean="0">
              <a:solidFill>
                <a:srgbClr val="FFFFFF"/>
              </a:solidFill>
            </a:endParaRPr>
          </a:p>
        </p:txBody>
      </p:sp>
      <p:sp>
        <p:nvSpPr>
          <p:cNvPr id="11" name="Rounded Rectangle 10"/>
          <p:cNvSpPr/>
          <p:nvPr/>
        </p:nvSpPr>
        <p:spPr bwMode="auto">
          <a:xfrm>
            <a:off x="387350" y="2514600"/>
            <a:ext cx="3879850" cy="1524000"/>
          </a:xfrm>
          <a:prstGeom prst="roundRect">
            <a:avLst/>
          </a:prstGeom>
          <a:ln>
            <a:headEnd type="none" w="med" len="med"/>
            <a:tailEnd type="none" w="med" len="med"/>
          </a:ln>
          <a:effectLst>
            <a:outerShdw blurRad="39000" dist="25400" dir="5400000" rotWithShape="0">
              <a:srgbClr val="000000">
                <a:alpha val="38000"/>
              </a:srgbClr>
            </a:outerShdw>
            <a:reflection blurRad="6350" stA="50000" endA="275" endPos="40000" dist="101600" dir="5400000" sy="-100000" algn="bl" rotWithShape="0"/>
          </a:effectLst>
          <a:scene3d>
            <a:camera prst="perspectiveContrastingRightFacing"/>
            <a:lightRig rig="threePt" dir="t"/>
          </a:scene3d>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000" dirty="0" smtClean="0">
              <a:solidFill>
                <a:srgbClr val="FFFFFF"/>
              </a:solidFill>
            </a:endParaRPr>
          </a:p>
        </p:txBody>
      </p:sp>
      <p:pic>
        <p:nvPicPr>
          <p:cNvPr id="12" name="Picture 2" descr="C:\Users\Shows\Pictures\DVD_ART34\Artwork_Imagery\Icons - Illustrations\_WINDOWS VISTA ICONS\Speaker sound audio.png"/>
          <p:cNvPicPr>
            <a:picLocks noChangeAspect="1" noChangeArrowheads="1"/>
          </p:cNvPicPr>
          <p:nvPr/>
        </p:nvPicPr>
        <p:blipFill>
          <a:blip r:embed="rId3"/>
          <a:srcRect/>
          <a:stretch>
            <a:fillRect/>
          </a:stretch>
        </p:blipFill>
        <p:spPr bwMode="auto">
          <a:xfrm>
            <a:off x="7570788" y="2826327"/>
            <a:ext cx="831850" cy="897522"/>
          </a:xfrm>
          <a:prstGeom prst="rect">
            <a:avLst/>
          </a:prstGeom>
          <a:noFill/>
          <a:effectLst>
            <a:reflection blurRad="6350" stA="50000" endA="275" endPos="40000" dist="101600" dir="5400000" sy="-100000" algn="bl" rotWithShape="0"/>
          </a:effectLst>
        </p:spPr>
      </p:pic>
      <p:pic>
        <p:nvPicPr>
          <p:cNvPr id="13" name="Picture 7" descr="C:\Users\Shows\Pictures\DVD_ART34\Artwork_Imagery\Icons - Illustrations\_WINDOWS SERVER ICONS\Documents\Check list checklist to do done tasks.png"/>
          <p:cNvPicPr>
            <a:picLocks noChangeAspect="1" noChangeArrowheads="1"/>
          </p:cNvPicPr>
          <p:nvPr/>
        </p:nvPicPr>
        <p:blipFill>
          <a:blip r:embed="rId4"/>
          <a:srcRect/>
          <a:stretch>
            <a:fillRect/>
          </a:stretch>
        </p:blipFill>
        <p:spPr bwMode="auto">
          <a:xfrm>
            <a:off x="762000" y="2819400"/>
            <a:ext cx="709127" cy="914401"/>
          </a:xfrm>
          <a:prstGeom prst="rect">
            <a:avLst/>
          </a:prstGeom>
          <a:noFill/>
          <a:effectLst>
            <a:reflection blurRad="6350" stA="50000" endA="300" endPos="38500" dist="50800" dir="5400000" sy="-100000" algn="bl" rotWithShape="0"/>
          </a:effectLst>
          <a:scene3d>
            <a:camera prst="perspectiveContrastingRightFacing"/>
            <a:lightRig rig="threePt" dir="t"/>
          </a:scene3d>
        </p:spPr>
      </p:pic>
      <p:sp>
        <p:nvSpPr>
          <p:cNvPr id="14" name="TextBox 13"/>
          <p:cNvSpPr txBox="1"/>
          <p:nvPr/>
        </p:nvSpPr>
        <p:spPr>
          <a:xfrm rot="21013476">
            <a:off x="1366042" y="2422902"/>
            <a:ext cx="2242479" cy="1569660"/>
          </a:xfrm>
          <a:prstGeom prst="rect">
            <a:avLst/>
          </a:prstGeom>
          <a:noFill/>
        </p:spPr>
        <p:txBody>
          <a:bodyPr wrap="square" rtlCol="0">
            <a:spAutoFit/>
          </a:bodyPr>
          <a:lstStyle/>
          <a:p>
            <a:r>
              <a:rPr lang="en-US" sz="2400" dirty="0" smtClean="0"/>
              <a:t>Please fill </a:t>
            </a:r>
            <a:br>
              <a:rPr lang="en-US" sz="2400" dirty="0" smtClean="0"/>
            </a:br>
            <a:r>
              <a:rPr lang="en-US" sz="2400" dirty="0" smtClean="0"/>
              <a:t>out your evaluation for this session at:</a:t>
            </a:r>
          </a:p>
        </p:txBody>
      </p:sp>
      <p:sp>
        <p:nvSpPr>
          <p:cNvPr id="15" name="TextBox 14"/>
          <p:cNvSpPr txBox="1"/>
          <p:nvPr/>
        </p:nvSpPr>
        <p:spPr>
          <a:xfrm rot="525494">
            <a:off x="5356149" y="2607568"/>
            <a:ext cx="2242479" cy="1200329"/>
          </a:xfrm>
          <a:prstGeom prst="rect">
            <a:avLst/>
          </a:prstGeom>
          <a:noFill/>
        </p:spPr>
        <p:txBody>
          <a:bodyPr wrap="square" rtlCol="0">
            <a:spAutoFit/>
          </a:bodyPr>
          <a:lstStyle/>
          <a:p>
            <a:pPr algn="r"/>
            <a:r>
              <a:rPr lang="en-US" sz="2400" dirty="0" smtClean="0"/>
              <a:t>This session will be available as </a:t>
            </a:r>
            <a:br>
              <a:rPr lang="en-US" sz="2400" dirty="0" smtClean="0"/>
            </a:br>
            <a:r>
              <a:rPr lang="en-US" sz="2400" dirty="0" smtClean="0"/>
              <a:t>a recording at:</a:t>
            </a:r>
          </a:p>
        </p:txBody>
      </p:sp>
      <p:sp>
        <p:nvSpPr>
          <p:cNvPr id="17" name="TextBox 16"/>
          <p:cNvSpPr txBox="1"/>
          <p:nvPr/>
        </p:nvSpPr>
        <p:spPr>
          <a:xfrm>
            <a:off x="2057408" y="4889213"/>
            <a:ext cx="5334000" cy="584775"/>
          </a:xfrm>
          <a:prstGeom prst="rect">
            <a:avLst/>
          </a:prstGeom>
          <a:noFill/>
        </p:spPr>
        <p:txBody>
          <a:bodyPr wrap="square" rtlCol="0">
            <a:spAutoFit/>
          </a:bodyPr>
          <a:lstStyle/>
          <a:p>
            <a:pPr algn="ctr"/>
            <a:r>
              <a:rPr lang="en-US" sz="3200" dirty="0" smtClean="0">
                <a:solidFill>
                  <a:schemeClr val="accent3"/>
                </a:solidFill>
              </a:rPr>
              <a:t>www.microsoftpdc.com</a:t>
            </a:r>
            <a:endParaRPr lang="en-US" sz="3200" dirty="0">
              <a:solidFill>
                <a:schemeClr val="accent3"/>
              </a:solidFill>
            </a:endParaRPr>
          </a:p>
        </p:txBody>
      </p:sp>
    </p:spTree>
  </p:cSld>
  <p:clrMapOvr>
    <a:masterClrMapping/>
  </p:clrMapOvr>
  <p:transition>
    <p:fad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Microsoft logo and tagline"/>
          <p:cNvPicPr>
            <a:picLocks noChangeAspect="1" noChangeArrowheads="1"/>
          </p:cNvPicPr>
          <p:nvPr/>
        </p:nvPicPr>
        <p:blipFill>
          <a:blip r:embed="rId3"/>
          <a:srcRect/>
          <a:stretch>
            <a:fillRect/>
          </a:stretch>
        </p:blipFill>
        <p:spPr bwMode="black">
          <a:xfrm>
            <a:off x="1602053" y="2787386"/>
            <a:ext cx="5939896" cy="1283229"/>
          </a:xfrm>
          <a:prstGeom prst="rect">
            <a:avLst/>
          </a:prstGeom>
          <a:noFill/>
        </p:spPr>
      </p:pic>
      <p:sp>
        <p:nvSpPr>
          <p:cNvPr id="5" name="Text Box 3"/>
          <p:cNvSpPr txBox="1">
            <a:spLocks noChangeArrowheads="1"/>
          </p:cNvSpPr>
          <p:nvPr/>
        </p:nvSpPr>
        <p:spPr bwMode="blackWhite">
          <a:xfrm>
            <a:off x="381000" y="6083573"/>
            <a:ext cx="8382000" cy="523206"/>
          </a:xfrm>
          <a:prstGeom prst="rect">
            <a:avLst/>
          </a:prstGeom>
          <a:noFill/>
          <a:ln w="12700">
            <a:noFill/>
            <a:miter lim="800000"/>
            <a:headEnd type="none" w="sm" len="sm"/>
            <a:tailEnd type="none" w="sm" len="sm"/>
          </a:ln>
          <a:effectLst/>
        </p:spPr>
        <p:txBody>
          <a:bodyPr vert="horz" wrap="square" lIns="91425" tIns="45713" rIns="91425" bIns="45713" numCol="1" anchor="t" anchorCtr="0" compatLnSpc="1">
            <a:prstTxWarp prst="textNoShape">
              <a:avLst/>
            </a:prstTxWarp>
            <a:spAutoFit/>
          </a:bodyPr>
          <a:lstStyle/>
          <a:p>
            <a:pPr algn="ctr" defTabSz="914099" eaLnBrk="0" hangingPunct="0"/>
            <a:r>
              <a:rPr lang="en-US" sz="700" dirty="0">
                <a:gradFill>
                  <a:gsLst>
                    <a:gs pos="0">
                      <a:schemeClr val="tx1"/>
                    </a:gs>
                    <a:gs pos="100000">
                      <a:schemeClr val="tx1"/>
                    </a:gs>
                  </a:gsLst>
                  <a:lin ang="5400000" scaled="0"/>
                </a:gradFill>
                <a:cs typeface="Arial" charset="0"/>
              </a:rPr>
              <a:t>© </a:t>
            </a:r>
            <a:r>
              <a:rPr lang="en-US" sz="700" dirty="0" smtClean="0">
                <a:gradFill>
                  <a:gsLst>
                    <a:gs pos="0">
                      <a:schemeClr val="tx1"/>
                    </a:gs>
                    <a:gs pos="100000">
                      <a:schemeClr val="tx1"/>
                    </a:gs>
                  </a:gsLst>
                  <a:lin ang="5400000" scaled="0"/>
                </a:gradFill>
                <a:cs typeface="Arial" charset="0"/>
              </a:rPr>
              <a:t>2008 Microsoft </a:t>
            </a:r>
            <a:r>
              <a:rPr lang="en-US" sz="700" dirty="0">
                <a:gradFill>
                  <a:gsLst>
                    <a:gs pos="0">
                      <a:schemeClr val="tx1"/>
                    </a:gs>
                    <a:gs pos="100000">
                      <a:schemeClr val="tx1"/>
                    </a:gs>
                  </a:gsLst>
                  <a:lin ang="5400000" scaled="0"/>
                </a:gradFill>
                <a:cs typeface="Arial" charset="0"/>
              </a:rPr>
              <a:t>Corporation. All rights reserved. Microsoft, Windows, Windows Vista and other product names are or may be registered trademarks and/or trademarks in the U.S. and/or other countries.</a:t>
            </a:r>
          </a:p>
          <a:p>
            <a:pPr algn="ctr" defTabSz="914099" eaLnBrk="0" hangingPunct="0"/>
            <a:r>
              <a:rPr lang="en-US" sz="700" dirty="0">
                <a:gradFill>
                  <a:gsLst>
                    <a:gs pos="0">
                      <a:schemeClr val="tx1"/>
                    </a:gs>
                    <a:gs pos="100000">
                      <a:schemeClr val="tx1"/>
                    </a:gs>
                  </a:gsLst>
                  <a:lin ang="5400000" scaled="0"/>
                </a:gradFill>
                <a:cs typeface="Arial"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700" dirty="0">
                <a:gradFill>
                  <a:gsLst>
                    <a:gs pos="0">
                      <a:schemeClr val="tx1"/>
                    </a:gs>
                    <a:gs pos="100000">
                      <a:schemeClr val="tx1"/>
                    </a:gs>
                  </a:gsLst>
                  <a:lin ang="5400000" scaled="0"/>
                </a:gradFill>
                <a:cs typeface="Arial" charset="0"/>
              </a:rPr>
            </a:br>
            <a:r>
              <a:rPr lang="en-US" sz="700" dirty="0">
                <a:gradFill>
                  <a:gsLst>
                    <a:gs pos="0">
                      <a:schemeClr val="tx1"/>
                    </a:gs>
                    <a:gs pos="100000">
                      <a:schemeClr val="tx1"/>
                    </a:gs>
                  </a:gsLst>
                  <a:lin ang="5400000" scaled="0"/>
                </a:gradFill>
                <a:cs typeface="Arial" charset="0"/>
              </a:rPr>
              <a:t>MICROSOFT MAKES NO WARRANTIES, EXPRESS, IMPLIED OR STATUTORY, AS TO THE INFORMATION IN THIS PRESENTATION.</a:t>
            </a:r>
          </a:p>
        </p:txBody>
      </p:sp>
    </p:spTree>
  </p:cSld>
  <p:clrMapOvr>
    <a:masterClrMapping/>
  </p:clrMapOvr>
  <p:transition>
    <p:fad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fad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smtClean="0"/>
              <a:t>Notes (hidden)</a:t>
            </a:r>
            <a:endParaRPr lang="en-US" dirty="0"/>
          </a:p>
        </p:txBody>
      </p:sp>
      <p:sp>
        <p:nvSpPr>
          <p:cNvPr id="6" name="Text Placeholder 5"/>
          <p:cNvSpPr>
            <a:spLocks noGrp="1"/>
          </p:cNvSpPr>
          <p:nvPr>
            <p:ph type="body" sz="quarter" idx="10"/>
          </p:nvPr>
        </p:nvSpPr>
        <p:spPr/>
        <p:txBody>
          <a:bodyPr/>
          <a:lstStyle/>
          <a:p>
            <a:r>
              <a:rPr lang="en-US" dirty="0" smtClean="0"/>
              <a:t>Some speakers like to use this slide for hidden notes. Please delete if you don’t plan to use it.</a:t>
            </a:r>
            <a:endParaRPr lang="en-US" dirty="0"/>
          </a:p>
        </p:txBody>
      </p:sp>
      <p:sp>
        <p:nvSpPr>
          <p:cNvPr id="7" name="Text Placeholder 6"/>
          <p:cNvSpPr>
            <a:spLocks noGrp="1"/>
          </p:cNvSpPr>
          <p:nvPr>
            <p:ph type="body" sz="quarter" idx="11"/>
          </p:nvPr>
        </p:nvSpPr>
        <p:spPr/>
        <p:txBody>
          <a:bodyPr/>
          <a:lstStyle/>
          <a:p>
            <a:r>
              <a:rPr lang="en-US" dirty="0" smtClean="0"/>
              <a:t>NEXT: &lt;next slide title&gt;</a:t>
            </a:r>
            <a:endParaRPr lang="en-US" dirty="0"/>
          </a:p>
        </p:txBody>
      </p:sp>
    </p:spTree>
  </p:cSld>
  <p:clrMapOvr>
    <a:masterClrMapping/>
  </p:clrMapOvr>
  <p:transition>
    <p:fad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6290" name="Rectangle 2"/>
          <p:cNvSpPr>
            <a:spLocks noGrp="1" noChangeArrowheads="1"/>
          </p:cNvSpPr>
          <p:nvPr>
            <p:ph type="title"/>
          </p:nvPr>
        </p:nvSpPr>
        <p:spPr bwMode="black"/>
        <p:txBody>
          <a:bodyPr/>
          <a:lstStyle/>
          <a:p>
            <a:r>
              <a:rPr sz="3700" smtClean="0"/>
              <a:t>SPEAKERS, PLEASE READ:</a:t>
            </a:r>
            <a:endParaRPr sz="3700"/>
          </a:p>
        </p:txBody>
      </p:sp>
      <p:sp>
        <p:nvSpPr>
          <p:cNvPr id="396291" name="Rectangle 3"/>
          <p:cNvSpPr>
            <a:spLocks noGrp="1" noChangeArrowheads="1"/>
          </p:cNvSpPr>
          <p:nvPr>
            <p:ph type="body" idx="1"/>
          </p:nvPr>
        </p:nvSpPr>
        <p:spPr bwMode="black"/>
        <p:txBody>
          <a:bodyPr/>
          <a:lstStyle/>
          <a:p>
            <a:pPr marL="342872" indent="-342872">
              <a:lnSpc>
                <a:spcPct val="80000"/>
              </a:lnSpc>
              <a:spcBef>
                <a:spcPct val="20000"/>
              </a:spcBef>
            </a:pPr>
            <a:r>
              <a:rPr lang="en-US" sz="2000" dirty="0">
                <a:solidFill>
                  <a:srgbClr val="FFFF00"/>
                </a:solidFill>
              </a:rPr>
              <a:t>Steps to formatting</a:t>
            </a:r>
          </a:p>
          <a:p>
            <a:pPr marL="725429" lvl="1" indent="-380970">
              <a:lnSpc>
                <a:spcPct val="80000"/>
              </a:lnSpc>
              <a:spcBef>
                <a:spcPct val="20000"/>
              </a:spcBef>
              <a:buClr>
                <a:srgbClr val="FFFF00"/>
              </a:buClr>
              <a:buSzPct val="100000"/>
              <a:buFont typeface="+mj-lt"/>
              <a:buAutoNum type="arabicPeriod"/>
            </a:pPr>
            <a:r>
              <a:rPr lang="en-US" sz="1800" dirty="0"/>
              <a:t>Re-apply template</a:t>
            </a:r>
          </a:p>
          <a:p>
            <a:pPr marL="725429" lvl="1" indent="-380970">
              <a:lnSpc>
                <a:spcPct val="80000"/>
              </a:lnSpc>
              <a:spcBef>
                <a:spcPct val="20000"/>
              </a:spcBef>
              <a:buClr>
                <a:srgbClr val="FFFF00"/>
              </a:buClr>
              <a:buSzPct val="100000"/>
              <a:buFont typeface="+mj-lt"/>
              <a:buAutoNum type="arabicPeriod"/>
            </a:pPr>
            <a:r>
              <a:rPr lang="en-US" sz="1800" dirty="0"/>
              <a:t>Inclusion of walk-in, branding and title slides</a:t>
            </a:r>
          </a:p>
          <a:p>
            <a:pPr marL="725429" lvl="1" indent="-380970">
              <a:lnSpc>
                <a:spcPct val="80000"/>
              </a:lnSpc>
              <a:spcBef>
                <a:spcPct val="20000"/>
              </a:spcBef>
              <a:buClr>
                <a:srgbClr val="FFFF00"/>
              </a:buClr>
              <a:buSzPct val="100000"/>
              <a:buFont typeface="+mj-lt"/>
              <a:buAutoNum type="arabicPeriod"/>
            </a:pPr>
            <a:r>
              <a:rPr lang="en-US" sz="1800" dirty="0"/>
              <a:t>Titles and body text within guides for consistency and alignment</a:t>
            </a:r>
          </a:p>
          <a:p>
            <a:pPr marL="725429" lvl="1" indent="-380970">
              <a:lnSpc>
                <a:spcPct val="80000"/>
              </a:lnSpc>
              <a:spcBef>
                <a:spcPct val="20000"/>
              </a:spcBef>
              <a:buClr>
                <a:srgbClr val="FFFF00"/>
              </a:buClr>
              <a:buSzPct val="100000"/>
              <a:buFont typeface="+mj-lt"/>
              <a:buAutoNum type="arabicPeriod"/>
            </a:pPr>
            <a:r>
              <a:rPr lang="en-US" sz="1800" dirty="0"/>
              <a:t>Consistent font type and style</a:t>
            </a:r>
          </a:p>
          <a:p>
            <a:pPr marL="725429" lvl="1" indent="-380970">
              <a:lnSpc>
                <a:spcPct val="80000"/>
              </a:lnSpc>
              <a:spcBef>
                <a:spcPct val="20000"/>
              </a:spcBef>
              <a:buClr>
                <a:srgbClr val="FFFF00"/>
              </a:buClr>
              <a:buSzPct val="100000"/>
              <a:buFont typeface="+mj-lt"/>
              <a:buAutoNum type="arabicPeriod"/>
            </a:pPr>
            <a:r>
              <a:rPr lang="en-US" sz="1800" dirty="0"/>
              <a:t>Consistent line spacing, indents and distribution of slide content</a:t>
            </a:r>
          </a:p>
          <a:p>
            <a:pPr marL="725429" lvl="1" indent="-380970">
              <a:lnSpc>
                <a:spcPct val="80000"/>
              </a:lnSpc>
              <a:spcBef>
                <a:spcPct val="20000"/>
              </a:spcBef>
              <a:buClr>
                <a:srgbClr val="FFFF00"/>
              </a:buClr>
              <a:buSzPct val="100000"/>
              <a:buFont typeface="+mj-lt"/>
              <a:buAutoNum type="arabicPeriod"/>
            </a:pPr>
            <a:r>
              <a:rPr lang="en-US" sz="1800" dirty="0"/>
              <a:t>All titles are title capped, all sub-titles are initial capped</a:t>
            </a:r>
          </a:p>
          <a:p>
            <a:pPr marL="725429" lvl="1" indent="-380970">
              <a:lnSpc>
                <a:spcPct val="80000"/>
              </a:lnSpc>
              <a:spcBef>
                <a:spcPct val="20000"/>
              </a:spcBef>
              <a:buClr>
                <a:srgbClr val="FFFF00"/>
              </a:buClr>
              <a:buSzPct val="100000"/>
              <a:buFont typeface="+mj-lt"/>
              <a:buAutoNum type="arabicPeriod"/>
            </a:pPr>
            <a:r>
              <a:rPr lang="en-US" sz="1800" dirty="0"/>
              <a:t>Apply template colors to highlighted text, graphics and tables</a:t>
            </a:r>
          </a:p>
          <a:p>
            <a:pPr marL="725429" lvl="1" indent="-380970">
              <a:lnSpc>
                <a:spcPct val="80000"/>
              </a:lnSpc>
              <a:spcBef>
                <a:spcPct val="20000"/>
              </a:spcBef>
              <a:buClr>
                <a:srgbClr val="FFFF00"/>
              </a:buClr>
              <a:buSzPct val="100000"/>
              <a:buFont typeface="+mj-lt"/>
              <a:buAutoNum type="arabicPeriod"/>
            </a:pPr>
            <a:r>
              <a:rPr lang="en-US" sz="1800" dirty="0"/>
              <a:t>Bullets match template style</a:t>
            </a:r>
          </a:p>
          <a:p>
            <a:pPr marL="725429" lvl="1" indent="-380970">
              <a:lnSpc>
                <a:spcPct val="80000"/>
              </a:lnSpc>
              <a:spcBef>
                <a:spcPct val="20000"/>
              </a:spcBef>
              <a:buClr>
                <a:srgbClr val="FFFF00"/>
              </a:buClr>
              <a:buSzPct val="100000"/>
              <a:buFont typeface="+mj-lt"/>
              <a:buAutoNum type="arabicPeriod"/>
            </a:pPr>
            <a:r>
              <a:rPr lang="en-US" sz="1800" dirty="0"/>
              <a:t>Microsoft product names meet branding guidelines</a:t>
            </a:r>
          </a:p>
          <a:p>
            <a:pPr marL="725429" lvl="1" indent="-380970">
              <a:lnSpc>
                <a:spcPct val="80000"/>
              </a:lnSpc>
              <a:spcBef>
                <a:spcPct val="20000"/>
              </a:spcBef>
              <a:buClr>
                <a:srgbClr val="FFFF00"/>
              </a:buClr>
              <a:buSzPct val="100000"/>
              <a:buFont typeface="+mj-lt"/>
              <a:buAutoNum type="arabicPeriod"/>
            </a:pPr>
            <a:r>
              <a:rPr lang="en-US" sz="1800" dirty="0"/>
              <a:t>Spell checking, typos corrected, punctuation correct</a:t>
            </a:r>
          </a:p>
          <a:p>
            <a:pPr marL="725429" lvl="1" indent="-380970">
              <a:lnSpc>
                <a:spcPct val="80000"/>
              </a:lnSpc>
              <a:spcBef>
                <a:spcPct val="20000"/>
              </a:spcBef>
              <a:buClr>
                <a:srgbClr val="FFFF00"/>
              </a:buClr>
              <a:buSzPct val="100000"/>
              <a:buFont typeface="+mj-lt"/>
              <a:buAutoNum type="arabicPeriod"/>
            </a:pPr>
            <a:r>
              <a:rPr lang="en-US" sz="1800" dirty="0"/>
              <a:t>Consistent slide transition throughout deck</a:t>
            </a:r>
          </a:p>
          <a:p>
            <a:pPr marL="725429" lvl="1" indent="-380970">
              <a:lnSpc>
                <a:spcPct val="80000"/>
              </a:lnSpc>
              <a:spcBef>
                <a:spcPct val="20000"/>
              </a:spcBef>
              <a:buClr>
                <a:srgbClr val="FFFF00"/>
              </a:buClr>
              <a:buSzPct val="100000"/>
              <a:buFont typeface="+mj-lt"/>
              <a:buAutoNum type="arabicPeriod"/>
            </a:pPr>
            <a:r>
              <a:rPr lang="en-US" sz="1800" dirty="0"/>
              <a:t>Copyright correct on branding slides, handout and notes masters</a:t>
            </a:r>
          </a:p>
          <a:p>
            <a:pPr marL="725429" lvl="1" indent="-380970">
              <a:lnSpc>
                <a:spcPct val="80000"/>
              </a:lnSpc>
              <a:spcBef>
                <a:spcPct val="20000"/>
              </a:spcBef>
              <a:buClr>
                <a:srgbClr val="FFFF00"/>
              </a:buClr>
              <a:buSzPct val="100000"/>
              <a:buFont typeface="+mj-lt"/>
              <a:buAutoNum type="arabicPeriod"/>
            </a:pPr>
            <a:r>
              <a:rPr lang="en-US" sz="1800" dirty="0"/>
              <a:t>Properties dialog box filled out correctly</a:t>
            </a:r>
          </a:p>
          <a:p>
            <a:pPr marL="342872" indent="-342872">
              <a:lnSpc>
                <a:spcPct val="80000"/>
              </a:lnSpc>
              <a:spcBef>
                <a:spcPts val="1500"/>
              </a:spcBef>
            </a:pPr>
            <a:r>
              <a:rPr lang="en-US" sz="2000" i="1" dirty="0">
                <a:solidFill>
                  <a:srgbClr val="FFFF00"/>
                </a:solidFill>
              </a:rPr>
              <a:t>Formatting does </a:t>
            </a:r>
            <a:r>
              <a:rPr lang="en-US" sz="2000" i="1" u="sng" dirty="0" smtClean="0">
                <a:solidFill>
                  <a:srgbClr val="FFFF00"/>
                </a:solidFill>
              </a:rPr>
              <a:t>NOT</a:t>
            </a:r>
            <a:r>
              <a:rPr lang="en-US" sz="2000" i="1" dirty="0" smtClean="0">
                <a:solidFill>
                  <a:srgbClr val="FFFF00"/>
                </a:solidFill>
              </a:rPr>
              <a:t> include</a:t>
            </a:r>
            <a:endParaRPr lang="en-US" sz="2000" i="1" dirty="0">
              <a:solidFill>
                <a:srgbClr val="FFFF00"/>
              </a:solidFill>
            </a:endParaRPr>
          </a:p>
          <a:p>
            <a:pPr marL="631775" lvl="1" indent="-287315">
              <a:lnSpc>
                <a:spcPct val="80000"/>
              </a:lnSpc>
              <a:spcBef>
                <a:spcPct val="20000"/>
              </a:spcBef>
            </a:pPr>
            <a:r>
              <a:rPr lang="en-US" sz="1800" i="1" dirty="0"/>
              <a:t>Creation of new graphics</a:t>
            </a:r>
          </a:p>
          <a:p>
            <a:pPr marL="631775" lvl="1" indent="-287315">
              <a:lnSpc>
                <a:spcPct val="80000"/>
              </a:lnSpc>
              <a:spcBef>
                <a:spcPct val="20000"/>
              </a:spcBef>
            </a:pPr>
            <a:r>
              <a:rPr lang="en-US" sz="1800" i="1" dirty="0" smtClean="0"/>
              <a:t>Adding, changing </a:t>
            </a:r>
            <a:r>
              <a:rPr lang="en-US" sz="1800" i="1" dirty="0"/>
              <a:t>or removing animations</a:t>
            </a:r>
          </a:p>
        </p:txBody>
      </p:sp>
      <p:sp>
        <p:nvSpPr>
          <p:cNvPr id="396292" name="Text Box 4"/>
          <p:cNvSpPr txBox="1">
            <a:spLocks noChangeArrowheads="1"/>
          </p:cNvSpPr>
          <p:nvPr/>
        </p:nvSpPr>
        <p:spPr bwMode="white">
          <a:xfrm>
            <a:off x="381000" y="746371"/>
            <a:ext cx="8382000" cy="911013"/>
          </a:xfrm>
          <a:prstGeom prst="rect">
            <a:avLst/>
          </a:prstGeom>
          <a:solidFill>
            <a:srgbClr val="FFFFFF"/>
          </a:solidFill>
          <a:ln w="38100">
            <a:solidFill>
              <a:srgbClr val="FFFF00"/>
            </a:solidFill>
            <a:miter lim="800000"/>
            <a:headEnd/>
            <a:tailEnd/>
          </a:ln>
          <a:effectLst/>
        </p:spPr>
        <p:txBody>
          <a:bodyPr vert="horz" wrap="square" lIns="91432" tIns="45717" rIns="91432" bIns="45717" numCol="1" anchor="t" anchorCtr="0" compatLnSpc="1">
            <a:prstTxWarp prst="textNoShape">
              <a:avLst/>
            </a:prstTxWarp>
            <a:spAutoFit/>
          </a:bodyPr>
          <a:lstStyle/>
          <a:p>
            <a:pPr>
              <a:lnSpc>
                <a:spcPct val="90000"/>
              </a:lnSpc>
              <a:spcBef>
                <a:spcPct val="20000"/>
              </a:spcBef>
            </a:pPr>
            <a:r>
              <a:rPr lang="en-US" sz="1400" dirty="0">
                <a:solidFill>
                  <a:srgbClr val="990033"/>
                </a:solidFill>
              </a:rPr>
              <a:t>Speakers, Please read. </a:t>
            </a:r>
            <a:r>
              <a:rPr lang="en-US" sz="1400" dirty="0">
                <a:solidFill>
                  <a:srgbClr val="000000"/>
                </a:solidFill>
              </a:rPr>
              <a:t>Your slides will be formatted BEFORE </a:t>
            </a:r>
            <a:r>
              <a:rPr lang="en-US" sz="1400" dirty="0" smtClean="0">
                <a:solidFill>
                  <a:srgbClr val="000000"/>
                </a:solidFill>
              </a:rPr>
              <a:t>this </a:t>
            </a:r>
            <a:r>
              <a:rPr lang="en-US" sz="1400" dirty="0">
                <a:solidFill>
                  <a:srgbClr val="000000"/>
                </a:solidFill>
              </a:rPr>
              <a:t>event to ensure consistency in look and feel across presentations and to ensure they meet MS Branding guidelines. </a:t>
            </a:r>
          </a:p>
          <a:p>
            <a:pPr>
              <a:lnSpc>
                <a:spcPct val="90000"/>
              </a:lnSpc>
              <a:spcBef>
                <a:spcPct val="20000"/>
              </a:spcBef>
            </a:pPr>
            <a:r>
              <a:rPr lang="en-US" sz="1400" dirty="0">
                <a:solidFill>
                  <a:srgbClr val="000000"/>
                </a:solidFill>
              </a:rPr>
              <a:t>Below is a list of the formatting steps that will be applied to your deck. </a:t>
            </a:r>
            <a:r>
              <a:rPr lang="en-US" sz="1400" u="sng" dirty="0">
                <a:solidFill>
                  <a:srgbClr val="990033"/>
                </a:solidFill>
              </a:rPr>
              <a:t>If there are any steps you do NOT want taken</a:t>
            </a:r>
            <a:r>
              <a:rPr lang="en-US" sz="1400" dirty="0">
                <a:solidFill>
                  <a:srgbClr val="990033"/>
                </a:solidFill>
              </a:rPr>
              <a:t>, please note these on the “Speaker Comments” slide.</a:t>
            </a:r>
          </a:p>
        </p:txBody>
      </p:sp>
    </p:spTree>
  </p:cSld>
  <p:clrMapOvr>
    <a:masterClrMapping/>
  </p:clrMapOvr>
  <p:transition>
    <p:fad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7314" name="Rectangle 2"/>
          <p:cNvSpPr>
            <a:spLocks noGrp="1" noChangeArrowheads="1"/>
          </p:cNvSpPr>
          <p:nvPr>
            <p:ph type="title"/>
          </p:nvPr>
        </p:nvSpPr>
        <p:spPr bwMode="black"/>
        <p:txBody>
          <a:bodyPr/>
          <a:lstStyle/>
          <a:p>
            <a:r>
              <a:rPr sz="3700" smtClean="0"/>
              <a:t>SPEAKERS, PLEASE READ (hidden slide):</a:t>
            </a:r>
            <a:endParaRPr/>
          </a:p>
        </p:txBody>
      </p:sp>
      <p:sp>
        <p:nvSpPr>
          <p:cNvPr id="397315" name="Rectangle 3"/>
          <p:cNvSpPr>
            <a:spLocks noGrp="1" noChangeArrowheads="1"/>
          </p:cNvSpPr>
          <p:nvPr>
            <p:ph type="body" idx="1"/>
          </p:nvPr>
        </p:nvSpPr>
        <p:spPr bwMode="black"/>
        <p:txBody>
          <a:bodyPr/>
          <a:lstStyle/>
          <a:p>
            <a:pPr marL="342872" indent="-342872"/>
            <a:r>
              <a:rPr lang="en-US" sz="2000" dirty="0">
                <a:solidFill>
                  <a:srgbClr val="FFFF00"/>
                </a:solidFill>
              </a:rPr>
              <a:t>The following steps will be completed to prepare your deck for archiving</a:t>
            </a:r>
          </a:p>
          <a:p>
            <a:pPr marL="725429" lvl="1" indent="-380970">
              <a:buClr>
                <a:srgbClr val="FFFF00"/>
              </a:buClr>
              <a:buSzPct val="100000"/>
              <a:buFont typeface="+mj-lt"/>
              <a:buAutoNum type="arabicPeriod" startAt="14"/>
            </a:pPr>
            <a:r>
              <a:rPr lang="en-US" sz="1800" dirty="0"/>
              <a:t>Remove all notes</a:t>
            </a:r>
          </a:p>
          <a:p>
            <a:pPr marL="725429" lvl="1" indent="-380970">
              <a:buClr>
                <a:srgbClr val="FFFF00"/>
              </a:buClr>
              <a:buSzPct val="100000"/>
              <a:buFont typeface="+mj-lt"/>
              <a:buAutoNum type="arabicPeriod" startAt="14"/>
            </a:pPr>
            <a:r>
              <a:rPr lang="en-US" sz="1800" dirty="0"/>
              <a:t>Remove all hidden slides</a:t>
            </a:r>
          </a:p>
          <a:p>
            <a:pPr marL="725429" lvl="1" indent="-380970">
              <a:buClr>
                <a:srgbClr val="FFFF00"/>
              </a:buClr>
              <a:buSzPct val="100000"/>
              <a:buFont typeface="+mj-lt"/>
              <a:buAutoNum type="arabicPeriod" startAt="14"/>
            </a:pPr>
            <a:r>
              <a:rPr lang="en-US" sz="1800" dirty="0"/>
              <a:t>Remove all reviewers comment notes</a:t>
            </a:r>
          </a:p>
          <a:p>
            <a:pPr marL="725429" lvl="1" indent="-380970">
              <a:buClr>
                <a:srgbClr val="FFFF00"/>
              </a:buClr>
              <a:buSzPct val="100000"/>
              <a:buFont typeface="+mj-lt"/>
              <a:buAutoNum type="arabicPeriod" startAt="14"/>
            </a:pPr>
            <a:r>
              <a:rPr lang="en-US" sz="1800" dirty="0"/>
              <a:t>Walk-in slide moved to the end of the deck</a:t>
            </a:r>
          </a:p>
          <a:p>
            <a:pPr marL="725429" lvl="1" indent="-380970">
              <a:buClr>
                <a:srgbClr val="FFFF00"/>
              </a:buClr>
              <a:buSzPct val="100000"/>
              <a:buFont typeface="+mj-lt"/>
              <a:buAutoNum type="arabicPeriod" startAt="14"/>
            </a:pPr>
            <a:r>
              <a:rPr lang="en-US" sz="1800" dirty="0"/>
              <a:t>All slides in an appendix will be left in the deck </a:t>
            </a:r>
            <a:r>
              <a:rPr lang="en-US" sz="1800" u="sng" dirty="0"/>
              <a:t>unless they are </a:t>
            </a:r>
            <a:r>
              <a:rPr lang="en-US" sz="1800" u="sng" dirty="0" smtClean="0"/>
              <a:t>hidden</a:t>
            </a:r>
            <a:r>
              <a:rPr lang="en-US" sz="1800" dirty="0" smtClean="0"/>
              <a:t>. Hidden slides in the appendix will </a:t>
            </a:r>
            <a:r>
              <a:rPr lang="en-US" sz="1800" dirty="0"/>
              <a:t>be </a:t>
            </a:r>
            <a:r>
              <a:rPr lang="en-US" sz="1800" dirty="0" smtClean="0"/>
              <a:t>deleted.</a:t>
            </a:r>
            <a:endParaRPr lang="en-US" sz="1800" dirty="0"/>
          </a:p>
          <a:p>
            <a:pPr marL="725429" lvl="1" indent="-380970">
              <a:buClr>
                <a:srgbClr val="FFFF00"/>
              </a:buClr>
              <a:buSzPct val="100000"/>
              <a:buFont typeface="+mj-lt"/>
              <a:buAutoNum type="arabicPeriod" startAt="14"/>
            </a:pPr>
            <a:r>
              <a:rPr lang="en-US" sz="1800" dirty="0"/>
              <a:t>Properties dialog box filled out </a:t>
            </a:r>
            <a:r>
              <a:rPr lang="en-US" sz="1800" dirty="0" smtClean="0"/>
              <a:t>properly</a:t>
            </a:r>
          </a:p>
          <a:p>
            <a:pPr marL="725429" lvl="1" indent="-380970">
              <a:buClr>
                <a:srgbClr val="FFFF00"/>
              </a:buClr>
              <a:buSzPct val="100000"/>
              <a:buFont typeface="+mj-lt"/>
              <a:buAutoNum type="arabicPeriod" startAt="14"/>
            </a:pPr>
            <a:endParaRPr lang="en-US" sz="1800" dirty="0"/>
          </a:p>
          <a:p>
            <a:pPr marL="342872" indent="-342872"/>
            <a:r>
              <a:rPr lang="en-US" sz="2000" dirty="0"/>
              <a:t>The deck will be </a:t>
            </a:r>
            <a:r>
              <a:rPr lang="en-US" sz="2000" dirty="0" smtClean="0"/>
              <a:t>posted </a:t>
            </a:r>
            <a:r>
              <a:rPr lang="en-US" sz="2000" dirty="0"/>
              <a:t>to the </a:t>
            </a:r>
            <a:r>
              <a:rPr lang="en-US" sz="2000" dirty="0" smtClean="0"/>
              <a:t>event folder on the following </a:t>
            </a:r>
            <a:r>
              <a:rPr lang="en-US" sz="2000" dirty="0"/>
              <a:t>internal Microsoft share</a:t>
            </a:r>
            <a:r>
              <a:rPr lang="en-US" sz="2000" dirty="0" smtClean="0"/>
              <a:t>: </a:t>
            </a:r>
            <a:r>
              <a:rPr lang="en-US" sz="2000" u="sng" dirty="0" smtClean="0">
                <a:hlinkClick r:id="rId3"/>
              </a:rPr>
              <a:t>\\showsrus\07_Shows\WinHec_05-15\Postshow</a:t>
            </a:r>
            <a:r>
              <a:rPr lang="en-US" sz="2000" dirty="0" smtClean="0"/>
              <a:t> </a:t>
            </a:r>
            <a:endParaRPr lang="en-US" sz="2000" dirty="0"/>
          </a:p>
          <a:p>
            <a:pPr marL="342872" indent="-342872">
              <a:buNone/>
            </a:pPr>
            <a:endParaRPr lang="en-US" sz="2000" dirty="0"/>
          </a:p>
        </p:txBody>
      </p:sp>
      <p:sp>
        <p:nvSpPr>
          <p:cNvPr id="5" name="Text Box 4"/>
          <p:cNvSpPr txBox="1">
            <a:spLocks noChangeArrowheads="1"/>
          </p:cNvSpPr>
          <p:nvPr/>
        </p:nvSpPr>
        <p:spPr bwMode="white">
          <a:xfrm>
            <a:off x="381000" y="834295"/>
            <a:ext cx="8382000" cy="717113"/>
          </a:xfrm>
          <a:prstGeom prst="rect">
            <a:avLst/>
          </a:prstGeom>
          <a:solidFill>
            <a:srgbClr val="FFFFFF"/>
          </a:solidFill>
          <a:ln w="38100">
            <a:solidFill>
              <a:srgbClr val="FFFF00"/>
            </a:solidFill>
            <a:miter lim="800000"/>
            <a:headEnd/>
            <a:tailEnd/>
          </a:ln>
          <a:effectLst/>
        </p:spPr>
        <p:txBody>
          <a:bodyPr vert="horz" wrap="square" lIns="91432" tIns="45717" rIns="91432" bIns="45717" numCol="1" anchor="t" anchorCtr="0" compatLnSpc="1">
            <a:prstTxWarp prst="textNoShape">
              <a:avLst/>
            </a:prstTxWarp>
            <a:spAutoFit/>
          </a:bodyPr>
          <a:lstStyle/>
          <a:p>
            <a:pPr>
              <a:lnSpc>
                <a:spcPct val="90000"/>
              </a:lnSpc>
              <a:spcBef>
                <a:spcPct val="20000"/>
              </a:spcBef>
            </a:pPr>
            <a:r>
              <a:rPr lang="en-US" sz="1400" dirty="0">
                <a:solidFill>
                  <a:srgbClr val="990033"/>
                </a:solidFill>
              </a:rPr>
              <a:t>Speakers, Please read. </a:t>
            </a:r>
            <a:r>
              <a:rPr lang="en-US" sz="1400" dirty="0">
                <a:solidFill>
                  <a:srgbClr val="000000"/>
                </a:solidFill>
              </a:rPr>
              <a:t>Your slides will be “archived” AFTER the event. </a:t>
            </a:r>
          </a:p>
          <a:p>
            <a:pPr>
              <a:lnSpc>
                <a:spcPct val="90000"/>
              </a:lnSpc>
              <a:spcBef>
                <a:spcPct val="20000"/>
              </a:spcBef>
            </a:pPr>
            <a:r>
              <a:rPr lang="en-US" sz="1400" dirty="0">
                <a:solidFill>
                  <a:srgbClr val="000000"/>
                </a:solidFill>
              </a:rPr>
              <a:t>Below is a list of the archiving steps that will be applied to your deck. </a:t>
            </a:r>
            <a:r>
              <a:rPr lang="en-US" sz="1400" u="sng" dirty="0">
                <a:solidFill>
                  <a:srgbClr val="990033"/>
                </a:solidFill>
              </a:rPr>
              <a:t>If there are any steps you do NOT want taken</a:t>
            </a:r>
            <a:r>
              <a:rPr lang="en-US" sz="1400" dirty="0">
                <a:solidFill>
                  <a:srgbClr val="990033"/>
                </a:solidFill>
              </a:rPr>
              <a:t>, please note these on the “Speaker Comments” slide.</a:t>
            </a:r>
          </a:p>
        </p:txBody>
      </p:sp>
    </p:spTree>
  </p:cSld>
  <p:clrMapOvr>
    <a:masterClrMapping/>
  </p:clrMapOvr>
  <p:transition>
    <p:fade/>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PDC 2008 BREAKOUT template 4-3_GRAY_FINAL">
  <a:themeElements>
    <a:clrScheme name="PDC 2008">
      <a:dk1>
        <a:srgbClr val="000000"/>
      </a:dk1>
      <a:lt1>
        <a:srgbClr val="FFFFFF"/>
      </a:lt1>
      <a:dk2>
        <a:srgbClr val="6A2433"/>
      </a:dk2>
      <a:lt2>
        <a:srgbClr val="D7AEE4"/>
      </a:lt2>
      <a:accent1>
        <a:srgbClr val="C41665"/>
      </a:accent1>
      <a:accent2>
        <a:srgbClr val="1F6691"/>
      </a:accent2>
      <a:accent3>
        <a:srgbClr val="FFD72F"/>
      </a:accent3>
      <a:accent4>
        <a:srgbClr val="5BB5F3"/>
      </a:accent4>
      <a:accent5>
        <a:srgbClr val="9D9839"/>
      </a:accent5>
      <a:accent6>
        <a:srgbClr val="B45082"/>
      </a:accent6>
      <a:hlink>
        <a:srgbClr val="F3F074"/>
      </a:hlink>
      <a:folHlink>
        <a:srgbClr val="F3F074"/>
      </a:folHlink>
    </a:clrScheme>
    <a:fontScheme name="Century Schoolbook - Calibri">
      <a:majorFont>
        <a:latin typeface="Century Schoolbook"/>
        <a:ea typeface=""/>
        <a:cs typeface=""/>
      </a:majorFont>
      <a:minorFont>
        <a:latin typeface="Calibri"/>
        <a:ea typeface=""/>
        <a:cs typeface=""/>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300" dirty="0" smtClean="0">
            <a:solidFill>
              <a:srgbClr val="FFFFFF"/>
            </a:solidFill>
          </a:defRPr>
        </a:defPPr>
      </a:lstStyle>
      <a:style>
        <a:lnRef idx="1">
          <a:schemeClr val="accent2"/>
        </a:lnRef>
        <a:fillRef idx="3">
          <a:schemeClr val="accent2"/>
        </a:fillRef>
        <a:effectRef idx="2">
          <a:schemeClr val="accent2"/>
        </a:effectRef>
        <a:fontRef idx="minor">
          <a:schemeClr val="lt1"/>
        </a:fontRef>
      </a:style>
    </a:spDef>
  </a:objectDefaults>
  <a:extraClrSchemeLst/>
</a:theme>
</file>

<file path=ppt/theme/theme2.xml><?xml version="1.0" encoding="utf-8"?>
<a:theme xmlns:a="http://schemas.openxmlformats.org/drawingml/2006/main" name="White with Consolas font for code slides">
  <a:themeElements>
    <a:clrScheme name="Blue Template-Template">
      <a:dk1>
        <a:srgbClr val="000000"/>
      </a:dk1>
      <a:lt1>
        <a:srgbClr val="FFFFFF"/>
      </a:lt1>
      <a:dk2>
        <a:srgbClr val="050595"/>
      </a:dk2>
      <a:lt2>
        <a:srgbClr val="FFFFFF"/>
      </a:lt2>
      <a:accent1>
        <a:srgbClr val="FFC000"/>
      </a:accent1>
      <a:accent2>
        <a:srgbClr val="3497AE"/>
      </a:accent2>
      <a:accent3>
        <a:srgbClr val="DF8045"/>
      </a:accent3>
      <a:accent4>
        <a:srgbClr val="7DCC2E"/>
      </a:accent4>
      <a:accent5>
        <a:srgbClr val="FF9929"/>
      </a:accent5>
      <a:accent6>
        <a:srgbClr val="7D3DA1"/>
      </a:accent6>
      <a:hlink>
        <a:srgbClr val="F3EB4F"/>
      </a:hlink>
      <a:folHlink>
        <a:srgbClr val="7DDDFF"/>
      </a:folHlink>
    </a:clrScheme>
    <a:fontScheme name="Century Schoolbook - Calibri">
      <a:majorFont>
        <a:latin typeface="Century Schoolbook"/>
        <a:ea typeface=""/>
        <a:cs typeface=""/>
      </a:majorFont>
      <a:minorFont>
        <a:latin typeface="Calibri"/>
        <a:ea typeface=""/>
        <a:cs typeface=""/>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109728" tIns="54864" rIns="109728" bIns="54864" numCol="1" rtlCol="0" anchor="ctr" anchorCtr="0" compatLnSpc="1">
        <a:prstTxWarp prst="textNoShape">
          <a:avLst/>
        </a:prstTxWarp>
      </a:bodyPr>
      <a:lstStyle>
        <a:defPPr marL="0" marR="0" indent="0" algn="ctr" defTabSz="1096963" rtl="0" eaLnBrk="1" fontAlgn="base" latinLnBrk="0" hangingPunct="1">
          <a:lnSpc>
            <a:spcPct val="100000"/>
          </a:lnSpc>
          <a:spcBef>
            <a:spcPct val="0"/>
          </a:spcBef>
          <a:spcAft>
            <a:spcPct val="0"/>
          </a:spcAft>
          <a:buClrTx/>
          <a:buSzTx/>
          <a:buFontTx/>
          <a:buNone/>
          <a:tabLst/>
          <a:defRPr kumimoji="0" sz="2800" b="0" i="0" u="none" strike="noStrike" cap="none" normalizeH="0" baseline="0" dirty="0" smtClean="0">
            <a:solidFill>
              <a:schemeClr val="tx1"/>
            </a:solidFill>
            <a:effectLst>
              <a:outerShdw blurRad="38100" dist="38100" dir="2700000" algn="tl">
                <a:srgbClr val="000000">
                  <a:alpha val="43137"/>
                </a:srgbClr>
              </a:outerShdw>
            </a:effectLst>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PDC08-4x3-01_v8</Template>
  <TotalTime>3644</TotalTime>
  <Words>4296</Words>
  <Application>Microsoft Office PowerPoint</Application>
  <PresentationFormat>On-screen Show (4:3)</PresentationFormat>
  <Paragraphs>685</Paragraphs>
  <Slides>42</Slides>
  <Notes>35</Notes>
  <HiddenSlides>6</HiddenSlides>
  <MMClips>0</MMClips>
  <ScaleCrop>false</ScaleCrop>
  <HeadingPairs>
    <vt:vector size="4" baseType="variant">
      <vt:variant>
        <vt:lpstr>Theme</vt:lpstr>
      </vt:variant>
      <vt:variant>
        <vt:i4>2</vt:i4>
      </vt:variant>
      <vt:variant>
        <vt:lpstr>Slide Titles</vt:lpstr>
      </vt:variant>
      <vt:variant>
        <vt:i4>42</vt:i4>
      </vt:variant>
    </vt:vector>
  </HeadingPairs>
  <TitlesOfParts>
    <vt:vector size="44" baseType="lpstr">
      <vt:lpstr>PDC 2008 BREAKOUT template 4-3_GRAY_FINAL</vt:lpstr>
      <vt:lpstr>White with Consolas font for code slides</vt:lpstr>
      <vt:lpstr>Live Identity Services Drilldown Easing the pain of identity integration </vt:lpstr>
      <vt:lpstr>Microsoft Identity Software + Services  One identity model that puts users in control of their identities </vt:lpstr>
      <vt:lpstr>Agenda and Themes Live Identity services</vt:lpstr>
      <vt:lpstr>Live Identity Services Core principles </vt:lpstr>
      <vt:lpstr>Steps to Identity Integration - APPZ </vt:lpstr>
      <vt:lpstr>Windows Live ID OpenID Provider  </vt:lpstr>
      <vt:lpstr>Windows Live ID OpenID Provider</vt:lpstr>
      <vt:lpstr>Windows Live ID OpenID Provider  </vt:lpstr>
      <vt:lpstr>OpenID Sign-in Request (URL decoded for readability)</vt:lpstr>
      <vt:lpstr>OpenID Sign-in Response (URL decoded for readability) </vt:lpstr>
      <vt:lpstr>Slide 11</vt:lpstr>
      <vt:lpstr>Live Identity Services  Integration SDKs</vt:lpstr>
      <vt:lpstr>Live Identity Services Type of identity</vt:lpstr>
      <vt:lpstr>Live Identity Services Web Authentication</vt:lpstr>
      <vt:lpstr>Web Authentication Protocol Overview</vt:lpstr>
      <vt:lpstr>Windows Live Tools IDLoginStatus Control (ASP.NET)</vt:lpstr>
      <vt:lpstr>WebAuth Sign-in Control  (Cross-platform HTML – URL decoded for readability)</vt:lpstr>
      <vt:lpstr>WebAuth Sign-in Messages</vt:lpstr>
      <vt:lpstr>Live Identity Services Web Authentication with Sign-in Screen Customization </vt:lpstr>
      <vt:lpstr>Customizable Sign-in Screen</vt:lpstr>
      <vt:lpstr>Sign-in Screen Customization XML</vt:lpstr>
      <vt:lpstr>Customizable Registration Screens</vt:lpstr>
      <vt:lpstr>Enabling  data portability </vt:lpstr>
      <vt:lpstr>Delegated Auth Protocol Overview</vt:lpstr>
      <vt:lpstr>Requesting Delegated Auth Consent</vt:lpstr>
      <vt:lpstr>DelAuth Consent Token Response  (URL Decoded)</vt:lpstr>
      <vt:lpstr>Delegated Auth Consent Refresh  Request</vt:lpstr>
      <vt:lpstr>DelAuth Consent Refresh  Response - Raw JSON</vt:lpstr>
      <vt:lpstr>Enabling identity without borders </vt:lpstr>
      <vt:lpstr>Federated Authentication Overview</vt:lpstr>
      <vt:lpstr>Federated Authentication Flow</vt:lpstr>
      <vt:lpstr>Summary Live Identity Services</vt:lpstr>
      <vt:lpstr>Please use the microphones provided</vt:lpstr>
      <vt:lpstr>Live Identity Services Resources and links</vt:lpstr>
      <vt:lpstr>Related Sessions</vt:lpstr>
      <vt:lpstr>Evals &amp; Recordings</vt:lpstr>
      <vt:lpstr>Slide 37</vt:lpstr>
      <vt:lpstr>Slide 38</vt:lpstr>
      <vt:lpstr>Notes (hidden)</vt:lpstr>
      <vt:lpstr>SPEAKERS, PLEASE READ:</vt:lpstr>
      <vt:lpstr>SPEAKERS, PLEASE READ (hidden slide):</vt:lpstr>
      <vt:lpstr>Slide 42</vt:lpstr>
    </vt:vector>
  </TitlesOfParts>
  <Manager>&lt;Content Manager Name Here&gt;</Manager>
  <Company>Microsoft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BB22: Live Identity Services Drilldown</dc:title>
  <dc:subject>Windows Live ID - PDC 2008</dc:subject>
  <dc:creator>Jorgen Thelin</dc:creator>
  <cp:keywords>Live ID, Identity, Identity Services, PDC, developer, dev, professional developers conference</cp:keywords>
  <dc:description>Template: David Shadle
Formatting: Shane O'Sullivan, Silver Fox Productions
Event Date: October 27, 2008
Event Location: Los Angeles
Audience: developers, TDMs, IT pros, professionals, devs</dc:description>
  <cp:lastModifiedBy>Jorgen Thelin</cp:lastModifiedBy>
  <cp:revision>346</cp:revision>
  <dcterms:created xsi:type="dcterms:W3CDTF">2008-09-30T21:28:26Z</dcterms:created>
  <dcterms:modified xsi:type="dcterms:W3CDTF">2008-10-29T02:27:32Z</dcterms:modified>
  <cp:contentStatus>DRAFT</cp:contentStatus>
</cp:coreProperties>
</file>