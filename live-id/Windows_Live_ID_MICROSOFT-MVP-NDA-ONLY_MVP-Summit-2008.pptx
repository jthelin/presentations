
<file path=[Content_Types].xml><?xml version="1.0" encoding="utf-8"?>
<Types xmlns="http://schemas.openxmlformats.org/package/2006/content-types">
  <Override PartName="/ppt/slideMasters/slideMaster3.xml" ContentType="application/vnd.openxmlformats-officedocument.presentationml.slideMaster+xml"/>
  <Override PartName="/ppt/theme/theme5.xml" ContentType="application/vnd.openxmlformats-officedocument.theme+xml"/>
  <Override PartName="/ppt/slideLayouts/slideLayout57.xml" ContentType="application/vnd.openxmlformats-officedocument.presentationml.slideLayout+xml"/>
  <Override PartName="/ppt/notesSlides/notesSlide2.xml" ContentType="application/vnd.openxmlformats-officedocument.presentationml.notesSlide+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s/slide25.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124.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Layouts/slideLayout1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02.xml" ContentType="application/vnd.openxmlformats-officedocument.presentationml.slideLayout+xml"/>
  <Override PartName="/ppt/slideLayouts/slideLayout120.xml" ContentType="application/vnd.openxmlformats-officedocument.presentationml.slideLayout+xml"/>
  <Override PartName="/docProps/custom.xml" ContentType="application/vnd.openxmlformats-officedocument.custom-properties+xml"/>
  <Override PartName="/ppt/slideMasters/slideMaster8.xml" ContentType="application/vnd.openxmlformats-officedocument.presentationml.slideMaster+xml"/>
  <Override PartName="/ppt/slideMasters/slideMaster11.xml" ContentType="application/vnd.openxmlformats-officedocument.presentationml.slideMaster+xml"/>
  <Override PartName="/ppt/notesSlides/notesSlide7.xml" ContentType="application/vnd.openxmlformats-officedocument.presentationml.notesSlide+xml"/>
  <Override PartName="/ppt/diagrams/layout1.xml" ContentType="application/vnd.openxmlformats-officedocument.drawingml.diagramLayout+xml"/>
  <Override PartName="/ppt/slideMasters/slideMaster4.xml" ContentType="application/vnd.openxmlformats-officedocument.presentationml.slideMaster+xml"/>
  <Override PartName="/ppt/slides/slide9.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theme/theme6.xml" ContentType="application/vnd.openxmlformats-officedocument.theme+xml"/>
  <Override PartName="/ppt/slideLayouts/slideLayout87.xml" ContentType="application/vnd.openxmlformats-officedocument.presentationml.slideLayout+xml"/>
  <Override PartName="/ppt/slideLayouts/slideLayout98.xml" ContentType="application/vnd.openxmlformats-officedocument.presentationml.slideLayout+xml"/>
  <Override PartName="/ppt/theme/theme10.xml" ContentType="application/vnd.openxmlformats-officedocument.theme+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58.xml" ContentType="application/vnd.openxmlformats-officedocument.presentationml.slideLayout+xml"/>
  <Override PartName="/ppt/slideLayouts/slideLayout76.xml" ContentType="application/vnd.openxmlformats-officedocument.presentationml.slideLayout+xml"/>
  <Override PartName="/ppt/slideLayouts/slideLayout118.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Layouts/slideLayout18.xml" ContentType="application/vnd.openxmlformats-officedocument.presentationml.slideLayout+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65.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Layouts/slideLayout10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72.xml" ContentType="application/vnd.openxmlformats-officedocument.presentationml.slideLayout+xml"/>
  <Override PartName="/ppt/slideLayouts/slideLayout90.xml" ContentType="application/vnd.openxmlformats-officedocument.presentationml.slideLayout+xml"/>
  <Override PartName="/ppt/slideLayouts/slideLayout114.xml" ContentType="application/vnd.openxmlformats-officedocument.presentationml.slideLayout+xml"/>
  <Override PartName="/ppt/slideLayouts/slideLayout125.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Layouts/slideLayout14.xml" ContentType="application/vnd.openxmlformats-officedocument.presentationml.slideLayout+xml"/>
  <Override PartName="/ppt/slideLayouts/slideLayout32.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slideLayouts/slideLayout50.xml" ContentType="application/vnd.openxmlformats-officedocument.presentationml.slideLayout+xml"/>
  <Override PartName="/ppt/slideLayouts/slideLayout110.xml" ContentType="application/vnd.openxmlformats-officedocument.presentationml.slideLayout+xml"/>
  <Override PartName="/ppt/slideLayouts/slideLayout121.xml" ContentType="application/vnd.openxmlformats-officedocument.presentationml.slideLayout+xml"/>
  <Override PartName="/ppt/slideMasters/slideMaster9.xml" ContentType="application/vnd.openxmlformats-officedocument.presentationml.slideMaster+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slideLayouts/slideLayout99.xml" ContentType="application/vnd.openxmlformats-officedocument.presentationml.slideLayout+xml"/>
  <Override PartName="/ppt/slideMasters/slideMaster5.xml" ContentType="application/vnd.openxmlformats-officedocument.presentationml.slideMaster+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theme/theme7.xml" ContentType="application/vnd.openxmlformats-officedocument.theme+xml"/>
  <Override PartName="/ppt/slideLayouts/slideLayout88.xml" ContentType="application/vnd.openxmlformats-officedocument.presentationml.slideLayout+xml"/>
  <Override PartName="/ppt/theme/theme11.xml" ContentType="application/vnd.openxmlformats-officedocument.theme+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95.xml" ContentType="application/vnd.openxmlformats-officedocument.presentationml.slideLayout+xml"/>
  <Override PartName="/ppt/slideLayouts/slideLayout119.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Layouts/slideLayout108.xml" ContentType="application/vnd.openxmlformats-officedocument.presentationml.slideLayout+xml"/>
  <Override PartName="/ppt/slideLayouts/slideLayout12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91.xml" ContentType="application/vnd.openxmlformats-officedocument.presentationml.slideLayout+xml"/>
  <Override PartName="/ppt/slideLayouts/slideLayout115.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Layouts/slideLayout104.xml" ContentType="application/vnd.openxmlformats-officedocument.presentationml.slideLayout+xml"/>
  <Override PartName="/ppt/slideLayouts/slideLayout122.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Layouts/slideLayout111.xml" ContentType="application/vnd.openxmlformats-officedocument.presentationml.slideLayout+xml"/>
  <Override PartName="/ppt/slideLayouts/slideLayout100.xml" ContentType="application/vnd.openxmlformats-officedocument.presentationml.slideLayout+xml"/>
  <Override PartName="/ppt/notesSlides/notesSlide9.xml" ContentType="application/vnd.openxmlformats-officedocument.presentationml.notesSlide+xml"/>
  <Override PartName="/ppt/slideMasters/slideMaster6.xml" ContentType="application/vnd.openxmlformats-officedocument.presentationml.slideMaster+xml"/>
  <Override PartName="/ppt/slideLayouts/slideLayout89.xml" ContentType="application/vnd.openxmlformats-officedocument.presentationml.slideLayout+xml"/>
  <Override PartName="/ppt/theme/theme8.xml" ContentType="application/vnd.openxmlformats-officedocument.theme+xml"/>
  <Override PartName="/ppt/theme/theme12.xml" ContentType="application/vnd.openxmlformats-officedocument.them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09.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s/slide24.xml" ContentType="application/vnd.openxmlformats-officedocument.presentationml.slide+xml"/>
  <Default Extension="jpeg" ContentType="image/jpeg"/>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Override PartName="/ppt/slideLayouts/slideLayout92.xml" ContentType="application/vnd.openxmlformats-officedocument.presentationml.slideLayout+xml"/>
  <Override PartName="/ppt/slideLayouts/slideLayout105.xml" ContentType="application/vnd.openxmlformats-officedocument.presentationml.slideLayout+xml"/>
  <Override PartName="/ppt/diagrams/quickStyle1.xml" ContentType="application/vnd.openxmlformats-officedocument.drawingml.diagramStyl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Override PartName="/ppt/slideLayouts/slideLayout112.xml" ContentType="application/vnd.openxmlformats-officedocument.presentationml.slideLayout+xml"/>
  <Override PartName="/ppt/slideLayouts/slideLayout123.xml" ContentType="application/vnd.openxmlformats-officedocument.presentationml.slideLayout+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Layouts/slideLayout101.xml" ContentType="application/vnd.openxmlformats-officedocument.presentationml.slideLayout+xml"/>
  <Override PartName="/ppt/notesSlides/notesSlide11.xml" ContentType="application/vnd.openxmlformats-officedocument.presentationml.notesSlid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theme/theme13.xml" ContentType="application/vnd.openxmlformats-officedocument.theme+xml"/>
  <Override PartName="/ppt/notesSlides/notesSlide6.xml" ContentType="application/vnd.openxmlformats-officedocument.presentationml.notesSlide+xml"/>
  <Override PartName="/ppt/slides/slide8.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97.xml" ContentType="application/vnd.openxmlformats-officedocument.presentationml.slideLayout+xml"/>
  <Override PartName="/ppt/diagrams/data1.xml" ContentType="application/vnd.openxmlformats-officedocument.drawingml.diagramData+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128.xml" ContentType="application/vnd.openxmlformats-officedocument.presentationml.slideLayout+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117.xml" ContentType="application/vnd.openxmlformats-officedocument.presentationml.slideLayout+xml"/>
  <Override PartName="/ppt/theme/theme1.xml" ContentType="application/vnd.openxmlformats-officedocument.theme+xml"/>
  <Override PartName="/ppt/slideLayouts/slideLayout53.xml" ContentType="application/vnd.openxmlformats-officedocument.presentationml.slideLayout+xml"/>
  <Override PartName="/ppt/slideLayouts/slideLayout10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 id="2147483718" r:id="rId5"/>
    <p:sldMasterId id="2147483739" r:id="rId6"/>
    <p:sldMasterId id="2147483754" r:id="rId7"/>
    <p:sldMasterId id="2147483770" r:id="rId8"/>
    <p:sldMasterId id="2147483786" r:id="rId9"/>
    <p:sldMasterId id="2147483802" r:id="rId10"/>
    <p:sldMasterId id="2147483818" r:id="rId11"/>
    <p:sldMasterId id="2147483846" r:id="rId12"/>
    <p:sldMasterId id="2147483862" r:id="rId13"/>
    <p:sldMasterId id="2147483876" r:id="rId14"/>
  </p:sldMasterIdLst>
  <p:notesMasterIdLst>
    <p:notesMasterId r:id="rId41"/>
  </p:notesMasterIdLst>
  <p:handoutMasterIdLst>
    <p:handoutMasterId r:id="rId42"/>
  </p:handoutMasterIdLst>
  <p:sldIdLst>
    <p:sldId id="256" r:id="rId15"/>
    <p:sldId id="257" r:id="rId16"/>
    <p:sldId id="378" r:id="rId17"/>
    <p:sldId id="306" r:id="rId18"/>
    <p:sldId id="420" r:id="rId19"/>
    <p:sldId id="307" r:id="rId20"/>
    <p:sldId id="417" r:id="rId21"/>
    <p:sldId id="330" r:id="rId22"/>
    <p:sldId id="315" r:id="rId23"/>
    <p:sldId id="323" r:id="rId24"/>
    <p:sldId id="327" r:id="rId25"/>
    <p:sldId id="397" r:id="rId26"/>
    <p:sldId id="392" r:id="rId27"/>
    <p:sldId id="421" r:id="rId28"/>
    <p:sldId id="357" r:id="rId29"/>
    <p:sldId id="419" r:id="rId30"/>
    <p:sldId id="391" r:id="rId31"/>
    <p:sldId id="418" r:id="rId32"/>
    <p:sldId id="379" r:id="rId33"/>
    <p:sldId id="325" r:id="rId34"/>
    <p:sldId id="317" r:id="rId35"/>
    <p:sldId id="386" r:id="rId36"/>
    <p:sldId id="387" r:id="rId37"/>
    <p:sldId id="398" r:id="rId38"/>
    <p:sldId id="324" r:id="rId39"/>
    <p:sldId id="304" r:id="rId40"/>
  </p:sldIdLst>
  <p:sldSz cx="9144000" cy="6858000" type="screen4x3"/>
  <p:notesSz cx="7010400" cy="9296400"/>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AE1E"/>
    <a:srgbClr val="FFFFFF"/>
    <a:srgbClr val="FF0066"/>
    <a:srgbClr val="000000"/>
    <a:srgbClr val="F3AF35"/>
    <a:srgbClr val="9C42E6"/>
    <a:srgbClr val="D1943B"/>
    <a:srgbClr val="F8F57B"/>
    <a:srgbClr val="D5B953"/>
    <a:srgbClr val="B87DF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225" autoAdjust="0"/>
    <p:restoredTop sz="96105" autoAdjust="0"/>
  </p:normalViewPr>
  <p:slideViewPr>
    <p:cSldViewPr>
      <p:cViewPr varScale="1">
        <p:scale>
          <a:sx n="96" d="100"/>
          <a:sy n="96" d="100"/>
        </p:scale>
        <p:origin x="-240" y="-96"/>
      </p:cViewPr>
      <p:guideLst>
        <p:guide orient="horz" pos="144"/>
        <p:guide orient="horz" pos="895"/>
        <p:guide orient="horz" pos="1484"/>
        <p:guide orient="horz" pos="1200"/>
        <p:guide orient="horz" pos="2736"/>
        <p:guide orient="horz" pos="4176"/>
        <p:guide pos="2880"/>
        <p:guide pos="240"/>
        <p:guide pos="460"/>
        <p:guide pos="5520"/>
        <p:guide pos="863"/>
        <p:guide pos="5299"/>
      </p:guideLst>
    </p:cSldViewPr>
  </p:slid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95" d="100"/>
          <a:sy n="95" d="100"/>
        </p:scale>
        <p:origin x="-2634" y="-96"/>
      </p:cViewPr>
      <p:guideLst>
        <p:guide orient="horz" pos="2928"/>
        <p:guide pos="220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Master" Target="slideMasters/slideMaster10.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3" Type="http://schemas.openxmlformats.org/officeDocument/2006/relationships/customXml" Target="../customXml/item3.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2.xml"/><Relationship Id="rId20" Type="http://schemas.openxmlformats.org/officeDocument/2006/relationships/slide" Target="slides/slide6.xml"/><Relationship Id="rId29" Type="http://schemas.openxmlformats.org/officeDocument/2006/relationships/slide" Target="slides/slide1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10" Type="http://schemas.openxmlformats.org/officeDocument/2006/relationships/slideMaster" Target="slideMasters/slideMaster7.xml"/><Relationship Id="rId19" Type="http://schemas.openxmlformats.org/officeDocument/2006/relationships/slide" Target="slides/slide5.xml"/><Relationship Id="rId31" Type="http://schemas.openxmlformats.org/officeDocument/2006/relationships/slide" Target="slides/slide1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65D575-9DB3-4C7E-8B18-3BDFF1E9D6E8}" type="doc">
      <dgm:prSet loTypeId="urn:microsoft.com/office/officeart/2005/8/layout/hList6" loCatId="list" qsTypeId="urn:microsoft.com/office/officeart/2005/8/quickstyle/simple1" qsCatId="simple" csTypeId="urn:microsoft.com/office/officeart/2005/8/colors/accent0_3" csCatId="mainScheme" phldr="1"/>
      <dgm:spPr/>
      <dgm:t>
        <a:bodyPr/>
        <a:lstStyle/>
        <a:p>
          <a:endParaRPr lang="en-US"/>
        </a:p>
      </dgm:t>
    </dgm:pt>
    <dgm:pt modelId="{47E951B5-4473-4C66-B38D-B6E9E1BE3CFD}">
      <dgm:prSet phldrT="[Text]"/>
      <dgm:spPr>
        <a:solidFill>
          <a:schemeClr val="accent6"/>
        </a:solidFill>
      </dgm:spPr>
      <dgm:t>
        <a:bodyPr/>
        <a:lstStyle/>
        <a:p>
          <a:r>
            <a:rPr lang="en-US" dirty="0" smtClean="0"/>
            <a:t>5.5 (Jan 08)</a:t>
          </a:r>
          <a:endParaRPr lang="en-US" dirty="0"/>
        </a:p>
      </dgm:t>
    </dgm:pt>
    <dgm:pt modelId="{D04681DC-90D2-44F1-9AF6-6A600D8238A2}" type="parTrans" cxnId="{24E1260B-42C2-4EE6-BBD8-E2BA491470F5}">
      <dgm:prSet/>
      <dgm:spPr/>
      <dgm:t>
        <a:bodyPr/>
        <a:lstStyle/>
        <a:p>
          <a:endParaRPr lang="en-US"/>
        </a:p>
      </dgm:t>
    </dgm:pt>
    <dgm:pt modelId="{5DCBDA43-B709-4A4A-81F9-464DFB028666}" type="sibTrans" cxnId="{24E1260B-42C2-4EE6-BBD8-E2BA491470F5}">
      <dgm:prSet/>
      <dgm:spPr/>
      <dgm:t>
        <a:bodyPr/>
        <a:lstStyle/>
        <a:p>
          <a:endParaRPr lang="en-US"/>
        </a:p>
      </dgm:t>
    </dgm:pt>
    <dgm:pt modelId="{149CC69A-F15B-4AEA-B282-BF66AB58AEB2}">
      <dgm:prSet phldrT="[Text]"/>
      <dgm:spPr>
        <a:solidFill>
          <a:schemeClr val="accent6"/>
        </a:solidFill>
      </dgm:spPr>
      <dgm:t>
        <a:bodyPr/>
        <a:lstStyle/>
        <a:p>
          <a:r>
            <a:rPr lang="en-US" dirty="0" smtClean="0"/>
            <a:t>Delegated Authentication for secure sharing of user data</a:t>
          </a:r>
          <a:endParaRPr lang="en-US" dirty="0"/>
        </a:p>
      </dgm:t>
    </dgm:pt>
    <dgm:pt modelId="{C21D3954-CE1A-452D-97BD-8404326AE174}" type="parTrans" cxnId="{2353FE10-4C0C-42CC-A996-F170E2AA00E0}">
      <dgm:prSet/>
      <dgm:spPr/>
      <dgm:t>
        <a:bodyPr/>
        <a:lstStyle/>
        <a:p>
          <a:endParaRPr lang="en-US"/>
        </a:p>
      </dgm:t>
    </dgm:pt>
    <dgm:pt modelId="{38F36629-CBE0-4D34-8031-86CDB76D59B6}" type="sibTrans" cxnId="{2353FE10-4C0C-42CC-A996-F170E2AA00E0}">
      <dgm:prSet/>
      <dgm:spPr/>
      <dgm:t>
        <a:bodyPr/>
        <a:lstStyle/>
        <a:p>
          <a:endParaRPr lang="en-US"/>
        </a:p>
      </dgm:t>
    </dgm:pt>
    <dgm:pt modelId="{6D5638B6-9497-4A22-8228-434D7C946151}">
      <dgm:prSet phldrT="[Text]"/>
      <dgm:spPr>
        <a:solidFill>
          <a:schemeClr val="accent6"/>
        </a:solidFill>
      </dgm:spPr>
      <dgm:t>
        <a:bodyPr/>
        <a:lstStyle/>
        <a:p>
          <a:r>
            <a:rPr lang="en-US" dirty="0" smtClean="0"/>
            <a:t>6.0 (July 08)</a:t>
          </a:r>
          <a:endParaRPr lang="en-US" dirty="0"/>
        </a:p>
      </dgm:t>
    </dgm:pt>
    <dgm:pt modelId="{1FE1CC77-0A0B-462E-97AF-20D35F129168}" type="parTrans" cxnId="{DCE3F5B8-EDAA-4803-99D7-14FC320A4083}">
      <dgm:prSet/>
      <dgm:spPr/>
      <dgm:t>
        <a:bodyPr/>
        <a:lstStyle/>
        <a:p>
          <a:endParaRPr lang="en-US"/>
        </a:p>
      </dgm:t>
    </dgm:pt>
    <dgm:pt modelId="{5B76C160-CF23-4303-8CE7-166AA3E4D634}" type="sibTrans" cxnId="{DCE3F5B8-EDAA-4803-99D7-14FC320A4083}">
      <dgm:prSet/>
      <dgm:spPr/>
      <dgm:t>
        <a:bodyPr/>
        <a:lstStyle/>
        <a:p>
          <a:endParaRPr lang="en-US"/>
        </a:p>
      </dgm:t>
    </dgm:pt>
    <dgm:pt modelId="{5103205F-AD3A-485F-B275-E77228E11C39}">
      <dgm:prSet phldrT="[Text]"/>
      <dgm:spPr>
        <a:solidFill>
          <a:schemeClr val="accent6"/>
        </a:solidFill>
      </dgm:spPr>
      <dgm:t>
        <a:bodyPr/>
        <a:lstStyle/>
        <a:p>
          <a:r>
            <a:rPr lang="en-US" dirty="0" smtClean="0"/>
            <a:t>Live Connector</a:t>
          </a:r>
          <a:endParaRPr lang="en-US" dirty="0"/>
        </a:p>
      </dgm:t>
    </dgm:pt>
    <dgm:pt modelId="{E6BCD762-69E5-4303-B196-4D81C9EE3786}" type="parTrans" cxnId="{C828BB5B-1F8A-4105-B39A-FC89DD3C5990}">
      <dgm:prSet/>
      <dgm:spPr/>
      <dgm:t>
        <a:bodyPr/>
        <a:lstStyle/>
        <a:p>
          <a:endParaRPr lang="en-US"/>
        </a:p>
      </dgm:t>
    </dgm:pt>
    <dgm:pt modelId="{CBA81031-E687-4FE4-AB9A-9DF11D9EF0D7}" type="sibTrans" cxnId="{C828BB5B-1F8A-4105-B39A-FC89DD3C5990}">
      <dgm:prSet/>
      <dgm:spPr/>
      <dgm:t>
        <a:bodyPr/>
        <a:lstStyle/>
        <a:p>
          <a:endParaRPr lang="en-US"/>
        </a:p>
      </dgm:t>
    </dgm:pt>
    <dgm:pt modelId="{ABDCFF41-B7F0-4816-A876-7727698F2F40}">
      <dgm:prSet phldrT="[Text]" custT="1"/>
      <dgm:spPr>
        <a:solidFill>
          <a:schemeClr val="accent6"/>
        </a:solidFill>
      </dgm:spPr>
      <dgm:t>
        <a:bodyPr/>
        <a:lstStyle/>
        <a:p>
          <a:r>
            <a:rPr lang="en-US" sz="1900" dirty="0" smtClean="0"/>
            <a:t>6.5 (</a:t>
          </a:r>
          <a:r>
            <a:rPr lang="en-US" sz="1600" dirty="0" smtClean="0"/>
            <a:t>Within ~12 months)</a:t>
          </a:r>
        </a:p>
        <a:p>
          <a:r>
            <a:rPr lang="en-US" sz="1600" dirty="0" smtClean="0"/>
            <a:t>(</a:t>
          </a:r>
          <a:r>
            <a:rPr lang="en-US" sz="1600" i="1" dirty="0" smtClean="0"/>
            <a:t>Provisional plans – subject to change</a:t>
          </a:r>
          <a:r>
            <a:rPr lang="en-US" sz="1600" dirty="0" smtClean="0"/>
            <a:t>)</a:t>
          </a:r>
          <a:endParaRPr lang="en-US" sz="1900" dirty="0"/>
        </a:p>
      </dgm:t>
    </dgm:pt>
    <dgm:pt modelId="{483C6788-EA07-4377-BF3F-F61419C0F239}" type="parTrans" cxnId="{BBE97BF0-D5A4-4729-B53C-8A350F631253}">
      <dgm:prSet/>
      <dgm:spPr/>
      <dgm:t>
        <a:bodyPr/>
        <a:lstStyle/>
        <a:p>
          <a:endParaRPr lang="en-US"/>
        </a:p>
      </dgm:t>
    </dgm:pt>
    <dgm:pt modelId="{A07774F8-2130-4FCE-8E5B-7640F69E2B63}" type="sibTrans" cxnId="{BBE97BF0-D5A4-4729-B53C-8A350F631253}">
      <dgm:prSet/>
      <dgm:spPr/>
      <dgm:t>
        <a:bodyPr/>
        <a:lstStyle/>
        <a:p>
          <a:endParaRPr lang="en-US"/>
        </a:p>
      </dgm:t>
    </dgm:pt>
    <dgm:pt modelId="{19720F8A-ACE1-4655-AC61-F7EB3A128F36}">
      <dgm:prSet/>
      <dgm:spPr>
        <a:solidFill>
          <a:schemeClr val="accent6"/>
        </a:solidFill>
      </dgm:spPr>
      <dgm:t>
        <a:bodyPr/>
        <a:lstStyle/>
        <a:p>
          <a:r>
            <a:rPr lang="en-US" dirty="0" smtClean="0"/>
            <a:t>Anti-spam rule-based IP blocking </a:t>
          </a:r>
        </a:p>
      </dgm:t>
    </dgm:pt>
    <dgm:pt modelId="{4B117340-B0B3-40D8-A452-9577FFBEBFF9}" type="parTrans" cxnId="{739E910E-1AF5-4E58-AD45-9ADE430F90F1}">
      <dgm:prSet/>
      <dgm:spPr/>
      <dgm:t>
        <a:bodyPr/>
        <a:lstStyle/>
        <a:p>
          <a:endParaRPr lang="en-US"/>
        </a:p>
      </dgm:t>
    </dgm:pt>
    <dgm:pt modelId="{37073B1D-DF5E-44C0-AF14-7C8A1EA7522F}" type="sibTrans" cxnId="{739E910E-1AF5-4E58-AD45-9ADE430F90F1}">
      <dgm:prSet/>
      <dgm:spPr/>
      <dgm:t>
        <a:bodyPr/>
        <a:lstStyle/>
        <a:p>
          <a:endParaRPr lang="en-US"/>
        </a:p>
      </dgm:t>
    </dgm:pt>
    <dgm:pt modelId="{B0AA4769-96BC-47A8-A3D7-68B9A458FF66}">
      <dgm:prSet phldrT="[Text]"/>
      <dgm:spPr>
        <a:solidFill>
          <a:schemeClr val="accent6"/>
        </a:solidFill>
      </dgm:spPr>
      <dgm:t>
        <a:bodyPr/>
        <a:lstStyle/>
        <a:p>
          <a:r>
            <a:rPr lang="en-US" dirty="0" smtClean="0"/>
            <a:t>Exchange B2B collaboration</a:t>
          </a:r>
          <a:endParaRPr lang="en-US" dirty="0"/>
        </a:p>
      </dgm:t>
    </dgm:pt>
    <dgm:pt modelId="{85C1A699-4840-4E68-9F85-5E6AC310892C}" type="parTrans" cxnId="{493B86EB-F796-430E-811B-5ED820D1D765}">
      <dgm:prSet/>
      <dgm:spPr/>
      <dgm:t>
        <a:bodyPr/>
        <a:lstStyle/>
        <a:p>
          <a:endParaRPr lang="en-US"/>
        </a:p>
      </dgm:t>
    </dgm:pt>
    <dgm:pt modelId="{F3D254B2-A556-4217-8BE4-9DD44393163F}" type="sibTrans" cxnId="{493B86EB-F796-430E-811B-5ED820D1D765}">
      <dgm:prSet/>
      <dgm:spPr/>
      <dgm:t>
        <a:bodyPr/>
        <a:lstStyle/>
        <a:p>
          <a:endParaRPr lang="en-US"/>
        </a:p>
      </dgm:t>
    </dgm:pt>
    <dgm:pt modelId="{F4B2020F-400B-43C1-AE7F-23E66553679B}">
      <dgm:prSet/>
      <dgm:spPr>
        <a:solidFill>
          <a:schemeClr val="accent6"/>
        </a:solidFill>
      </dgm:spPr>
      <dgm:t>
        <a:bodyPr/>
        <a:lstStyle/>
        <a:p>
          <a:r>
            <a:rPr lang="en-US" dirty="0" smtClean="0"/>
            <a:t>Anti-SPAM Users reputation</a:t>
          </a:r>
        </a:p>
      </dgm:t>
    </dgm:pt>
    <dgm:pt modelId="{489F8018-AD35-4F5A-A272-2F13AF564E2E}" type="parTrans" cxnId="{A1ABE24D-6928-4074-8914-14F5E3F1C75F}">
      <dgm:prSet/>
      <dgm:spPr/>
      <dgm:t>
        <a:bodyPr/>
        <a:lstStyle/>
        <a:p>
          <a:endParaRPr lang="en-US"/>
        </a:p>
      </dgm:t>
    </dgm:pt>
    <dgm:pt modelId="{D125F3C6-DE9C-4CBB-AA24-1F788EBC646A}" type="sibTrans" cxnId="{A1ABE24D-6928-4074-8914-14F5E3F1C75F}">
      <dgm:prSet/>
      <dgm:spPr/>
      <dgm:t>
        <a:bodyPr/>
        <a:lstStyle/>
        <a:p>
          <a:endParaRPr lang="en-US"/>
        </a:p>
      </dgm:t>
    </dgm:pt>
    <dgm:pt modelId="{2105064E-BE20-447D-939B-A27666E3EA2B}">
      <dgm:prSet/>
      <dgm:spPr>
        <a:solidFill>
          <a:schemeClr val="accent6"/>
        </a:solidFill>
      </dgm:spPr>
      <dgm:t>
        <a:bodyPr/>
        <a:lstStyle/>
        <a:p>
          <a:r>
            <a:rPr lang="en-US" dirty="0" smtClean="0"/>
            <a:t>Aliasing </a:t>
          </a:r>
        </a:p>
      </dgm:t>
    </dgm:pt>
    <dgm:pt modelId="{D364531D-51E2-4A9E-A9D4-DAC4F16B1079}" type="parTrans" cxnId="{BF36E550-E0EA-4D60-ABC0-3E6B049A6702}">
      <dgm:prSet/>
      <dgm:spPr/>
      <dgm:t>
        <a:bodyPr/>
        <a:lstStyle/>
        <a:p>
          <a:endParaRPr lang="en-US"/>
        </a:p>
      </dgm:t>
    </dgm:pt>
    <dgm:pt modelId="{C7CDE07D-3D30-40EA-8EDE-1C2F779F0AF4}" type="sibTrans" cxnId="{BF36E550-E0EA-4D60-ABC0-3E6B049A6702}">
      <dgm:prSet/>
      <dgm:spPr/>
      <dgm:t>
        <a:bodyPr/>
        <a:lstStyle/>
        <a:p>
          <a:endParaRPr lang="en-US"/>
        </a:p>
      </dgm:t>
    </dgm:pt>
    <dgm:pt modelId="{50891D7E-6A5A-48AD-AC9A-443F820F9D73}">
      <dgm:prSet/>
      <dgm:spPr>
        <a:solidFill>
          <a:schemeClr val="accent6"/>
        </a:solidFill>
      </dgm:spPr>
      <dgm:t>
        <a:bodyPr/>
        <a:lstStyle/>
        <a:p>
          <a:r>
            <a:rPr lang="en-US" dirty="0" smtClean="0"/>
            <a:t>Windows 7 - Device to User mapping </a:t>
          </a:r>
        </a:p>
      </dgm:t>
    </dgm:pt>
    <dgm:pt modelId="{8E64BF4D-20FB-4A91-98C7-F3E3565EC90A}" type="parTrans" cxnId="{852B2FA1-A19C-482A-A052-C6CA09154C31}">
      <dgm:prSet/>
      <dgm:spPr/>
      <dgm:t>
        <a:bodyPr/>
        <a:lstStyle/>
        <a:p>
          <a:endParaRPr lang="en-US"/>
        </a:p>
      </dgm:t>
    </dgm:pt>
    <dgm:pt modelId="{6EB4E99F-ADEB-4319-BB8F-7485B4508ABC}" type="sibTrans" cxnId="{852B2FA1-A19C-482A-A052-C6CA09154C31}">
      <dgm:prSet/>
      <dgm:spPr/>
      <dgm:t>
        <a:bodyPr/>
        <a:lstStyle/>
        <a:p>
          <a:endParaRPr lang="en-US"/>
        </a:p>
      </dgm:t>
    </dgm:pt>
    <dgm:pt modelId="{99D8B7DA-15C6-48CE-A893-628653337BB7}">
      <dgm:prSet/>
      <dgm:spPr>
        <a:solidFill>
          <a:schemeClr val="accent6"/>
        </a:solidFill>
      </dgm:spPr>
      <dgm:t>
        <a:bodyPr/>
        <a:lstStyle/>
        <a:p>
          <a:r>
            <a:rPr lang="en-US" dirty="0" smtClean="0"/>
            <a:t>IDCRL 6.0 – Single sign in across Desktop </a:t>
          </a:r>
        </a:p>
      </dgm:t>
    </dgm:pt>
    <dgm:pt modelId="{DFC333B8-3388-43B7-A3A1-6258A5E547E7}" type="parTrans" cxnId="{8222BA66-3B6C-4C03-9C77-BF972942E4A8}">
      <dgm:prSet/>
      <dgm:spPr/>
      <dgm:t>
        <a:bodyPr/>
        <a:lstStyle/>
        <a:p>
          <a:endParaRPr lang="en-US"/>
        </a:p>
      </dgm:t>
    </dgm:pt>
    <dgm:pt modelId="{7F6345B8-BC12-444E-B7A3-3F946B07DA5C}" type="sibTrans" cxnId="{8222BA66-3B6C-4C03-9C77-BF972942E4A8}">
      <dgm:prSet/>
      <dgm:spPr/>
      <dgm:t>
        <a:bodyPr/>
        <a:lstStyle/>
        <a:p>
          <a:endParaRPr lang="en-US"/>
        </a:p>
      </dgm:t>
    </dgm:pt>
    <dgm:pt modelId="{7149C634-F414-452F-87C1-25F13F363011}">
      <dgm:prSet/>
      <dgm:spPr>
        <a:solidFill>
          <a:schemeClr val="accent6"/>
        </a:solidFill>
      </dgm:spPr>
      <dgm:t>
        <a:bodyPr/>
        <a:lstStyle/>
        <a:p>
          <a:r>
            <a:rPr lang="en-US" dirty="0" smtClean="0"/>
            <a:t>Scale federation for enterprises</a:t>
          </a:r>
        </a:p>
      </dgm:t>
    </dgm:pt>
    <dgm:pt modelId="{A388E323-BD09-4017-8A69-F756BFA9E952}" type="parTrans" cxnId="{575A0EBD-3E74-4572-BC5C-B82FCA484ADC}">
      <dgm:prSet/>
      <dgm:spPr/>
      <dgm:t>
        <a:bodyPr/>
        <a:lstStyle/>
        <a:p>
          <a:endParaRPr lang="en-US"/>
        </a:p>
      </dgm:t>
    </dgm:pt>
    <dgm:pt modelId="{AAE3B4B7-AE22-4EBB-91FB-BD0BB7789B73}" type="sibTrans" cxnId="{575A0EBD-3E74-4572-BC5C-B82FCA484ADC}">
      <dgm:prSet/>
      <dgm:spPr/>
      <dgm:t>
        <a:bodyPr/>
        <a:lstStyle/>
        <a:p>
          <a:endParaRPr lang="en-US"/>
        </a:p>
      </dgm:t>
    </dgm:pt>
    <dgm:pt modelId="{B7B9626D-8E39-4150-8AC3-39FDED6F6C1D}">
      <dgm:prSet phldrT="[Text]"/>
      <dgm:spPr>
        <a:solidFill>
          <a:schemeClr val="accent6"/>
        </a:solidFill>
      </dgm:spPr>
      <dgm:t>
        <a:bodyPr/>
        <a:lstStyle/>
        <a:p>
          <a:r>
            <a:rPr lang="en-US" sz="1500" dirty="0" smtClean="0"/>
            <a:t>Customize-able sign in and sign up by 3</a:t>
          </a:r>
          <a:r>
            <a:rPr lang="en-US" sz="1500" baseline="30000" dirty="0" smtClean="0"/>
            <a:t>rd</a:t>
          </a:r>
          <a:r>
            <a:rPr lang="en-US" sz="1500" dirty="0" smtClean="0"/>
            <a:t> party</a:t>
          </a:r>
          <a:endParaRPr lang="en-US" sz="1500" dirty="0"/>
        </a:p>
      </dgm:t>
    </dgm:pt>
    <dgm:pt modelId="{D632EAEA-C17A-470A-B61F-F4FB4A6D98D9}" type="parTrans" cxnId="{A0BAF460-A3A9-41D2-8096-81DF385D7C84}">
      <dgm:prSet/>
      <dgm:spPr/>
      <dgm:t>
        <a:bodyPr/>
        <a:lstStyle/>
        <a:p>
          <a:endParaRPr lang="en-US"/>
        </a:p>
      </dgm:t>
    </dgm:pt>
    <dgm:pt modelId="{513B8A67-DF4C-469B-B207-7DC0D0D1C4D1}" type="sibTrans" cxnId="{A0BAF460-A3A9-41D2-8096-81DF385D7C84}">
      <dgm:prSet/>
      <dgm:spPr/>
      <dgm:t>
        <a:bodyPr/>
        <a:lstStyle/>
        <a:p>
          <a:endParaRPr lang="en-US"/>
        </a:p>
      </dgm:t>
    </dgm:pt>
    <dgm:pt modelId="{F96287E1-2501-41B0-8898-6EE2FB00DA89}">
      <dgm:prSet/>
      <dgm:spPr>
        <a:solidFill>
          <a:schemeClr val="accent6"/>
        </a:solidFill>
      </dgm:spPr>
      <dgm:t>
        <a:bodyPr/>
        <a:lstStyle/>
        <a:p>
          <a:r>
            <a:rPr lang="en-US" dirty="0" smtClean="0"/>
            <a:t>Service provisioning framework</a:t>
          </a:r>
        </a:p>
      </dgm:t>
    </dgm:pt>
    <dgm:pt modelId="{B9FBE903-C929-4D5F-A75C-3091B76F3C56}" type="parTrans" cxnId="{4300829D-3E0D-4182-8B7F-80A1872218D1}">
      <dgm:prSet/>
      <dgm:spPr/>
      <dgm:t>
        <a:bodyPr/>
        <a:lstStyle/>
        <a:p>
          <a:endParaRPr lang="en-US"/>
        </a:p>
      </dgm:t>
    </dgm:pt>
    <dgm:pt modelId="{EEB0B3F3-7CE4-4B6E-90E1-41A4A1A36FD8}" type="sibTrans" cxnId="{4300829D-3E0D-4182-8B7F-80A1872218D1}">
      <dgm:prSet/>
      <dgm:spPr/>
      <dgm:t>
        <a:bodyPr/>
        <a:lstStyle/>
        <a:p>
          <a:endParaRPr lang="en-US"/>
        </a:p>
      </dgm:t>
    </dgm:pt>
    <dgm:pt modelId="{6192C448-A0CA-4137-BDF1-FD6C151714D0}">
      <dgm:prSet phldrT="[Text]"/>
      <dgm:spPr>
        <a:solidFill>
          <a:schemeClr val="accent6"/>
        </a:solidFill>
      </dgm:spPr>
      <dgm:t>
        <a:bodyPr/>
        <a:lstStyle/>
        <a:p>
          <a:r>
            <a:rPr lang="en-US" sz="1500" dirty="0" smtClean="0"/>
            <a:t>Reporting system for 3</a:t>
          </a:r>
          <a:r>
            <a:rPr lang="en-US" sz="1500" baseline="30000" dirty="0" smtClean="0"/>
            <a:t>rd</a:t>
          </a:r>
          <a:r>
            <a:rPr lang="en-US" sz="1500" dirty="0" smtClean="0"/>
            <a:t> party</a:t>
          </a:r>
          <a:endParaRPr lang="en-US" sz="1500" dirty="0"/>
        </a:p>
      </dgm:t>
    </dgm:pt>
    <dgm:pt modelId="{4920BFE4-C254-49EA-B6CB-7E1D9290C613}" type="parTrans" cxnId="{F2EC16F0-2BC5-4E86-BF46-AB96698D0C1F}">
      <dgm:prSet/>
      <dgm:spPr/>
      <dgm:t>
        <a:bodyPr/>
        <a:lstStyle/>
        <a:p>
          <a:endParaRPr lang="en-US"/>
        </a:p>
      </dgm:t>
    </dgm:pt>
    <dgm:pt modelId="{4333AFFB-0BB3-4E04-B19B-E3E1C1D95BF1}" type="sibTrans" cxnId="{F2EC16F0-2BC5-4E86-BF46-AB96698D0C1F}">
      <dgm:prSet/>
      <dgm:spPr/>
      <dgm:t>
        <a:bodyPr/>
        <a:lstStyle/>
        <a:p>
          <a:endParaRPr lang="en-US"/>
        </a:p>
      </dgm:t>
    </dgm:pt>
    <dgm:pt modelId="{5C50EB64-D557-47D3-BBC2-F6CB111474FA}">
      <dgm:prSet/>
      <dgm:spPr>
        <a:solidFill>
          <a:schemeClr val="accent6"/>
        </a:solidFill>
      </dgm:spPr>
      <dgm:t>
        <a:bodyPr/>
        <a:lstStyle/>
        <a:p>
          <a:r>
            <a:rPr lang="en-US" dirty="0" smtClean="0"/>
            <a:t>WebAuth 3</a:t>
          </a:r>
          <a:r>
            <a:rPr lang="en-US" baseline="30000" dirty="0" smtClean="0"/>
            <a:t>rd</a:t>
          </a:r>
          <a:r>
            <a:rPr lang="en-US" dirty="0" smtClean="0"/>
            <a:t> party SDK</a:t>
          </a:r>
        </a:p>
      </dgm:t>
    </dgm:pt>
    <dgm:pt modelId="{D2740C2F-016C-4CF9-B67A-141E49DD38ED}" type="parTrans" cxnId="{3B21900D-FE7A-4800-8BC2-EC7E3082C42D}">
      <dgm:prSet/>
      <dgm:spPr/>
      <dgm:t>
        <a:bodyPr/>
        <a:lstStyle/>
        <a:p>
          <a:endParaRPr lang="en-US"/>
        </a:p>
      </dgm:t>
    </dgm:pt>
    <dgm:pt modelId="{230AE6BC-5F5A-4BC2-8D63-43FC8FF1FF70}" type="sibTrans" cxnId="{3B21900D-FE7A-4800-8BC2-EC7E3082C42D}">
      <dgm:prSet/>
      <dgm:spPr/>
      <dgm:t>
        <a:bodyPr/>
        <a:lstStyle/>
        <a:p>
          <a:endParaRPr lang="en-US"/>
        </a:p>
      </dgm:t>
    </dgm:pt>
    <dgm:pt modelId="{2A243E57-A2AE-4BF6-A338-F4BFCBF9F68B}">
      <dgm:prSet phldrT="[Text]"/>
      <dgm:spPr>
        <a:solidFill>
          <a:schemeClr val="accent6"/>
        </a:solidFill>
      </dgm:spPr>
      <dgm:t>
        <a:bodyPr/>
        <a:lstStyle/>
        <a:p>
          <a:r>
            <a:rPr lang="en-US" sz="1500" dirty="0" smtClean="0"/>
            <a:t>OpenID Provider</a:t>
          </a:r>
          <a:endParaRPr lang="en-US" sz="1500" dirty="0"/>
        </a:p>
      </dgm:t>
    </dgm:pt>
    <dgm:pt modelId="{380222B7-8EF1-4128-8667-DFC3A0F14D1E}" type="parTrans" cxnId="{4DDD2346-607F-4DE3-B288-989C6EA3EE7B}">
      <dgm:prSet/>
      <dgm:spPr/>
      <dgm:t>
        <a:bodyPr/>
        <a:lstStyle/>
        <a:p>
          <a:endParaRPr lang="en-US"/>
        </a:p>
      </dgm:t>
    </dgm:pt>
    <dgm:pt modelId="{47A4991F-66CA-4D1B-8E3B-8251750387F4}" type="sibTrans" cxnId="{4DDD2346-607F-4DE3-B288-989C6EA3EE7B}">
      <dgm:prSet/>
      <dgm:spPr/>
      <dgm:t>
        <a:bodyPr/>
        <a:lstStyle/>
        <a:p>
          <a:endParaRPr lang="en-US"/>
        </a:p>
      </dgm:t>
    </dgm:pt>
    <dgm:pt modelId="{50093F19-FA7B-4BA0-99BB-27CA3DBB7A04}">
      <dgm:prSet phldrT="[Text]"/>
      <dgm:spPr>
        <a:solidFill>
          <a:schemeClr val="accent6"/>
        </a:solidFill>
      </dgm:spPr>
      <dgm:t>
        <a:bodyPr/>
        <a:lstStyle/>
        <a:p>
          <a:r>
            <a:rPr lang="en-US" sz="1500" dirty="0" smtClean="0"/>
            <a:t>Strong </a:t>
          </a:r>
          <a:r>
            <a:rPr lang="en-US" sz="1500" dirty="0" smtClean="0"/>
            <a:t>password policy</a:t>
          </a:r>
          <a:endParaRPr lang="en-US" sz="1500" dirty="0"/>
        </a:p>
      </dgm:t>
    </dgm:pt>
    <dgm:pt modelId="{4EE2E596-85C8-4BDB-8848-03536BFE5A5F}" type="parTrans" cxnId="{97C4A1DE-4BD5-47A3-AE14-FE996BC066F9}">
      <dgm:prSet/>
      <dgm:spPr/>
      <dgm:t>
        <a:bodyPr/>
        <a:lstStyle/>
        <a:p>
          <a:endParaRPr lang="en-US"/>
        </a:p>
      </dgm:t>
    </dgm:pt>
    <dgm:pt modelId="{E6D23182-8AC6-4F1B-AA76-56ADFEEE7117}" type="sibTrans" cxnId="{97C4A1DE-4BD5-47A3-AE14-FE996BC066F9}">
      <dgm:prSet/>
      <dgm:spPr/>
      <dgm:t>
        <a:bodyPr/>
        <a:lstStyle/>
        <a:p>
          <a:endParaRPr lang="en-US"/>
        </a:p>
      </dgm:t>
    </dgm:pt>
    <dgm:pt modelId="{903CDB0D-A745-4551-BE9B-BB5BC1895F8A}">
      <dgm:prSet phldrT="[Text]"/>
      <dgm:spPr>
        <a:solidFill>
          <a:schemeClr val="accent6"/>
        </a:solidFill>
      </dgm:spPr>
      <dgm:t>
        <a:bodyPr/>
        <a:lstStyle/>
        <a:p>
          <a:r>
            <a:rPr lang="en-US" sz="1500" dirty="0" smtClean="0"/>
            <a:t>Smart Card support</a:t>
          </a:r>
          <a:endParaRPr lang="en-US" sz="1500" dirty="0"/>
        </a:p>
      </dgm:t>
    </dgm:pt>
    <dgm:pt modelId="{CAC9B42B-CA40-4619-B211-706E0BE3B5EC}" type="parTrans" cxnId="{F52606C5-8E0F-4C1F-B8E2-44B37A81222D}">
      <dgm:prSet/>
      <dgm:spPr/>
      <dgm:t>
        <a:bodyPr/>
        <a:lstStyle/>
        <a:p>
          <a:endParaRPr lang="en-US"/>
        </a:p>
      </dgm:t>
    </dgm:pt>
    <dgm:pt modelId="{0D752077-8369-4804-B508-D4A01E3CEFEB}" type="sibTrans" cxnId="{F52606C5-8E0F-4C1F-B8E2-44B37A81222D}">
      <dgm:prSet/>
      <dgm:spPr/>
      <dgm:t>
        <a:bodyPr/>
        <a:lstStyle/>
        <a:p>
          <a:endParaRPr lang="en-US"/>
        </a:p>
      </dgm:t>
    </dgm:pt>
    <dgm:pt modelId="{EF1B0BBE-CAA7-4A85-BCA0-672C4C6F016F}">
      <dgm:prSet phldrT="[Text]" custT="1"/>
      <dgm:spPr>
        <a:solidFill>
          <a:schemeClr val="accent6"/>
        </a:solidFill>
      </dgm:spPr>
      <dgm:t>
        <a:bodyPr/>
        <a:lstStyle/>
        <a:p>
          <a:r>
            <a:rPr lang="en-US" sz="1500" dirty="0" smtClean="0"/>
            <a:t>Active-active failover</a:t>
          </a:r>
          <a:endParaRPr lang="en-US" sz="1500" dirty="0"/>
        </a:p>
      </dgm:t>
    </dgm:pt>
    <dgm:pt modelId="{C14E938F-EFA9-44C5-8E38-E08213B64C01}" type="parTrans" cxnId="{2E4AE07A-953F-4DB6-8A26-42EB1594AC79}">
      <dgm:prSet/>
      <dgm:spPr/>
    </dgm:pt>
    <dgm:pt modelId="{EB98E886-3573-4AAD-BEAB-F9C943B86C8B}" type="sibTrans" cxnId="{2E4AE07A-953F-4DB6-8A26-42EB1594AC79}">
      <dgm:prSet/>
      <dgm:spPr/>
    </dgm:pt>
    <dgm:pt modelId="{7314CB01-9554-4900-9E29-D6C98D5F3C99}" type="pres">
      <dgm:prSet presAssocID="{3765D575-9DB3-4C7E-8B18-3BDFF1E9D6E8}" presName="Name0" presStyleCnt="0">
        <dgm:presLayoutVars>
          <dgm:dir/>
          <dgm:resizeHandles val="exact"/>
        </dgm:presLayoutVars>
      </dgm:prSet>
      <dgm:spPr/>
      <dgm:t>
        <a:bodyPr/>
        <a:lstStyle/>
        <a:p>
          <a:endParaRPr lang="en-US"/>
        </a:p>
      </dgm:t>
    </dgm:pt>
    <dgm:pt modelId="{2CB02FF3-6B46-4111-9320-61101DF1F931}" type="pres">
      <dgm:prSet presAssocID="{47E951B5-4473-4C66-B38D-B6E9E1BE3CFD}" presName="node" presStyleLbl="node1" presStyleIdx="0" presStyleCnt="3">
        <dgm:presLayoutVars>
          <dgm:bulletEnabled val="1"/>
        </dgm:presLayoutVars>
      </dgm:prSet>
      <dgm:spPr/>
      <dgm:t>
        <a:bodyPr/>
        <a:lstStyle/>
        <a:p>
          <a:endParaRPr lang="en-US"/>
        </a:p>
      </dgm:t>
    </dgm:pt>
    <dgm:pt modelId="{3E960C28-A1AF-40F7-A053-39F2091D3D90}" type="pres">
      <dgm:prSet presAssocID="{5DCBDA43-B709-4A4A-81F9-464DFB028666}" presName="sibTrans" presStyleCnt="0"/>
      <dgm:spPr/>
    </dgm:pt>
    <dgm:pt modelId="{5F4D5E38-C2BC-450C-9F92-FA24D2F13E67}" type="pres">
      <dgm:prSet presAssocID="{6D5638B6-9497-4A22-8228-434D7C946151}" presName="node" presStyleLbl="node1" presStyleIdx="1" presStyleCnt="3">
        <dgm:presLayoutVars>
          <dgm:bulletEnabled val="1"/>
        </dgm:presLayoutVars>
      </dgm:prSet>
      <dgm:spPr/>
      <dgm:t>
        <a:bodyPr/>
        <a:lstStyle/>
        <a:p>
          <a:endParaRPr lang="en-US"/>
        </a:p>
      </dgm:t>
    </dgm:pt>
    <dgm:pt modelId="{C66DCB0C-F478-4F32-B732-B91A783B89D1}" type="pres">
      <dgm:prSet presAssocID="{5B76C160-CF23-4303-8CE7-166AA3E4D634}" presName="sibTrans" presStyleCnt="0"/>
      <dgm:spPr/>
    </dgm:pt>
    <dgm:pt modelId="{92F93BFB-2C1E-472B-AEFE-4F35FC229956}" type="pres">
      <dgm:prSet presAssocID="{ABDCFF41-B7F0-4816-A876-7727698F2F40}" presName="node" presStyleLbl="node1" presStyleIdx="2" presStyleCnt="3">
        <dgm:presLayoutVars>
          <dgm:bulletEnabled val="1"/>
        </dgm:presLayoutVars>
      </dgm:prSet>
      <dgm:spPr/>
      <dgm:t>
        <a:bodyPr/>
        <a:lstStyle/>
        <a:p>
          <a:endParaRPr lang="en-US"/>
        </a:p>
      </dgm:t>
    </dgm:pt>
  </dgm:ptLst>
  <dgm:cxnLst>
    <dgm:cxn modelId="{4DDD2346-607F-4DE3-B288-989C6EA3EE7B}" srcId="{ABDCFF41-B7F0-4816-A876-7727698F2F40}" destId="{2A243E57-A2AE-4BF6-A338-F4BFCBF9F68B}" srcOrd="2" destOrd="0" parTransId="{380222B7-8EF1-4128-8667-DFC3A0F14D1E}" sibTransId="{47A4991F-66CA-4D1B-8E3B-8251750387F4}"/>
    <dgm:cxn modelId="{852B2FA1-A19C-482A-A052-C6CA09154C31}" srcId="{6D5638B6-9497-4A22-8228-434D7C946151}" destId="{50891D7E-6A5A-48AD-AC9A-443F820F9D73}" srcOrd="3" destOrd="0" parTransId="{8E64BF4D-20FB-4A91-98C7-F3E3565EC90A}" sibTransId="{6EB4E99F-ADEB-4319-BB8F-7485B4508ABC}"/>
    <dgm:cxn modelId="{F2EC16F0-2BC5-4E86-BF46-AB96698D0C1F}" srcId="{ABDCFF41-B7F0-4816-A876-7727698F2F40}" destId="{6192C448-A0CA-4137-BDF1-FD6C151714D0}" srcOrd="1" destOrd="0" parTransId="{4920BFE4-C254-49EA-B6CB-7E1D9290C613}" sibTransId="{4333AFFB-0BB3-4E04-B19B-E3E1C1D95BF1}"/>
    <dgm:cxn modelId="{9538EF41-B745-497B-B400-E89519B1E259}" type="presOf" srcId="{B0AA4769-96BC-47A8-A3D7-68B9A458FF66}" destId="{2CB02FF3-6B46-4111-9320-61101DF1F931}" srcOrd="0" destOrd="2" presId="urn:microsoft.com/office/officeart/2005/8/layout/hList6"/>
    <dgm:cxn modelId="{20F4F2AC-EB71-43C3-83D1-5844EAEAD745}" type="presOf" srcId="{F4B2020F-400B-43C1-AE7F-23E66553679B}" destId="{5F4D5E38-C2BC-450C-9F92-FA24D2F13E67}" srcOrd="0" destOrd="2" presId="urn:microsoft.com/office/officeart/2005/8/layout/hList6"/>
    <dgm:cxn modelId="{A7E20122-287E-490D-A12E-9B2C750672D1}" type="presOf" srcId="{50093F19-FA7B-4BA0-99BB-27CA3DBB7A04}" destId="{92F93BFB-2C1E-472B-AEFE-4F35FC229956}" srcOrd="0" destOrd="4" presId="urn:microsoft.com/office/officeart/2005/8/layout/hList6"/>
    <dgm:cxn modelId="{25547ACB-5ADB-4655-AD64-4F73A5945BBF}" type="presOf" srcId="{B7B9626D-8E39-4150-8AC3-39FDED6F6C1D}" destId="{92F93BFB-2C1E-472B-AEFE-4F35FC229956}" srcOrd="0" destOrd="1" presId="urn:microsoft.com/office/officeart/2005/8/layout/hList6"/>
    <dgm:cxn modelId="{683BE09C-F64D-4CD6-BC96-26CE44CADA7B}" type="presOf" srcId="{903CDB0D-A745-4551-BE9B-BB5BC1895F8A}" destId="{92F93BFB-2C1E-472B-AEFE-4F35FC229956}" srcOrd="0" destOrd="5" presId="urn:microsoft.com/office/officeart/2005/8/layout/hList6"/>
    <dgm:cxn modelId="{A0BAF460-A3A9-41D2-8096-81DF385D7C84}" srcId="{ABDCFF41-B7F0-4816-A876-7727698F2F40}" destId="{B7B9626D-8E39-4150-8AC3-39FDED6F6C1D}" srcOrd="0" destOrd="0" parTransId="{D632EAEA-C17A-470A-B61F-F4FB4A6D98D9}" sibTransId="{513B8A67-DF4C-469B-B207-7DC0D0D1C4D1}"/>
    <dgm:cxn modelId="{83418992-1D25-47DD-8291-8669FDBF2205}" type="presOf" srcId="{3765D575-9DB3-4C7E-8B18-3BDFF1E9D6E8}" destId="{7314CB01-9554-4900-9E29-D6C98D5F3C99}" srcOrd="0" destOrd="0" presId="urn:microsoft.com/office/officeart/2005/8/layout/hList6"/>
    <dgm:cxn modelId="{F52606C5-8E0F-4C1F-B8E2-44B37A81222D}" srcId="{ABDCFF41-B7F0-4816-A876-7727698F2F40}" destId="{903CDB0D-A745-4551-BE9B-BB5BC1895F8A}" srcOrd="4" destOrd="0" parTransId="{CAC9B42B-CA40-4619-B211-706E0BE3B5EC}" sibTransId="{0D752077-8369-4804-B508-D4A01E3CEFEB}"/>
    <dgm:cxn modelId="{BBE97BF0-D5A4-4729-B53C-8A350F631253}" srcId="{3765D575-9DB3-4C7E-8B18-3BDFF1E9D6E8}" destId="{ABDCFF41-B7F0-4816-A876-7727698F2F40}" srcOrd="2" destOrd="0" parTransId="{483C6788-EA07-4377-BF3F-F61419C0F239}" sibTransId="{A07774F8-2130-4FCE-8E5B-7640F69E2B63}"/>
    <dgm:cxn modelId="{3C0B88F2-A90D-4967-BF40-CEE052A9B9DE}" type="presOf" srcId="{149CC69A-F15B-4AEA-B282-BF66AB58AEB2}" destId="{2CB02FF3-6B46-4111-9320-61101DF1F931}" srcOrd="0" destOrd="1" presId="urn:microsoft.com/office/officeart/2005/8/layout/hList6"/>
    <dgm:cxn modelId="{1732CDC0-1885-4889-854E-8DBC289ADD74}" type="presOf" srcId="{50891D7E-6A5A-48AD-AC9A-443F820F9D73}" destId="{5F4D5E38-C2BC-450C-9F92-FA24D2F13E67}" srcOrd="0" destOrd="4" presId="urn:microsoft.com/office/officeart/2005/8/layout/hList6"/>
    <dgm:cxn modelId="{BF36E550-E0EA-4D60-ABC0-3E6B049A6702}" srcId="{6D5638B6-9497-4A22-8228-434D7C946151}" destId="{2105064E-BE20-447D-939B-A27666E3EA2B}" srcOrd="2" destOrd="0" parTransId="{D364531D-51E2-4A9E-A9D4-DAC4F16B1079}" sibTransId="{C7CDE07D-3D30-40EA-8EDE-1C2F779F0AF4}"/>
    <dgm:cxn modelId="{8222BA66-3B6C-4C03-9C77-BF972942E4A8}" srcId="{6D5638B6-9497-4A22-8228-434D7C946151}" destId="{99D8B7DA-15C6-48CE-A893-628653337BB7}" srcOrd="4" destOrd="0" parTransId="{DFC333B8-3388-43B7-A3A1-6258A5E547E7}" sibTransId="{7F6345B8-BC12-444E-B7A3-3F946B07DA5C}"/>
    <dgm:cxn modelId="{03BBE3E6-5414-42FB-A39C-1ED1C2F33117}" type="presOf" srcId="{6D5638B6-9497-4A22-8228-434D7C946151}" destId="{5F4D5E38-C2BC-450C-9F92-FA24D2F13E67}" srcOrd="0" destOrd="0" presId="urn:microsoft.com/office/officeart/2005/8/layout/hList6"/>
    <dgm:cxn modelId="{B9D012CB-0E72-4678-ABAA-A2FA87B54E15}" type="presOf" srcId="{ABDCFF41-B7F0-4816-A876-7727698F2F40}" destId="{92F93BFB-2C1E-472B-AEFE-4F35FC229956}" srcOrd="0" destOrd="0" presId="urn:microsoft.com/office/officeart/2005/8/layout/hList6"/>
    <dgm:cxn modelId="{4300829D-3E0D-4182-8B7F-80A1872218D1}" srcId="{47E951B5-4473-4C66-B38D-B6E9E1BE3CFD}" destId="{F96287E1-2501-41B0-8898-6EE2FB00DA89}" srcOrd="3" destOrd="0" parTransId="{B9FBE903-C929-4D5F-A75C-3091B76F3C56}" sibTransId="{EEB0B3F3-7CE4-4B6E-90E1-41A4A1A36FD8}"/>
    <dgm:cxn modelId="{9C777BCF-26FA-43B2-9F37-0E6685BD3483}" type="presOf" srcId="{19720F8A-ACE1-4655-AC61-F7EB3A128F36}" destId="{2CB02FF3-6B46-4111-9320-61101DF1F931}" srcOrd="0" destOrd="3" presId="urn:microsoft.com/office/officeart/2005/8/layout/hList6"/>
    <dgm:cxn modelId="{C6AD2A38-DAB9-4C7E-9F5C-A58D7B33B65C}" type="presOf" srcId="{EF1B0BBE-CAA7-4A85-BCA0-672C4C6F016F}" destId="{92F93BFB-2C1E-472B-AEFE-4F35FC229956}" srcOrd="0" destOrd="6" presId="urn:microsoft.com/office/officeart/2005/8/layout/hList6"/>
    <dgm:cxn modelId="{5A8DDA14-1412-45C7-92B7-4F4CE97DFDAB}" type="presOf" srcId="{99D8B7DA-15C6-48CE-A893-628653337BB7}" destId="{5F4D5E38-C2BC-450C-9F92-FA24D2F13E67}" srcOrd="0" destOrd="5" presId="urn:microsoft.com/office/officeart/2005/8/layout/hList6"/>
    <dgm:cxn modelId="{489BBD39-8EFC-4207-B6F3-77BB71B783AA}" type="presOf" srcId="{5C50EB64-D557-47D3-BBC2-F6CB111474FA}" destId="{2CB02FF3-6B46-4111-9320-61101DF1F931}" srcOrd="0" destOrd="5" presId="urn:microsoft.com/office/officeart/2005/8/layout/hList6"/>
    <dgm:cxn modelId="{29EF4683-CF1B-4343-82D9-C0857D86378A}" type="presOf" srcId="{47E951B5-4473-4C66-B38D-B6E9E1BE3CFD}" destId="{2CB02FF3-6B46-4111-9320-61101DF1F931}" srcOrd="0" destOrd="0" presId="urn:microsoft.com/office/officeart/2005/8/layout/hList6"/>
    <dgm:cxn modelId="{DCE3F5B8-EDAA-4803-99D7-14FC320A4083}" srcId="{3765D575-9DB3-4C7E-8B18-3BDFF1E9D6E8}" destId="{6D5638B6-9497-4A22-8228-434D7C946151}" srcOrd="1" destOrd="0" parTransId="{1FE1CC77-0A0B-462E-97AF-20D35F129168}" sibTransId="{5B76C160-CF23-4303-8CE7-166AA3E4D634}"/>
    <dgm:cxn modelId="{DBB6476A-B65F-4635-B237-D9384A615817}" type="presOf" srcId="{6192C448-A0CA-4137-BDF1-FD6C151714D0}" destId="{92F93BFB-2C1E-472B-AEFE-4F35FC229956}" srcOrd="0" destOrd="2" presId="urn:microsoft.com/office/officeart/2005/8/layout/hList6"/>
    <dgm:cxn modelId="{7C78D88B-D7F8-4495-AAB1-A3A76D8B095F}" type="presOf" srcId="{2105064E-BE20-447D-939B-A27666E3EA2B}" destId="{5F4D5E38-C2BC-450C-9F92-FA24D2F13E67}" srcOrd="0" destOrd="3" presId="urn:microsoft.com/office/officeart/2005/8/layout/hList6"/>
    <dgm:cxn modelId="{493B86EB-F796-430E-811B-5ED820D1D765}" srcId="{47E951B5-4473-4C66-B38D-B6E9E1BE3CFD}" destId="{B0AA4769-96BC-47A8-A3D7-68B9A458FF66}" srcOrd="1" destOrd="0" parTransId="{85C1A699-4840-4E68-9F85-5E6AC310892C}" sibTransId="{F3D254B2-A556-4217-8BE4-9DD44393163F}"/>
    <dgm:cxn modelId="{575A0EBD-3E74-4572-BC5C-B82FCA484ADC}" srcId="{6D5638B6-9497-4A22-8228-434D7C946151}" destId="{7149C634-F414-452F-87C1-25F13F363011}" srcOrd="5" destOrd="0" parTransId="{A388E323-BD09-4017-8A69-F756BFA9E952}" sibTransId="{AAE3B4B7-AE22-4EBB-91FB-BD0BB7789B73}"/>
    <dgm:cxn modelId="{97C4A1DE-4BD5-47A3-AE14-FE996BC066F9}" srcId="{ABDCFF41-B7F0-4816-A876-7727698F2F40}" destId="{50093F19-FA7B-4BA0-99BB-27CA3DBB7A04}" srcOrd="3" destOrd="0" parTransId="{4EE2E596-85C8-4BDB-8848-03536BFE5A5F}" sibTransId="{E6D23182-8AC6-4F1B-AA76-56ADFEEE7117}"/>
    <dgm:cxn modelId="{A1ABE24D-6928-4074-8914-14F5E3F1C75F}" srcId="{6D5638B6-9497-4A22-8228-434D7C946151}" destId="{F4B2020F-400B-43C1-AE7F-23E66553679B}" srcOrd="1" destOrd="0" parTransId="{489F8018-AD35-4F5A-A272-2F13AF564E2E}" sibTransId="{D125F3C6-DE9C-4CBB-AA24-1F788EBC646A}"/>
    <dgm:cxn modelId="{C828BB5B-1F8A-4105-B39A-FC89DD3C5990}" srcId="{6D5638B6-9497-4A22-8228-434D7C946151}" destId="{5103205F-AD3A-485F-B275-E77228E11C39}" srcOrd="0" destOrd="0" parTransId="{E6BCD762-69E5-4303-B196-4D81C9EE3786}" sibTransId="{CBA81031-E687-4FE4-AB9A-9DF11D9EF0D7}"/>
    <dgm:cxn modelId="{3B21900D-FE7A-4800-8BC2-EC7E3082C42D}" srcId="{47E951B5-4473-4C66-B38D-B6E9E1BE3CFD}" destId="{5C50EB64-D557-47D3-BBC2-F6CB111474FA}" srcOrd="4" destOrd="0" parTransId="{D2740C2F-016C-4CF9-B67A-141E49DD38ED}" sibTransId="{230AE6BC-5F5A-4BC2-8D63-43FC8FF1FF70}"/>
    <dgm:cxn modelId="{739E910E-1AF5-4E58-AD45-9ADE430F90F1}" srcId="{47E951B5-4473-4C66-B38D-B6E9E1BE3CFD}" destId="{19720F8A-ACE1-4655-AC61-F7EB3A128F36}" srcOrd="2" destOrd="0" parTransId="{4B117340-B0B3-40D8-A452-9577FFBEBFF9}" sibTransId="{37073B1D-DF5E-44C0-AF14-7C8A1EA7522F}"/>
    <dgm:cxn modelId="{EE0D837C-FD64-4A6F-9687-C739D7BDBE12}" type="presOf" srcId="{F96287E1-2501-41B0-8898-6EE2FB00DA89}" destId="{2CB02FF3-6B46-4111-9320-61101DF1F931}" srcOrd="0" destOrd="4" presId="urn:microsoft.com/office/officeart/2005/8/layout/hList6"/>
    <dgm:cxn modelId="{24E1260B-42C2-4EE6-BBD8-E2BA491470F5}" srcId="{3765D575-9DB3-4C7E-8B18-3BDFF1E9D6E8}" destId="{47E951B5-4473-4C66-B38D-B6E9E1BE3CFD}" srcOrd="0" destOrd="0" parTransId="{D04681DC-90D2-44F1-9AF6-6A600D8238A2}" sibTransId="{5DCBDA43-B709-4A4A-81F9-464DFB028666}"/>
    <dgm:cxn modelId="{2353FE10-4C0C-42CC-A996-F170E2AA00E0}" srcId="{47E951B5-4473-4C66-B38D-B6E9E1BE3CFD}" destId="{149CC69A-F15B-4AEA-B282-BF66AB58AEB2}" srcOrd="0" destOrd="0" parTransId="{C21D3954-CE1A-452D-97BD-8404326AE174}" sibTransId="{38F36629-CBE0-4D34-8031-86CDB76D59B6}"/>
    <dgm:cxn modelId="{B05D9855-75AA-427B-B76A-C49AFB2FC8EE}" type="presOf" srcId="{7149C634-F414-452F-87C1-25F13F363011}" destId="{5F4D5E38-C2BC-450C-9F92-FA24D2F13E67}" srcOrd="0" destOrd="6" presId="urn:microsoft.com/office/officeart/2005/8/layout/hList6"/>
    <dgm:cxn modelId="{D382D3A7-14D6-4B77-A4C2-8163C6EEB4E8}" type="presOf" srcId="{5103205F-AD3A-485F-B275-E77228E11C39}" destId="{5F4D5E38-C2BC-450C-9F92-FA24D2F13E67}" srcOrd="0" destOrd="1" presId="urn:microsoft.com/office/officeart/2005/8/layout/hList6"/>
    <dgm:cxn modelId="{E77106DC-5038-419B-A7DD-5C3451EF6526}" type="presOf" srcId="{2A243E57-A2AE-4BF6-A338-F4BFCBF9F68B}" destId="{92F93BFB-2C1E-472B-AEFE-4F35FC229956}" srcOrd="0" destOrd="3" presId="urn:microsoft.com/office/officeart/2005/8/layout/hList6"/>
    <dgm:cxn modelId="{2E4AE07A-953F-4DB6-8A26-42EB1594AC79}" srcId="{ABDCFF41-B7F0-4816-A876-7727698F2F40}" destId="{EF1B0BBE-CAA7-4A85-BCA0-672C4C6F016F}" srcOrd="5" destOrd="0" parTransId="{C14E938F-EFA9-44C5-8E38-E08213B64C01}" sibTransId="{EB98E886-3573-4AAD-BEAB-F9C943B86C8B}"/>
    <dgm:cxn modelId="{8F3D6A9A-7C54-42AF-A1DE-A01E1EBBB3E8}" type="presParOf" srcId="{7314CB01-9554-4900-9E29-D6C98D5F3C99}" destId="{2CB02FF3-6B46-4111-9320-61101DF1F931}" srcOrd="0" destOrd="0" presId="urn:microsoft.com/office/officeart/2005/8/layout/hList6"/>
    <dgm:cxn modelId="{F0A64F60-E70D-4DDE-8B2E-D617D696E8FD}" type="presParOf" srcId="{7314CB01-9554-4900-9E29-D6C98D5F3C99}" destId="{3E960C28-A1AF-40F7-A053-39F2091D3D90}" srcOrd="1" destOrd="0" presId="urn:microsoft.com/office/officeart/2005/8/layout/hList6"/>
    <dgm:cxn modelId="{31F4345D-E355-4522-BF69-7DD6E9F66683}" type="presParOf" srcId="{7314CB01-9554-4900-9E29-D6C98D5F3C99}" destId="{5F4D5E38-C2BC-450C-9F92-FA24D2F13E67}" srcOrd="2" destOrd="0" presId="urn:microsoft.com/office/officeart/2005/8/layout/hList6"/>
    <dgm:cxn modelId="{D34EDABA-6EE7-47C6-BD15-D45D40A3EFD5}" type="presParOf" srcId="{7314CB01-9554-4900-9E29-D6C98D5F3C99}" destId="{C66DCB0C-F478-4F32-B732-B91A783B89D1}" srcOrd="3" destOrd="0" presId="urn:microsoft.com/office/officeart/2005/8/layout/hList6"/>
    <dgm:cxn modelId="{7201EF82-579B-46EA-8230-2481E574AF24}" type="presParOf" srcId="{7314CB01-9554-4900-9E29-D6C98D5F3C99}" destId="{92F93BFB-2C1E-472B-AEFE-4F35FC229956}" srcOrd="4" destOrd="0" presId="urn:microsoft.com/office/officeart/2005/8/layout/hList6"/>
  </dgm:cxnLst>
  <dgm:bg/>
  <dgm:whole/>
</dgm:dataModel>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dirty="0" smtClean="0">
                <a:latin typeface="Trebuchet MS" pitchFamily="34" charset="0"/>
              </a:rPr>
              <a:t>MVP Summit 2008</a:t>
            </a:r>
            <a:endParaRPr lang="en-US" dirty="0">
              <a:latin typeface="Trebuchet MS" pitchFamily="34" charset="0"/>
            </a:endParaRPr>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ABBC97A7-CD9D-4945-824C-68EDEC431947}" type="datetimeFigureOut">
              <a:rPr lang="en-US" smtClean="0">
                <a:latin typeface="Trebuchet MS" pitchFamily="34" charset="0"/>
              </a:rPr>
              <a:pPr/>
              <a:t>4/16/2008</a:t>
            </a:fld>
            <a:endParaRPr lang="en-US" dirty="0">
              <a:latin typeface="Trebuchet MS" pitchFamily="34" charset="0"/>
            </a:endParaRPr>
          </a:p>
        </p:txBody>
      </p:sp>
      <p:sp>
        <p:nvSpPr>
          <p:cNvPr id="4" name="Footer Placeholder 3"/>
          <p:cNvSpPr>
            <a:spLocks noGrp="1"/>
          </p:cNvSpPr>
          <p:nvPr>
            <p:ph type="ftr" sz="quarter" idx="2"/>
          </p:nvPr>
        </p:nvSpPr>
        <p:spPr>
          <a:xfrm>
            <a:off x="0" y="8829967"/>
            <a:ext cx="6387253" cy="464820"/>
          </a:xfrm>
          <a:prstGeom prst="rect">
            <a:avLst/>
          </a:prstGeom>
        </p:spPr>
        <p:txBody>
          <a:bodyPr vert="horz" lIns="93177" tIns="46589" rIns="93177" bIns="46589" rtlCol="0" anchor="b"/>
          <a:lstStyle>
            <a:lvl1pPr algn="l">
              <a:defRPr sz="1200"/>
            </a:lvl1pPr>
          </a:lstStyle>
          <a:p>
            <a:r>
              <a:rPr lang="en-US" sz="500" dirty="0" smtClean="0">
                <a:solidFill>
                  <a:srgbClr val="000000"/>
                </a:solidFill>
                <a:latin typeface="Trebuchet MS" pitchFamily="34" charset="0"/>
              </a:rPr>
              <a:t>© 2008 Microsoft Corporation. All rights reserved. Microsoft, Windows, Windows Vista and other product names are or may be registered trademarks and/or trademarks in the U.S. and/or other countries.</a:t>
            </a:r>
          </a:p>
          <a:p>
            <a:r>
              <a:rPr lang="en-US" sz="500" dirty="0" smtClean="0">
                <a:solidFill>
                  <a:srgbClr val="000000"/>
                </a:solidFill>
                <a:latin typeface="Trebuchet MS"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smtClean="0">
                <a:solidFill>
                  <a:srgbClr val="000000"/>
                </a:solidFill>
                <a:latin typeface="Trebuchet MS" pitchFamily="34" charset="0"/>
              </a:rPr>
            </a:br>
            <a:r>
              <a:rPr lang="en-US" sz="500" dirty="0" smtClean="0">
                <a:solidFill>
                  <a:srgbClr val="000000"/>
                </a:solidFill>
                <a:latin typeface="Trebuchet MS"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387253" y="8829967"/>
            <a:ext cx="621524" cy="464820"/>
          </a:xfrm>
          <a:prstGeom prst="rect">
            <a:avLst/>
          </a:prstGeom>
        </p:spPr>
        <p:txBody>
          <a:bodyPr vert="horz" lIns="93177" tIns="46589" rIns="93177" bIns="46589" rtlCol="0" anchor="b"/>
          <a:lstStyle>
            <a:lvl1pPr algn="r">
              <a:defRPr sz="1200"/>
            </a:lvl1pPr>
          </a:lstStyle>
          <a:p>
            <a:fld id="{8980CB99-47E3-46F4-AAEB-3919FBEFC014}" type="slidenum">
              <a:rPr lang="en-US" smtClean="0">
                <a:latin typeface="Trebuchet MS" pitchFamily="34" charset="0"/>
              </a:rPr>
              <a:pPr/>
              <a:t>‹#›</a:t>
            </a:fld>
            <a:endParaRPr lang="en-US" dirty="0">
              <a:latin typeface="Trebuchet MS" pitchFamily="34" charset="0"/>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Trebuchet MS" pitchFamily="34" charset="0"/>
              </a:defRPr>
            </a:lvl1pPr>
          </a:lstStyle>
          <a:p>
            <a:r>
              <a:rPr lang="en-US" smtClean="0"/>
              <a:t>MVP Summit 2008</a:t>
            </a:r>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atin typeface="Trebuchet MS" pitchFamily="34" charset="0"/>
              </a:defRPr>
            </a:lvl1pPr>
          </a:lstStyle>
          <a:p>
            <a:fld id="{72134B58-B333-44D8-A13C-82A3B6C3551C}" type="datetimeFigureOut">
              <a:rPr lang="en-US" smtClean="0"/>
              <a:pPr/>
              <a:t>4/16/2008</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829967"/>
            <a:ext cx="6309360" cy="464820"/>
          </a:xfrm>
          <a:prstGeom prst="rect">
            <a:avLst/>
          </a:prstGeom>
        </p:spPr>
        <p:txBody>
          <a:bodyPr vert="horz" lIns="93177" tIns="46589" rIns="93177" bIns="46589" rtlCol="0" anchor="b"/>
          <a:lstStyle>
            <a:lvl1pPr algn="l">
              <a:defRPr sz="500">
                <a:latin typeface="Trebuchet MS" pitchFamily="34" charset="0"/>
              </a:defRPr>
            </a:lvl1pPr>
          </a:lstStyle>
          <a:p>
            <a:r>
              <a:rPr lang="en-US" dirty="0" smtClean="0">
                <a:solidFill>
                  <a:srgbClr val="000000"/>
                </a:solidFill>
              </a:rPr>
              <a:t>© 2008 Microsoft Corporation. All rights reserved. Microsoft, Windows, Windows Vista and other product names are or may be registered trademarks and/or trademarks in the U.S. and/or other countries.</a:t>
            </a:r>
          </a:p>
          <a:p>
            <a:r>
              <a:rPr lang="en-US" dirty="0"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smtClean="0">
                <a:solidFill>
                  <a:srgbClr val="000000"/>
                </a:solidFill>
              </a:rPr>
            </a:br>
            <a:r>
              <a:rPr lang="en-US" dirty="0" smtClean="0">
                <a:solidFill>
                  <a:srgbClr val="000000"/>
                </a:solidFill>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309359" y="8829967"/>
            <a:ext cx="699418" cy="464820"/>
          </a:xfrm>
          <a:prstGeom prst="rect">
            <a:avLst/>
          </a:prstGeom>
        </p:spPr>
        <p:txBody>
          <a:bodyPr vert="horz" lIns="93177" tIns="46589" rIns="93177" bIns="46589" rtlCol="0" anchor="b"/>
          <a:lstStyle>
            <a:lvl1pPr algn="r">
              <a:defRPr sz="1200">
                <a:latin typeface="Trebuchet MS" pitchFamily="34" charset="0"/>
              </a:defRPr>
            </a:lvl1pPr>
          </a:lstStyle>
          <a:p>
            <a:fld id="{8B263312-38AA-4E1E-B2B5-0F8F122B24FE}" type="slidenum">
              <a:rPr lang="en-US" smtClean="0"/>
              <a:pPr/>
              <a:t>‹#›</a:t>
            </a:fld>
            <a:endParaRPr lang="en-US" dirty="0"/>
          </a:p>
        </p:txBody>
      </p:sp>
    </p:spTree>
  </p:cSld>
  <p:clrMap bg1="lt1" tx1="dk1" bg2="lt2" tx2="dk2" accent1="accent1" accent2="accent2" accent3="accent3" accent4="accent4" accent5="accent5" accent6="accent6" hlink="hlink" folHlink="folHlink"/>
  <p:hf hdr="0" ftr="0" dt="0"/>
  <p:notesStyle>
    <a:lvl1pPr marL="0" algn="l" defTabSz="914363" rtl="0" eaLnBrk="1" latinLnBrk="0" hangingPunct="1">
      <a:lnSpc>
        <a:spcPct val="90000"/>
      </a:lnSpc>
      <a:spcAft>
        <a:spcPts val="333"/>
      </a:spcAft>
      <a:defRPr sz="900" kern="1200">
        <a:solidFill>
          <a:schemeClr val="tx1"/>
        </a:solidFill>
        <a:latin typeface="Trebuchet MS"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Trebuchet MS"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Trebuchet MS"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Trebuchet MS"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Trebuchet MS"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9EC42B50-482A-43AF-B9F0-AD330C00A868}" type="datetimeFigureOut">
              <a:rPr lang="en-US" smtClean="0"/>
              <a:pPr/>
              <a:t>4/16/2008</a:t>
            </a:fld>
            <a:endParaRPr lang="en-US" dirty="0"/>
          </a:p>
        </p:txBody>
      </p:sp>
      <p:sp>
        <p:nvSpPr>
          <p:cNvPr id="7" name="Slide Number Placeholder 6"/>
          <p:cNvSpPr>
            <a:spLocks noGrp="1"/>
          </p:cNvSpPr>
          <p:nvPr>
            <p:ph type="sldNum" sz="quarter" idx="13"/>
          </p:nvPr>
        </p:nvSpPr>
        <p:spPr>
          <a:xfrm>
            <a:off x="6309359" y="8829967"/>
            <a:ext cx="699418" cy="464820"/>
          </a:xfrm>
        </p:spPr>
        <p:txBody>
          <a:bodyPr/>
          <a:lstStyle/>
          <a:p>
            <a:fld id="{EC87E0CF-87F6-4B58-B8B8-DCAB2DAAF3C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7D44C244-D9D1-482E-9515-49D9E0F1397C}" type="datetimeFigureOut">
              <a:rPr lang="en-US" smtClean="0"/>
              <a:pPr/>
              <a:t>4/16/2008</a:t>
            </a:fld>
            <a:endParaRPr lang="en-US" dirty="0"/>
          </a:p>
        </p:txBody>
      </p:sp>
      <p:sp>
        <p:nvSpPr>
          <p:cNvPr id="7" name="Slide Number Placeholder 6"/>
          <p:cNvSpPr>
            <a:spLocks noGrp="1"/>
          </p:cNvSpPr>
          <p:nvPr>
            <p:ph type="sldNum" sz="quarter" idx="13"/>
          </p:nvPr>
        </p:nvSpPr>
        <p:spPr>
          <a:xfrm>
            <a:off x="6309359" y="8829967"/>
            <a:ext cx="699418" cy="464820"/>
          </a:xfrm>
        </p:spPr>
        <p:txBody>
          <a:bodyPr/>
          <a:lstStyle/>
          <a:p>
            <a:fld id="{EC87E0CF-87F6-4B58-B8B8-DCAB2DAAF3CA}"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Note</a:t>
            </a:r>
            <a:r>
              <a:rPr lang="en-US" baseline="0" dirty="0" smtClean="0"/>
              <a:t> that its unchanged from last review </a:t>
            </a:r>
            <a:r>
              <a:rPr lang="en-US" baseline="0" dirty="0" smtClean="0">
                <a:sym typeface="Wingdings" pitchFamily="2" charset="2"/>
              </a:rPr>
              <a:t></a:t>
            </a:r>
            <a:endParaRPr lang="en-US" dirty="0"/>
          </a:p>
        </p:txBody>
      </p:sp>
      <p:sp>
        <p:nvSpPr>
          <p:cNvPr id="4" name="Slide Number Placeholder 3"/>
          <p:cNvSpPr>
            <a:spLocks noGrp="1"/>
          </p:cNvSpPr>
          <p:nvPr>
            <p:ph type="sldNum" sz="quarter" idx="10"/>
          </p:nvPr>
        </p:nvSpPr>
        <p:spPr/>
        <p:txBody>
          <a:bodyPr/>
          <a:lstStyle/>
          <a:p>
            <a:pPr>
              <a:defRPr/>
            </a:pPr>
            <a:fld id="{B9651D54-3EB0-48B5-B9FB-EBBD33882183}" type="slidenum">
              <a:rPr lang="en-US" smtClean="0"/>
              <a:pPr>
                <a:defRPr/>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ACF1B02-839F-4093-B872-A2447763456A}" type="slidenum">
              <a:rPr lang="en-US" smtClean="0"/>
              <a:pPr/>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120000"/>
              </a:lnSpc>
            </a:pPr>
            <a:endParaRPr lang="en-US" sz="2000" dirty="0" smtClean="0"/>
          </a:p>
        </p:txBody>
      </p:sp>
      <p:sp>
        <p:nvSpPr>
          <p:cNvPr id="4" name="Slide Number Placeholder 3"/>
          <p:cNvSpPr>
            <a:spLocks noGrp="1"/>
          </p:cNvSpPr>
          <p:nvPr>
            <p:ph type="sldNum" sz="quarter" idx="10"/>
          </p:nvPr>
        </p:nvSpPr>
        <p:spPr/>
        <p:txBody>
          <a:bodyPr/>
          <a:lstStyle/>
          <a:p>
            <a:fld id="{EACF1B02-839F-4093-B872-A2447763456A}" type="slidenum">
              <a:rPr lang="en-US" smtClean="0"/>
              <a:pPr/>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31774">
              <a:lnSpc>
                <a:spcPct val="100000"/>
              </a:lnSpc>
              <a:spcAft>
                <a:spcPts val="0"/>
              </a:spcAft>
              <a:defRPr/>
            </a:pPr>
            <a:r>
              <a:rPr lang="en-US" dirty="0" smtClean="0"/>
              <a:t>https://login.live.com/beta/ManageCards.srf</a:t>
            </a:r>
          </a:p>
          <a:p>
            <a:endParaRPr lang="en-US" dirty="0"/>
          </a:p>
        </p:txBody>
      </p:sp>
      <p:sp>
        <p:nvSpPr>
          <p:cNvPr id="4" name="Slide Number Placeholder 3"/>
          <p:cNvSpPr>
            <a:spLocks noGrp="1"/>
          </p:cNvSpPr>
          <p:nvPr>
            <p:ph type="sldNum" sz="quarter" idx="10"/>
          </p:nvPr>
        </p:nvSpPr>
        <p:spPr/>
        <p:txBody>
          <a:bodyPr/>
          <a:lstStyle/>
          <a:p>
            <a:fld id="{EACF1B02-839F-4093-B872-A2447763456A}" type="slidenum">
              <a:rPr lang="en-US" smtClean="0"/>
              <a:pPr/>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ACF1B02-839F-4093-B872-A2447763456A}" type="slidenum">
              <a:rPr lang="en-US" smtClean="0"/>
              <a:pPr/>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ACF1B02-839F-4093-B872-A2447763456A}" type="slidenum">
              <a:rPr lang="en-US" smtClean="0"/>
              <a:pPr/>
              <a:t>20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buFont typeface="Wingdings" pitchFamily="2" charset="2"/>
              <a:buNone/>
            </a:pPr>
            <a:r>
              <a:rPr lang="en-US" sz="4800" dirty="0" smtClean="0"/>
              <a:t>Breadth Partners are partners that don’t require any customization</a:t>
            </a:r>
          </a:p>
          <a:p>
            <a:pPr>
              <a:buFont typeface="Wingdings" pitchFamily="2" charset="2"/>
              <a:buNone/>
            </a:pPr>
            <a:endParaRPr lang="en-US" sz="4800" dirty="0" smtClean="0"/>
          </a:p>
          <a:p>
            <a:pPr>
              <a:buFont typeface="Wingdings" pitchFamily="2" charset="2"/>
              <a:buNone/>
            </a:pPr>
            <a:r>
              <a:rPr lang="en-US" sz="4800" dirty="0" smtClean="0"/>
              <a:t>The resource provider is currently under discussion, we have the infrastructure. The discussion is about the business and market needs</a:t>
            </a:r>
          </a:p>
        </p:txBody>
      </p:sp>
      <p:sp>
        <p:nvSpPr>
          <p:cNvPr id="4" name="Slide Number Placeholder 3"/>
          <p:cNvSpPr>
            <a:spLocks noGrp="1"/>
          </p:cNvSpPr>
          <p:nvPr>
            <p:ph type="sldNum" sz="quarter" idx="10"/>
          </p:nvPr>
        </p:nvSpPr>
        <p:spPr/>
        <p:txBody>
          <a:bodyPr/>
          <a:lstStyle/>
          <a:p>
            <a:fld id="{A8671791-9B95-4C59-974F-BE2DCDC344BB}" type="slidenum">
              <a:rPr lang="en-US" smtClean="0"/>
              <a:pPr/>
              <a:t>21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31774">
              <a:lnSpc>
                <a:spcPct val="100000"/>
              </a:lnSpc>
              <a:spcAft>
                <a:spcPts val="0"/>
              </a:spcAft>
              <a:defRPr/>
            </a:pPr>
            <a:r>
              <a:rPr lang="en-US" sz="1200" dirty="0" smtClean="0">
                <a:cs typeface="Arial" pitchFamily="34" charset="0"/>
              </a:rPr>
              <a:t>Additional Whitepapers on specific topics can be made available</a:t>
            </a:r>
          </a:p>
          <a:p>
            <a:endParaRPr lang="en-US" dirty="0"/>
          </a:p>
        </p:txBody>
      </p:sp>
      <p:sp>
        <p:nvSpPr>
          <p:cNvPr id="4" name="Slide Number Placeholder 3"/>
          <p:cNvSpPr>
            <a:spLocks noGrp="1"/>
          </p:cNvSpPr>
          <p:nvPr>
            <p:ph type="sldNum" sz="quarter" idx="10"/>
          </p:nvPr>
        </p:nvSpPr>
        <p:spPr/>
        <p:txBody>
          <a:bodyPr/>
          <a:lstStyle/>
          <a:p>
            <a:fld id="{EACF1B02-839F-4093-B872-A2447763456A}" type="slidenum">
              <a:rPr lang="en-US" smtClean="0"/>
              <a:pPr/>
              <a:t>25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5CC681D3-786D-4B75-B5AE-6369B9EE0650}" type="datetimeFigureOut">
              <a:rPr lang="en-US" smtClean="0"/>
              <a:pPr/>
              <a:t>4/16/2008</a:t>
            </a:fld>
            <a:endParaRPr lang="en-US"/>
          </a:p>
        </p:txBody>
      </p:sp>
      <p:sp>
        <p:nvSpPr>
          <p:cNvPr id="7" name="Slide Number Placeholder 6"/>
          <p:cNvSpPr>
            <a:spLocks noGrp="1"/>
          </p:cNvSpPr>
          <p:nvPr>
            <p:ph type="sldNum" sz="quarter" idx="13"/>
          </p:nvPr>
        </p:nvSpPr>
        <p:spPr/>
        <p:txBody>
          <a:bodyPr/>
          <a:lstStyle/>
          <a:p>
            <a:fld id="{EC87E0CF-87F6-4B58-B8B8-DCAB2DAAF3CA}" type="slidenum">
              <a:rPr lang="en-US" smtClean="0"/>
              <a:pPr/>
              <a:t>26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0.xml"/><Relationship Id="rId4" Type="http://schemas.openxmlformats.org/officeDocument/2006/relationships/image" Target="../media/image6.png"/></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0.xml"/><Relationship Id="rId4" Type="http://schemas.openxmlformats.org/officeDocument/2006/relationships/image" Target="../media/image6.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atin typeface="+mn-lt"/>
              </a:defRPr>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latin typeface="+mn-lt"/>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pic>
        <p:nvPicPr>
          <p:cNvPr id="6" name="Picture 5" descr="corner-bar.png"/>
          <p:cNvPicPr>
            <a:picLocks noChangeAspect="1"/>
          </p:cNvPicPr>
          <p:nvPr userDrawn="1"/>
        </p:nvPicPr>
        <p:blipFill>
          <a:blip r:embed="rId3"/>
          <a:srcRect t="41549"/>
          <a:stretch>
            <a:fillRect/>
          </a:stretch>
        </p:blipFill>
        <p:spPr>
          <a:xfrm>
            <a:off x="0" y="0"/>
            <a:ext cx="9144000" cy="1581150"/>
          </a:xfrm>
          <a:prstGeom prst="rect">
            <a:avLst/>
          </a:prstGeom>
          <a:effectLst>
            <a:outerShdw blurRad="368300" dist="215900" dir="2880000" sx="101000" sy="101000" algn="tl" rotWithShape="0">
              <a:schemeClr val="bg1">
                <a:alpha val="40000"/>
              </a:schemeClr>
            </a:outerShdw>
          </a:effectLst>
        </p:spPr>
      </p:pic>
      <p:pic>
        <p:nvPicPr>
          <p:cNvPr id="7" name="Picture 6" descr="corner-bar.png"/>
          <p:cNvPicPr>
            <a:picLocks noChangeAspect="1"/>
          </p:cNvPicPr>
          <p:nvPr userDrawn="1"/>
        </p:nvPicPr>
        <p:blipFill>
          <a:blip r:embed="rId3"/>
          <a:srcRect t="41549"/>
          <a:stretch>
            <a:fillRect/>
          </a:stretch>
        </p:blipFill>
        <p:spPr>
          <a:xfrm rot="10800000">
            <a:off x="0" y="5276850"/>
            <a:ext cx="9144000" cy="1581150"/>
          </a:xfrm>
          <a:prstGeom prst="rect">
            <a:avLst/>
          </a:prstGeom>
          <a:effectLst>
            <a:outerShdw blurRad="368300" dist="215900" dir="15600000" sx="101000" sy="101000" algn="tl" rotWithShape="0">
              <a:schemeClr val="bg1">
                <a:alpha val="40000"/>
              </a:schemeClr>
            </a:outerShdw>
          </a:effectLst>
        </p:spPr>
      </p:pic>
      <p:pic>
        <p:nvPicPr>
          <p:cNvPr id="1027" name="Picture 3" descr="C:\Program Files\Microsoft Resource DVD Artwork\DVD_ART\BoxShots_Logos\Microsoft MVP\Microsoft MVP Preferred Logo.png"/>
          <p:cNvPicPr>
            <a:picLocks noChangeAspect="1" noChangeArrowheads="1"/>
          </p:cNvPicPr>
          <p:nvPr userDrawn="1"/>
        </p:nvPicPr>
        <p:blipFill>
          <a:blip r:embed="rId4"/>
          <a:srcRect/>
          <a:stretch>
            <a:fillRect/>
          </a:stretch>
        </p:blipFill>
        <p:spPr bwMode="auto">
          <a:xfrm>
            <a:off x="8130463" y="5638800"/>
            <a:ext cx="632537" cy="990600"/>
          </a:xfrm>
          <a:prstGeom prst="rect">
            <a:avLst/>
          </a:prstGeom>
          <a:noFill/>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atin typeface="+mn-lt"/>
              </a:defRPr>
            </a:lvl1pPr>
          </a:lstStyle>
          <a:p>
            <a:r>
              <a:rPr lang="en-US" smtClean="0"/>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latin typeface="+mn-lt"/>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pic>
        <p:nvPicPr>
          <p:cNvPr id="6" name="Picture 5" descr="corner-bar.png"/>
          <p:cNvPicPr>
            <a:picLocks noChangeAspect="1"/>
          </p:cNvPicPr>
          <p:nvPr userDrawn="1"/>
        </p:nvPicPr>
        <p:blipFill>
          <a:blip r:embed="rId3"/>
          <a:srcRect t="41549"/>
          <a:stretch>
            <a:fillRect/>
          </a:stretch>
        </p:blipFill>
        <p:spPr>
          <a:xfrm rot="10800000">
            <a:off x="0" y="5276850"/>
            <a:ext cx="9144000" cy="1581150"/>
          </a:xfrm>
          <a:prstGeom prst="rect">
            <a:avLst/>
          </a:prstGeom>
          <a:effectLst>
            <a:outerShdw blurRad="368300" dist="215900" dir="15600000" sx="101000" sy="101000" algn="tl" rotWithShape="0">
              <a:schemeClr val="bg1">
                <a:alpha val="40000"/>
              </a:schemeClr>
            </a:outerShdw>
          </a:effectLst>
        </p:spPr>
      </p:pic>
      <p:pic>
        <p:nvPicPr>
          <p:cNvPr id="8" name="Picture 7" descr="corner-bar.png"/>
          <p:cNvPicPr>
            <a:picLocks noChangeAspect="1"/>
          </p:cNvPicPr>
          <p:nvPr userDrawn="1"/>
        </p:nvPicPr>
        <p:blipFill>
          <a:blip r:embed="rId3"/>
          <a:srcRect t="41549"/>
          <a:stretch>
            <a:fillRect/>
          </a:stretch>
        </p:blipFill>
        <p:spPr>
          <a:xfrm>
            <a:off x="0" y="0"/>
            <a:ext cx="9144000" cy="1581150"/>
          </a:xfrm>
          <a:prstGeom prst="rect">
            <a:avLst/>
          </a:prstGeom>
          <a:effectLst>
            <a:outerShdw blurRad="368300" dist="215900" dir="2880000" sx="101000" sy="101000" algn="tl" rotWithShape="0">
              <a:schemeClr val="bg1">
                <a:alpha val="40000"/>
              </a:schemeClr>
            </a:outerShdw>
          </a:effectLst>
        </p:spPr>
      </p:pic>
      <p:pic>
        <p:nvPicPr>
          <p:cNvPr id="9" name="Picture 3" descr="C:\Program Files\Microsoft Resource DVD Artwork\DVD_ART\BoxShots_Logos\Microsoft MVP\Microsoft MVP Preferred Logo.png"/>
          <p:cNvPicPr>
            <a:picLocks noChangeAspect="1" noChangeArrowheads="1"/>
          </p:cNvPicPr>
          <p:nvPr userDrawn="1"/>
        </p:nvPicPr>
        <p:blipFill>
          <a:blip r:embed="rId4"/>
          <a:srcRect/>
          <a:stretch>
            <a:fillRect/>
          </a:stretch>
        </p:blipFill>
        <p:spPr bwMode="auto">
          <a:xfrm>
            <a:off x="8130463" y="5638800"/>
            <a:ext cx="632537" cy="990600"/>
          </a:xfrm>
          <a:prstGeom prst="rect">
            <a:avLst/>
          </a:prstGeom>
          <a:noFill/>
        </p:spPr>
      </p:pic>
      <p:sp>
        <p:nvSpPr>
          <p:cNvPr id="10" name="Footer Placeholder 9"/>
          <p:cNvSpPr>
            <a:spLocks noGrp="1"/>
          </p:cNvSpPr>
          <p:nvPr>
            <p:ph type="ftr" sz="quarter" idx="11"/>
          </p:nvPr>
        </p:nvSpPr>
        <p:spPr>
          <a:xfrm>
            <a:off x="3124200" y="6492875"/>
            <a:ext cx="2895600" cy="365125"/>
          </a:xfrm>
        </p:spPr>
        <p:txBody>
          <a:bodyPr/>
          <a:lstStyle/>
          <a:p>
            <a:r>
              <a:rPr lang="en-US" smtClean="0"/>
              <a:t>Microsoft Confidential</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Footer Placeholder 6"/>
          <p:cNvSpPr>
            <a:spLocks noGrp="1"/>
          </p:cNvSpPr>
          <p:nvPr>
            <p:ph type="ftr" sz="quarter" idx="11"/>
          </p:nvPr>
        </p:nvSpPr>
        <p:spPr/>
        <p:txBody>
          <a:bodyPr/>
          <a:lstStyle/>
          <a:p>
            <a:r>
              <a:rPr lang="en-US" smtClean="0"/>
              <a:t>Microsoft Confidential</a:t>
            </a:r>
            <a:endParaRPr lang="en-US" dirty="0"/>
          </a:p>
        </p:txBody>
      </p:sp>
    </p:spTree>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Footer Placeholder 3"/>
          <p:cNvSpPr>
            <a:spLocks noGrp="1"/>
          </p:cNvSpPr>
          <p:nvPr>
            <p:ph type="ftr" sz="quarter" idx="10"/>
          </p:nvPr>
        </p:nvSpPr>
        <p:spPr/>
        <p:txBody>
          <a:bodyPr/>
          <a:lstStyle/>
          <a:p>
            <a:r>
              <a:rPr lang="en-US" smtClean="0"/>
              <a:t>Microsoft Confidential</a:t>
            </a:r>
            <a:endParaRPr lang="en-US" dirty="0"/>
          </a:p>
        </p:txBody>
      </p:sp>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0"/>
          </p:nvPr>
        </p:nvSpPr>
        <p:spPr/>
        <p:txBody>
          <a:bodyPr/>
          <a:lstStyle/>
          <a:p>
            <a:r>
              <a:rPr lang="en-US" smtClean="0"/>
              <a:t>Microsoft Confidential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Footer Placeholder 6"/>
          <p:cNvSpPr>
            <a:spLocks noGrp="1"/>
          </p:cNvSpPr>
          <p:nvPr>
            <p:ph type="ftr" sz="quarter" idx="10"/>
          </p:nvPr>
        </p:nvSpPr>
        <p:spPr/>
        <p:txBody>
          <a:bodyPr/>
          <a:lstStyle/>
          <a:p>
            <a:r>
              <a:rPr lang="en-US" smtClean="0"/>
              <a:t>Microsoft Confidential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smtClean="0"/>
              <a:t>Microsoft Confidential</a:t>
            </a:r>
            <a:endParaRPr lang="en-US"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smtClean="0"/>
              <a:t>Microsoft Confidential</a:t>
            </a:r>
            <a:endParaRPr 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1028" name="Picture 4" descr="C:\Program Files\Microsoft Resource DVD Artwork\DVD_ART\BoxShots_Logos\MICROSOFT\Microsoft Logo Black.png"/>
          <p:cNvPicPr>
            <a:picLocks noChangeAspect="1" noChangeArrowheads="1"/>
          </p:cNvPicPr>
          <p:nvPr userDrawn="1"/>
        </p:nvPicPr>
        <p:blipFill>
          <a:blip r:embed="rId3">
            <a:lum bright="100000"/>
          </a:blip>
          <a:srcRect/>
          <a:stretch>
            <a:fillRect/>
          </a:stretch>
        </p:blipFill>
        <p:spPr bwMode="auto">
          <a:xfrm>
            <a:off x="7543800" y="6390513"/>
            <a:ext cx="1447800" cy="238887"/>
          </a:xfrm>
          <a:prstGeom prst="rect">
            <a:avLst/>
          </a:prstGeom>
          <a:noFill/>
        </p:spPr>
      </p:pic>
    </p:spTree>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Trebuchet MS"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r>
              <a:rPr lang="en-US" smtClean="0"/>
              <a:t>Microsoft Confidential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Text Placeholder 2"/>
          <p:cNvSpPr>
            <a:spLocks noGrp="1"/>
          </p:cNvSpPr>
          <p:nvPr>
            <p:ph type="body" idx="1"/>
          </p:nvPr>
        </p:nvSpPr>
        <p:spPr/>
        <p:txBody>
          <a:bodyPr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ftr" sz="quarter" idx="10"/>
          </p:nvPr>
        </p:nvSpPr>
        <p:spPr>
          <a:ln/>
        </p:spPr>
        <p:txBody>
          <a:bodyPr/>
          <a:lstStyle>
            <a:lvl1pPr>
              <a:defRPr/>
            </a:lvl1pPr>
          </a:lstStyle>
          <a:p>
            <a:r>
              <a:rPr lang="en-US" smtClean="0"/>
              <a:t>Microsoft Confidential</a:t>
            </a:r>
            <a:endParaRPr lang="en-US"/>
          </a:p>
        </p:txBody>
      </p:sp>
      <p:sp>
        <p:nvSpPr>
          <p:cNvPr id="5" name="Slide Number Placeholder 4"/>
          <p:cNvSpPr>
            <a:spLocks noGrp="1" noChangeArrowheads="1"/>
          </p:cNvSpPr>
          <p:nvPr>
            <p:ph type="sldNum" sz="quarter" idx="11"/>
          </p:nvPr>
        </p:nvSpPr>
        <p:spPr>
          <a:xfrm>
            <a:off x="7924800" y="6356350"/>
            <a:ext cx="762000" cy="365125"/>
          </a:xfrm>
          <a:prstGeom prst="rect">
            <a:avLst/>
          </a:prstGeom>
        </p:spPr>
        <p:txBody>
          <a:bodyPr/>
          <a:lstStyle>
            <a:lvl1pPr>
              <a:defRPr/>
            </a:lvl1pPr>
          </a:lstStyle>
          <a:p>
            <a:fld id="{AE5387E5-6FE3-40E8-B223-D343EB3ADC50}" type="slidenum">
              <a:rPr lang="en-US"/>
              <a:pPr/>
              <a:t>‹#›</a:t>
            </a:fld>
            <a:endParaRPr lang="en-US"/>
          </a:p>
        </p:txBody>
      </p:sp>
    </p:spTree>
  </p:cSld>
  <p:clrMapOvr>
    <a:masterClrMapping/>
  </p:clrMapOvr>
  <p:transition>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722313" y="1905000"/>
            <a:ext cx="8040688" cy="193899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11"/>
          </p:nvPr>
        </p:nvSpPr>
        <p:spPr/>
        <p:txBody>
          <a:bodyPr/>
          <a:lstStyle/>
          <a:p>
            <a:r>
              <a:rPr lang="en-US" smtClean="0"/>
              <a:t>Microsoft Confidential</a:t>
            </a:r>
            <a:endParaRPr 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51586" name="Rectangle 2"/>
          <p:cNvSpPr>
            <a:spLocks noGrp="1" noChangeArrowheads="1"/>
          </p:cNvSpPr>
          <p:nvPr>
            <p:ph type="ctrTitle"/>
          </p:nvPr>
        </p:nvSpPr>
        <p:spPr>
          <a:xfrm>
            <a:off x="808038" y="2689225"/>
            <a:ext cx="7867650" cy="1470025"/>
          </a:xfrm>
          <a:noFill/>
        </p:spPr>
        <p:txBody>
          <a:bodyPr/>
          <a:lstStyle>
            <a:lvl1pPr>
              <a:defRPr/>
            </a:lvl1pPr>
          </a:lstStyle>
          <a:p>
            <a:r>
              <a:rPr lang="en-US"/>
              <a:t>Click to edit Master title style</a:t>
            </a:r>
          </a:p>
        </p:txBody>
      </p:sp>
      <p:sp>
        <p:nvSpPr>
          <p:cNvPr id="451587" name="Rectangle 3"/>
          <p:cNvSpPr>
            <a:spLocks noGrp="1" noChangeArrowheads="1"/>
          </p:cNvSpPr>
          <p:nvPr>
            <p:ph type="subTitle" idx="1"/>
          </p:nvPr>
        </p:nvSpPr>
        <p:spPr>
          <a:xfrm>
            <a:off x="808038" y="4800600"/>
            <a:ext cx="6400800" cy="1752600"/>
          </a:xfrm>
        </p:spPr>
        <p:txBody>
          <a:bodyPr/>
          <a:lstStyle>
            <a:lvl1pPr marL="0" indent="0">
              <a:buFontTx/>
              <a:buNone/>
              <a:defRPr sz="2400"/>
            </a:lvl1pPr>
          </a:lstStyle>
          <a:p>
            <a:r>
              <a:rPr lang="en-US"/>
              <a:t>Click to edit Master subtitle style</a:t>
            </a:r>
          </a:p>
        </p:txBody>
      </p:sp>
      <p:sp>
        <p:nvSpPr>
          <p:cNvPr id="451588" name="Rectangle 4"/>
          <p:cNvSpPr>
            <a:spLocks noGrp="1" noChangeArrowheads="1"/>
          </p:cNvSpPr>
          <p:nvPr>
            <p:ph type="ftr" sz="quarter" idx="3"/>
          </p:nvPr>
        </p:nvSpPr>
        <p:spPr>
          <a:xfrm>
            <a:off x="0" y="6629400"/>
            <a:ext cx="9144000" cy="228600"/>
          </a:xfrm>
        </p:spPr>
        <p:txBody>
          <a:bodyPr/>
          <a:lstStyle>
            <a:lvl1pPr algn="r">
              <a:defRPr/>
            </a:lvl1pPr>
          </a:lstStyle>
          <a:p>
            <a:pPr rtl="0" fontAlgn="base">
              <a:spcBef>
                <a:spcPct val="0"/>
              </a:spcBef>
              <a:spcAft>
                <a:spcPct val="0"/>
              </a:spcAft>
            </a:pPr>
            <a:r>
              <a:rPr lang="en-US" sz="1000" kern="1200" smtClean="0">
                <a:solidFill>
                  <a:srgbClr val="1A60A8"/>
                </a:solidFill>
                <a:latin typeface="Franklin Gothic Medium" pitchFamily="34" charset="0"/>
                <a:ea typeface="+mn-ea"/>
                <a:cs typeface="+mn-cs"/>
              </a:rPr>
              <a:t>Microsoft Confidential</a:t>
            </a:r>
            <a:endParaRPr lang="en-US" sz="1000" kern="1200">
              <a:solidFill>
                <a:srgbClr val="1A60A8"/>
              </a:solidFill>
              <a:latin typeface="Franklin Gothic Medium" pitchFamily="34" charset="0"/>
              <a:ea typeface="+mn-ea"/>
              <a:cs typeface="+mn-cs"/>
            </a:endParaRPr>
          </a:p>
        </p:txBody>
      </p:sp>
      <p:pic>
        <p:nvPicPr>
          <p:cNvPr id="451589" name="Picture 5" descr="Signature"/>
          <p:cNvPicPr>
            <a:picLocks noChangeAspect="1" noChangeArrowheads="1"/>
          </p:cNvPicPr>
          <p:nvPr/>
        </p:nvPicPr>
        <p:blipFill>
          <a:blip r:embed="rId2" cstate="print">
            <a:clrChange>
              <a:clrFrom>
                <a:srgbClr val="FFFFFF"/>
              </a:clrFrom>
              <a:clrTo>
                <a:srgbClr val="FFFFFF">
                  <a:alpha val="0"/>
                </a:srgbClr>
              </a:clrTo>
            </a:clrChange>
          </a:blip>
          <a:srcRect l="25833" t="31097" r="30833" b="41138"/>
          <a:stretch>
            <a:fillRect/>
          </a:stretch>
        </p:blipFill>
        <p:spPr bwMode="auto">
          <a:xfrm>
            <a:off x="0" y="6270625"/>
            <a:ext cx="1219200" cy="587375"/>
          </a:xfrm>
          <a:prstGeom prst="rect">
            <a:avLst/>
          </a:prstGeom>
          <a:noFill/>
          <a:ln w="9525">
            <a:noFill/>
            <a:miter lim="800000"/>
            <a:headEnd/>
            <a:tailEnd/>
          </a:ln>
          <a:effectLst/>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1722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0"/>
            <a:ext cx="2190750" cy="6248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419850" cy="6248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clipArtAndVertTx" preserve="1">
  <p:cSld name="Title, Clip Art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ClipArt Placeholder 2"/>
          <p:cNvSpPr>
            <a:spLocks noGrp="1"/>
          </p:cNvSpPr>
          <p:nvPr>
            <p:ph type="clipArt" sz="half" idx="1"/>
          </p:nvPr>
        </p:nvSpPr>
        <p:spPr>
          <a:xfrm>
            <a:off x="457200" y="1219200"/>
            <a:ext cx="4076700" cy="5029200"/>
          </a:xfrm>
        </p:spPr>
        <p:txBody>
          <a:bodyPr/>
          <a:lstStyle/>
          <a:p>
            <a:endParaRPr lang="en-US"/>
          </a:p>
        </p:txBody>
      </p:sp>
      <p:sp>
        <p:nvSpPr>
          <p:cNvPr id="4" name="Vertical Text Placeholder 3"/>
          <p:cNvSpPr>
            <a:spLocks noGrp="1"/>
          </p:cNvSpPr>
          <p:nvPr>
            <p:ph type="body" orient="vert" sz="half" idx="2"/>
          </p:nvPr>
        </p:nvSpPr>
        <p:spPr>
          <a:xfrm>
            <a:off x="4686300" y="1219200"/>
            <a:ext cx="4076700" cy="5029200"/>
          </a:xfrm>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Table Placeholder 2"/>
          <p:cNvSpPr>
            <a:spLocks noGrp="1"/>
          </p:cNvSpPr>
          <p:nvPr>
            <p:ph type="tbl" idx="1"/>
          </p:nvPr>
        </p:nvSpPr>
        <p:spPr>
          <a:xfrm>
            <a:off x="533400" y="1219200"/>
            <a:ext cx="8305800" cy="5029200"/>
          </a:xfrm>
        </p:spPr>
        <p:txBody>
          <a:bodyPr/>
          <a:lstStyle/>
          <a:p>
            <a:endParaRPr lang="en-US" dirty="0"/>
          </a:p>
        </p:txBody>
      </p:sp>
      <p:sp>
        <p:nvSpPr>
          <p:cNvPr id="4" name="Footer Placeholder 3"/>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51586" name="Rectangle 2"/>
          <p:cNvSpPr>
            <a:spLocks noGrp="1" noChangeArrowheads="1"/>
          </p:cNvSpPr>
          <p:nvPr>
            <p:ph type="ctrTitle"/>
          </p:nvPr>
        </p:nvSpPr>
        <p:spPr>
          <a:xfrm>
            <a:off x="808038" y="2689225"/>
            <a:ext cx="7867650" cy="1470025"/>
          </a:xfrm>
          <a:noFill/>
        </p:spPr>
        <p:txBody>
          <a:bodyPr/>
          <a:lstStyle>
            <a:lvl1pPr>
              <a:defRPr/>
            </a:lvl1pPr>
          </a:lstStyle>
          <a:p>
            <a:r>
              <a:rPr lang="en-US"/>
              <a:t>Click to edit Master title style</a:t>
            </a:r>
          </a:p>
        </p:txBody>
      </p:sp>
      <p:sp>
        <p:nvSpPr>
          <p:cNvPr id="451587" name="Rectangle 3"/>
          <p:cNvSpPr>
            <a:spLocks noGrp="1" noChangeArrowheads="1"/>
          </p:cNvSpPr>
          <p:nvPr>
            <p:ph type="subTitle" idx="1"/>
          </p:nvPr>
        </p:nvSpPr>
        <p:spPr>
          <a:xfrm>
            <a:off x="808038" y="4800600"/>
            <a:ext cx="6400800" cy="1752600"/>
          </a:xfrm>
        </p:spPr>
        <p:txBody>
          <a:bodyPr/>
          <a:lstStyle>
            <a:lvl1pPr marL="0" indent="0">
              <a:buFontTx/>
              <a:buNone/>
              <a:defRPr sz="2400"/>
            </a:lvl1pPr>
          </a:lstStyle>
          <a:p>
            <a:r>
              <a:rPr lang="en-US"/>
              <a:t>Click to edit Master subtitle style</a:t>
            </a:r>
          </a:p>
        </p:txBody>
      </p:sp>
      <p:sp>
        <p:nvSpPr>
          <p:cNvPr id="451588" name="Rectangle 4"/>
          <p:cNvSpPr>
            <a:spLocks noGrp="1" noChangeArrowheads="1"/>
          </p:cNvSpPr>
          <p:nvPr>
            <p:ph type="ftr" sz="quarter" idx="3"/>
          </p:nvPr>
        </p:nvSpPr>
        <p:spPr>
          <a:xfrm>
            <a:off x="0" y="6629400"/>
            <a:ext cx="9144000" cy="228600"/>
          </a:xfrm>
        </p:spPr>
        <p:txBody>
          <a:bodyPr/>
          <a:lstStyle>
            <a:lvl1pPr algn="r">
              <a:defRPr/>
            </a:lvl1pPr>
          </a:lstStyle>
          <a:p>
            <a:pPr rtl="0" fontAlgn="base">
              <a:spcBef>
                <a:spcPct val="0"/>
              </a:spcBef>
              <a:spcAft>
                <a:spcPct val="0"/>
              </a:spcAft>
            </a:pPr>
            <a:r>
              <a:rPr lang="en-US" sz="1000" kern="1200" smtClean="0">
                <a:solidFill>
                  <a:srgbClr val="1A60A8"/>
                </a:solidFill>
                <a:latin typeface="Franklin Gothic Medium" pitchFamily="34" charset="0"/>
                <a:ea typeface="+mn-ea"/>
                <a:cs typeface="+mn-cs"/>
              </a:rPr>
              <a:t>Microsoft Confidential</a:t>
            </a:r>
            <a:endParaRPr lang="en-US" sz="1000" kern="1200">
              <a:solidFill>
                <a:srgbClr val="1A60A8"/>
              </a:solidFill>
              <a:latin typeface="Franklin Gothic Medium" pitchFamily="34" charset="0"/>
              <a:ea typeface="+mn-ea"/>
              <a:cs typeface="+mn-cs"/>
            </a:endParaRPr>
          </a:p>
        </p:txBody>
      </p:sp>
      <p:pic>
        <p:nvPicPr>
          <p:cNvPr id="451589" name="Picture 5" descr="Signature"/>
          <p:cNvPicPr>
            <a:picLocks noChangeAspect="1" noChangeArrowheads="1"/>
          </p:cNvPicPr>
          <p:nvPr/>
        </p:nvPicPr>
        <p:blipFill>
          <a:blip r:embed="rId2" cstate="print">
            <a:clrChange>
              <a:clrFrom>
                <a:srgbClr val="FFFFFF"/>
              </a:clrFrom>
              <a:clrTo>
                <a:srgbClr val="FFFFFF">
                  <a:alpha val="0"/>
                </a:srgbClr>
              </a:clrTo>
            </a:clrChange>
          </a:blip>
          <a:srcRect l="25833" t="31097" r="30833" b="41138"/>
          <a:stretch>
            <a:fillRect/>
          </a:stretch>
        </p:blipFill>
        <p:spPr bwMode="auto">
          <a:xfrm>
            <a:off x="0" y="6270625"/>
            <a:ext cx="1219200" cy="587375"/>
          </a:xfrm>
          <a:prstGeom prst="rect">
            <a:avLst/>
          </a:prstGeom>
          <a:noFill/>
          <a:ln w="9525">
            <a:noFill/>
            <a:miter lim="800000"/>
            <a:headEnd/>
            <a:tailEnd/>
          </a:ln>
          <a:effectLst/>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1722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0"/>
            <a:ext cx="2190750" cy="6248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419850" cy="6248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clipArtAndVertTx" preserve="1">
  <p:cSld name="Title, Clip Art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ClipArt Placeholder 2"/>
          <p:cNvSpPr>
            <a:spLocks noGrp="1"/>
          </p:cNvSpPr>
          <p:nvPr>
            <p:ph type="clipArt" sz="half" idx="1"/>
          </p:nvPr>
        </p:nvSpPr>
        <p:spPr>
          <a:xfrm>
            <a:off x="457200" y="1219200"/>
            <a:ext cx="4076700" cy="5029200"/>
          </a:xfrm>
        </p:spPr>
        <p:txBody>
          <a:bodyPr/>
          <a:lstStyle/>
          <a:p>
            <a:endParaRPr lang="en-US"/>
          </a:p>
        </p:txBody>
      </p:sp>
      <p:sp>
        <p:nvSpPr>
          <p:cNvPr id="4" name="Vertical Text Placeholder 3"/>
          <p:cNvSpPr>
            <a:spLocks noGrp="1"/>
          </p:cNvSpPr>
          <p:nvPr>
            <p:ph type="body" orient="vert" sz="half" idx="2"/>
          </p:nvPr>
        </p:nvSpPr>
        <p:spPr>
          <a:xfrm>
            <a:off x="4686300" y="1219200"/>
            <a:ext cx="4076700" cy="5029200"/>
          </a:xfrm>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Table Placeholder 2"/>
          <p:cNvSpPr>
            <a:spLocks noGrp="1"/>
          </p:cNvSpPr>
          <p:nvPr>
            <p:ph type="tbl" idx="1"/>
          </p:nvPr>
        </p:nvSpPr>
        <p:spPr>
          <a:xfrm>
            <a:off x="533400" y="1219200"/>
            <a:ext cx="8305800" cy="5029200"/>
          </a:xfrm>
        </p:spPr>
        <p:txBody>
          <a:bodyPr/>
          <a:lstStyle/>
          <a:p>
            <a:endParaRPr lang="en-US" dirty="0"/>
          </a:p>
        </p:txBody>
      </p:sp>
      <p:sp>
        <p:nvSpPr>
          <p:cNvPr id="4" name="Footer Placeholder 3"/>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51586" name="Rectangle 2"/>
          <p:cNvSpPr>
            <a:spLocks noGrp="1" noChangeArrowheads="1"/>
          </p:cNvSpPr>
          <p:nvPr>
            <p:ph type="ctrTitle"/>
          </p:nvPr>
        </p:nvSpPr>
        <p:spPr>
          <a:xfrm>
            <a:off x="808038" y="2689225"/>
            <a:ext cx="7867650" cy="1470025"/>
          </a:xfrm>
          <a:noFill/>
        </p:spPr>
        <p:txBody>
          <a:bodyPr/>
          <a:lstStyle>
            <a:lvl1pPr>
              <a:defRPr/>
            </a:lvl1pPr>
          </a:lstStyle>
          <a:p>
            <a:r>
              <a:rPr lang="en-US"/>
              <a:t>Click to edit Master title style</a:t>
            </a:r>
          </a:p>
        </p:txBody>
      </p:sp>
      <p:sp>
        <p:nvSpPr>
          <p:cNvPr id="451587" name="Rectangle 3"/>
          <p:cNvSpPr>
            <a:spLocks noGrp="1" noChangeArrowheads="1"/>
          </p:cNvSpPr>
          <p:nvPr>
            <p:ph type="subTitle" idx="1"/>
          </p:nvPr>
        </p:nvSpPr>
        <p:spPr>
          <a:xfrm>
            <a:off x="808038" y="4800600"/>
            <a:ext cx="6400800" cy="1752600"/>
          </a:xfrm>
        </p:spPr>
        <p:txBody>
          <a:bodyPr/>
          <a:lstStyle>
            <a:lvl1pPr marL="0" indent="0">
              <a:buFontTx/>
              <a:buNone/>
              <a:defRPr sz="2400"/>
            </a:lvl1pPr>
          </a:lstStyle>
          <a:p>
            <a:r>
              <a:rPr lang="en-US"/>
              <a:t>Click to edit Master subtitle style</a:t>
            </a:r>
          </a:p>
        </p:txBody>
      </p:sp>
      <p:sp>
        <p:nvSpPr>
          <p:cNvPr id="451588" name="Rectangle 4"/>
          <p:cNvSpPr>
            <a:spLocks noGrp="1" noChangeArrowheads="1"/>
          </p:cNvSpPr>
          <p:nvPr>
            <p:ph type="ftr" sz="quarter" idx="3"/>
          </p:nvPr>
        </p:nvSpPr>
        <p:spPr>
          <a:xfrm>
            <a:off x="0" y="6629400"/>
            <a:ext cx="9144000" cy="228600"/>
          </a:xfrm>
        </p:spPr>
        <p:txBody>
          <a:bodyPr/>
          <a:lstStyle>
            <a:lvl1pPr algn="r">
              <a:defRPr/>
            </a:lvl1pPr>
          </a:lstStyle>
          <a:p>
            <a:pPr rtl="0" fontAlgn="base">
              <a:spcBef>
                <a:spcPct val="0"/>
              </a:spcBef>
              <a:spcAft>
                <a:spcPct val="0"/>
              </a:spcAft>
            </a:pPr>
            <a:r>
              <a:rPr lang="en-US" sz="1000" kern="1200" smtClean="0">
                <a:solidFill>
                  <a:srgbClr val="1A60A8"/>
                </a:solidFill>
                <a:latin typeface="Franklin Gothic Medium" pitchFamily="34" charset="0"/>
                <a:ea typeface="+mn-ea"/>
                <a:cs typeface="+mn-cs"/>
              </a:rPr>
              <a:t>Microsoft Confidential</a:t>
            </a:r>
            <a:endParaRPr lang="en-US" sz="1000" kern="1200">
              <a:solidFill>
                <a:srgbClr val="1A60A8"/>
              </a:solidFill>
              <a:latin typeface="Franklin Gothic Medium" pitchFamily="34" charset="0"/>
              <a:ea typeface="+mn-ea"/>
              <a:cs typeface="+mn-cs"/>
            </a:endParaRPr>
          </a:p>
        </p:txBody>
      </p:sp>
      <p:pic>
        <p:nvPicPr>
          <p:cNvPr id="451589" name="Picture 5" descr="Signature"/>
          <p:cNvPicPr>
            <a:picLocks noChangeAspect="1" noChangeArrowheads="1"/>
          </p:cNvPicPr>
          <p:nvPr/>
        </p:nvPicPr>
        <p:blipFill>
          <a:blip r:embed="rId2" cstate="print">
            <a:clrChange>
              <a:clrFrom>
                <a:srgbClr val="FFFFFF"/>
              </a:clrFrom>
              <a:clrTo>
                <a:srgbClr val="FFFFFF">
                  <a:alpha val="0"/>
                </a:srgbClr>
              </a:clrTo>
            </a:clrChange>
          </a:blip>
          <a:srcRect l="25833" t="31097" r="30833" b="41138"/>
          <a:stretch>
            <a:fillRect/>
          </a:stretch>
        </p:blipFill>
        <p:spPr bwMode="auto">
          <a:xfrm>
            <a:off x="0" y="6270625"/>
            <a:ext cx="1219200" cy="587375"/>
          </a:xfrm>
          <a:prstGeom prst="rect">
            <a:avLst/>
          </a:prstGeom>
          <a:noFill/>
          <a:ln w="9525">
            <a:noFill/>
            <a:miter lim="800000"/>
            <a:headEnd/>
            <a:tailEnd/>
          </a:ln>
          <a:effectLst/>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1722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0"/>
            <a:ext cx="2190750" cy="6248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419850" cy="6248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clipArtAndVertTx" preserve="1">
  <p:cSld name="Title, Clip Art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ClipArt Placeholder 2"/>
          <p:cNvSpPr>
            <a:spLocks noGrp="1"/>
          </p:cNvSpPr>
          <p:nvPr>
            <p:ph type="clipArt" sz="half" idx="1"/>
          </p:nvPr>
        </p:nvSpPr>
        <p:spPr>
          <a:xfrm>
            <a:off x="457200" y="1219200"/>
            <a:ext cx="4076700" cy="5029200"/>
          </a:xfrm>
        </p:spPr>
        <p:txBody>
          <a:bodyPr/>
          <a:lstStyle/>
          <a:p>
            <a:endParaRPr lang="en-US"/>
          </a:p>
        </p:txBody>
      </p:sp>
      <p:sp>
        <p:nvSpPr>
          <p:cNvPr id="4" name="Vertical Text Placeholder 3"/>
          <p:cNvSpPr>
            <a:spLocks noGrp="1"/>
          </p:cNvSpPr>
          <p:nvPr>
            <p:ph type="body" orient="vert" sz="half" idx="2"/>
          </p:nvPr>
        </p:nvSpPr>
        <p:spPr>
          <a:xfrm>
            <a:off x="4686300" y="1219200"/>
            <a:ext cx="4076700" cy="5029200"/>
          </a:xfrm>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Table Placeholder 2"/>
          <p:cNvSpPr>
            <a:spLocks noGrp="1"/>
          </p:cNvSpPr>
          <p:nvPr>
            <p:ph type="tbl" idx="1"/>
          </p:nvPr>
        </p:nvSpPr>
        <p:spPr>
          <a:xfrm>
            <a:off x="533400" y="1219200"/>
            <a:ext cx="8305800" cy="5029200"/>
          </a:xfrm>
        </p:spPr>
        <p:txBody>
          <a:bodyPr/>
          <a:lstStyle/>
          <a:p>
            <a:endParaRPr lang="en-US" dirty="0"/>
          </a:p>
        </p:txBody>
      </p:sp>
      <p:sp>
        <p:nvSpPr>
          <p:cNvPr id="4" name="Footer Placeholder 3"/>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51586" name="Rectangle 2"/>
          <p:cNvSpPr>
            <a:spLocks noGrp="1" noChangeArrowheads="1"/>
          </p:cNvSpPr>
          <p:nvPr>
            <p:ph type="ctrTitle"/>
          </p:nvPr>
        </p:nvSpPr>
        <p:spPr>
          <a:xfrm>
            <a:off x="808038" y="2689225"/>
            <a:ext cx="7867650" cy="1470025"/>
          </a:xfrm>
          <a:noFill/>
        </p:spPr>
        <p:txBody>
          <a:bodyPr/>
          <a:lstStyle>
            <a:lvl1pPr>
              <a:defRPr/>
            </a:lvl1pPr>
          </a:lstStyle>
          <a:p>
            <a:r>
              <a:rPr lang="en-US"/>
              <a:t>Click to edit Master title style</a:t>
            </a:r>
          </a:p>
        </p:txBody>
      </p:sp>
      <p:sp>
        <p:nvSpPr>
          <p:cNvPr id="451587" name="Rectangle 3"/>
          <p:cNvSpPr>
            <a:spLocks noGrp="1" noChangeArrowheads="1"/>
          </p:cNvSpPr>
          <p:nvPr>
            <p:ph type="subTitle" idx="1"/>
          </p:nvPr>
        </p:nvSpPr>
        <p:spPr>
          <a:xfrm>
            <a:off x="808038" y="4800600"/>
            <a:ext cx="6400800" cy="1752600"/>
          </a:xfrm>
        </p:spPr>
        <p:txBody>
          <a:bodyPr/>
          <a:lstStyle>
            <a:lvl1pPr marL="0" indent="0">
              <a:buFontTx/>
              <a:buNone/>
              <a:defRPr sz="2400"/>
            </a:lvl1pPr>
          </a:lstStyle>
          <a:p>
            <a:r>
              <a:rPr lang="en-US"/>
              <a:t>Click to edit Master subtitle style</a:t>
            </a:r>
          </a:p>
        </p:txBody>
      </p:sp>
      <p:sp>
        <p:nvSpPr>
          <p:cNvPr id="451588" name="Rectangle 4"/>
          <p:cNvSpPr>
            <a:spLocks noGrp="1" noChangeArrowheads="1"/>
          </p:cNvSpPr>
          <p:nvPr>
            <p:ph type="ftr" sz="quarter" idx="3"/>
          </p:nvPr>
        </p:nvSpPr>
        <p:spPr>
          <a:xfrm>
            <a:off x="0" y="6629400"/>
            <a:ext cx="9144000" cy="228600"/>
          </a:xfrm>
        </p:spPr>
        <p:txBody>
          <a:bodyPr/>
          <a:lstStyle>
            <a:lvl1pPr algn="r">
              <a:defRPr/>
            </a:lvl1pPr>
          </a:lstStyle>
          <a:p>
            <a:pPr rtl="0" fontAlgn="base">
              <a:spcBef>
                <a:spcPct val="0"/>
              </a:spcBef>
              <a:spcAft>
                <a:spcPct val="0"/>
              </a:spcAft>
            </a:pPr>
            <a:r>
              <a:rPr lang="en-US" sz="1000" kern="1200" smtClean="0">
                <a:solidFill>
                  <a:srgbClr val="1A60A8"/>
                </a:solidFill>
                <a:latin typeface="Franklin Gothic Medium" pitchFamily="34" charset="0"/>
                <a:ea typeface="+mn-ea"/>
                <a:cs typeface="+mn-cs"/>
              </a:rPr>
              <a:t>Microsoft Confidential</a:t>
            </a:r>
            <a:endParaRPr lang="en-US" sz="1000" kern="1200">
              <a:solidFill>
                <a:srgbClr val="1A60A8"/>
              </a:solidFill>
              <a:latin typeface="Franklin Gothic Medium" pitchFamily="34" charset="0"/>
              <a:ea typeface="+mn-ea"/>
              <a:cs typeface="+mn-cs"/>
            </a:endParaRPr>
          </a:p>
        </p:txBody>
      </p:sp>
      <p:pic>
        <p:nvPicPr>
          <p:cNvPr id="451589" name="Picture 5" descr="Signature"/>
          <p:cNvPicPr>
            <a:picLocks noChangeAspect="1" noChangeArrowheads="1"/>
          </p:cNvPicPr>
          <p:nvPr/>
        </p:nvPicPr>
        <p:blipFill>
          <a:blip r:embed="rId2" cstate="print">
            <a:clrChange>
              <a:clrFrom>
                <a:srgbClr val="FFFFFF"/>
              </a:clrFrom>
              <a:clrTo>
                <a:srgbClr val="FFFFFF">
                  <a:alpha val="0"/>
                </a:srgbClr>
              </a:clrTo>
            </a:clrChange>
          </a:blip>
          <a:srcRect l="25833" t="31097" r="30833" b="41138"/>
          <a:stretch>
            <a:fillRect/>
          </a:stretch>
        </p:blipFill>
        <p:spPr bwMode="auto">
          <a:xfrm>
            <a:off x="0" y="6270625"/>
            <a:ext cx="1219200" cy="587375"/>
          </a:xfrm>
          <a:prstGeom prst="rect">
            <a:avLst/>
          </a:prstGeom>
          <a:noFill/>
          <a:ln w="9525">
            <a:noFill/>
            <a:miter lim="800000"/>
            <a:headEnd/>
            <a:tailEnd/>
          </a:ln>
          <a:effectLst/>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1722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0"/>
            <a:ext cx="2190750" cy="6248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419850" cy="6248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clipArtAndVertTx" preserve="1">
  <p:cSld name="Title, Clip Art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ClipArt Placeholder 2"/>
          <p:cNvSpPr>
            <a:spLocks noGrp="1"/>
          </p:cNvSpPr>
          <p:nvPr>
            <p:ph type="clipArt" sz="half" idx="1"/>
          </p:nvPr>
        </p:nvSpPr>
        <p:spPr>
          <a:xfrm>
            <a:off x="457200" y="1219200"/>
            <a:ext cx="4076700" cy="5029200"/>
          </a:xfrm>
        </p:spPr>
        <p:txBody>
          <a:bodyPr/>
          <a:lstStyle/>
          <a:p>
            <a:endParaRPr lang="en-US"/>
          </a:p>
        </p:txBody>
      </p:sp>
      <p:sp>
        <p:nvSpPr>
          <p:cNvPr id="4" name="Vertical Text Placeholder 3"/>
          <p:cNvSpPr>
            <a:spLocks noGrp="1"/>
          </p:cNvSpPr>
          <p:nvPr>
            <p:ph type="body" orient="vert" sz="half" idx="2"/>
          </p:nvPr>
        </p:nvSpPr>
        <p:spPr>
          <a:xfrm>
            <a:off x="4686300" y="1219200"/>
            <a:ext cx="4076700" cy="5029200"/>
          </a:xfrm>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Table Placeholder 2"/>
          <p:cNvSpPr>
            <a:spLocks noGrp="1"/>
          </p:cNvSpPr>
          <p:nvPr>
            <p:ph type="tbl" idx="1"/>
          </p:nvPr>
        </p:nvSpPr>
        <p:spPr>
          <a:xfrm>
            <a:off x="533400" y="1219200"/>
            <a:ext cx="8305800" cy="5029200"/>
          </a:xfrm>
        </p:spPr>
        <p:txBody>
          <a:bodyPr/>
          <a:lstStyle/>
          <a:p>
            <a:endParaRPr lang="en-US" dirty="0"/>
          </a:p>
        </p:txBody>
      </p:sp>
      <p:sp>
        <p:nvSpPr>
          <p:cNvPr id="4" name="Footer Placeholder 3"/>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51586" name="Rectangle 2"/>
          <p:cNvSpPr>
            <a:spLocks noGrp="1" noChangeArrowheads="1"/>
          </p:cNvSpPr>
          <p:nvPr>
            <p:ph type="ctrTitle"/>
          </p:nvPr>
        </p:nvSpPr>
        <p:spPr>
          <a:xfrm>
            <a:off x="808038" y="2689225"/>
            <a:ext cx="7867650" cy="1470025"/>
          </a:xfrm>
          <a:noFill/>
        </p:spPr>
        <p:txBody>
          <a:bodyPr/>
          <a:lstStyle>
            <a:lvl1pPr>
              <a:defRPr/>
            </a:lvl1pPr>
          </a:lstStyle>
          <a:p>
            <a:r>
              <a:rPr lang="en-US"/>
              <a:t>Click to edit Master title style</a:t>
            </a:r>
          </a:p>
        </p:txBody>
      </p:sp>
      <p:sp>
        <p:nvSpPr>
          <p:cNvPr id="451587" name="Rectangle 3"/>
          <p:cNvSpPr>
            <a:spLocks noGrp="1" noChangeArrowheads="1"/>
          </p:cNvSpPr>
          <p:nvPr>
            <p:ph type="subTitle" idx="1"/>
          </p:nvPr>
        </p:nvSpPr>
        <p:spPr>
          <a:xfrm>
            <a:off x="808038" y="4800600"/>
            <a:ext cx="6400800" cy="1752600"/>
          </a:xfrm>
        </p:spPr>
        <p:txBody>
          <a:bodyPr/>
          <a:lstStyle>
            <a:lvl1pPr marL="0" indent="0">
              <a:buFontTx/>
              <a:buNone/>
              <a:defRPr sz="2400"/>
            </a:lvl1pPr>
          </a:lstStyle>
          <a:p>
            <a:r>
              <a:rPr lang="en-US"/>
              <a:t>Click to edit Master subtitle style</a:t>
            </a:r>
          </a:p>
        </p:txBody>
      </p:sp>
      <p:sp>
        <p:nvSpPr>
          <p:cNvPr id="451588" name="Rectangle 4"/>
          <p:cNvSpPr>
            <a:spLocks noGrp="1" noChangeArrowheads="1"/>
          </p:cNvSpPr>
          <p:nvPr>
            <p:ph type="ftr" sz="quarter" idx="3"/>
          </p:nvPr>
        </p:nvSpPr>
        <p:spPr>
          <a:xfrm>
            <a:off x="0" y="6629400"/>
            <a:ext cx="9144000" cy="228600"/>
          </a:xfrm>
        </p:spPr>
        <p:txBody>
          <a:bodyPr/>
          <a:lstStyle>
            <a:lvl1pPr algn="r">
              <a:defRPr/>
            </a:lvl1pPr>
          </a:lstStyle>
          <a:p>
            <a:pPr rtl="0" fontAlgn="base">
              <a:spcBef>
                <a:spcPct val="0"/>
              </a:spcBef>
              <a:spcAft>
                <a:spcPct val="0"/>
              </a:spcAft>
            </a:pPr>
            <a:r>
              <a:rPr lang="en-US" sz="1000" kern="1200" smtClean="0">
                <a:solidFill>
                  <a:srgbClr val="1A60A8"/>
                </a:solidFill>
                <a:latin typeface="Franklin Gothic Medium" pitchFamily="34" charset="0"/>
                <a:ea typeface="+mn-ea"/>
                <a:cs typeface="+mn-cs"/>
              </a:rPr>
              <a:t>Microsoft Confidential</a:t>
            </a:r>
            <a:endParaRPr lang="en-US" sz="1000" kern="1200">
              <a:solidFill>
                <a:srgbClr val="1A60A8"/>
              </a:solidFill>
              <a:latin typeface="Franklin Gothic Medium" pitchFamily="34" charset="0"/>
              <a:ea typeface="+mn-ea"/>
              <a:cs typeface="+mn-cs"/>
            </a:endParaRPr>
          </a:p>
        </p:txBody>
      </p:sp>
      <p:pic>
        <p:nvPicPr>
          <p:cNvPr id="451589" name="Picture 5" descr="Signature"/>
          <p:cNvPicPr>
            <a:picLocks noChangeAspect="1" noChangeArrowheads="1"/>
          </p:cNvPicPr>
          <p:nvPr/>
        </p:nvPicPr>
        <p:blipFill>
          <a:blip r:embed="rId2" cstate="print">
            <a:clrChange>
              <a:clrFrom>
                <a:srgbClr val="FFFFFF"/>
              </a:clrFrom>
              <a:clrTo>
                <a:srgbClr val="FFFFFF">
                  <a:alpha val="0"/>
                </a:srgbClr>
              </a:clrTo>
            </a:clrChange>
          </a:blip>
          <a:srcRect l="25833" t="31097" r="30833" b="41138"/>
          <a:stretch>
            <a:fillRect/>
          </a:stretch>
        </p:blipFill>
        <p:spPr bwMode="auto">
          <a:xfrm>
            <a:off x="0" y="6270625"/>
            <a:ext cx="1219200" cy="587375"/>
          </a:xfrm>
          <a:prstGeom prst="rect">
            <a:avLst/>
          </a:prstGeom>
          <a:noFill/>
          <a:ln w="9525">
            <a:noFill/>
            <a:miter lim="800000"/>
            <a:headEnd/>
            <a:tailEnd/>
          </a:ln>
          <a:effectLst/>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1722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0"/>
            <a:ext cx="2190750" cy="6248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419850" cy="6248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clipArtAndVertTx" preserve="1">
  <p:cSld name="Title, Clip Art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ClipArt Placeholder 2"/>
          <p:cNvSpPr>
            <a:spLocks noGrp="1"/>
          </p:cNvSpPr>
          <p:nvPr>
            <p:ph type="clipArt" sz="half" idx="1"/>
          </p:nvPr>
        </p:nvSpPr>
        <p:spPr>
          <a:xfrm>
            <a:off x="457200" y="1219200"/>
            <a:ext cx="4076700" cy="5029200"/>
          </a:xfrm>
        </p:spPr>
        <p:txBody>
          <a:bodyPr/>
          <a:lstStyle/>
          <a:p>
            <a:endParaRPr lang="en-US"/>
          </a:p>
        </p:txBody>
      </p:sp>
      <p:sp>
        <p:nvSpPr>
          <p:cNvPr id="4" name="Vertical Text Placeholder 3"/>
          <p:cNvSpPr>
            <a:spLocks noGrp="1"/>
          </p:cNvSpPr>
          <p:nvPr>
            <p:ph type="body" orient="vert" sz="half" idx="2"/>
          </p:nvPr>
        </p:nvSpPr>
        <p:spPr>
          <a:xfrm>
            <a:off x="4686300" y="1219200"/>
            <a:ext cx="4076700" cy="5029200"/>
          </a:xfrm>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Table Placeholder 2"/>
          <p:cNvSpPr>
            <a:spLocks noGrp="1"/>
          </p:cNvSpPr>
          <p:nvPr>
            <p:ph type="tbl" idx="1"/>
          </p:nvPr>
        </p:nvSpPr>
        <p:spPr>
          <a:xfrm>
            <a:off x="533400" y="1219200"/>
            <a:ext cx="8305800" cy="5029200"/>
          </a:xfrm>
        </p:spPr>
        <p:txBody>
          <a:bodyPr/>
          <a:lstStyle/>
          <a:p>
            <a:endParaRPr lang="en-US" dirty="0"/>
          </a:p>
        </p:txBody>
      </p:sp>
      <p:sp>
        <p:nvSpPr>
          <p:cNvPr id="4" name="Footer Placeholder 3"/>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4"/>
          <p:cNvSpPr>
            <a:spLocks noGrp="1" noChangeArrowheads="1"/>
          </p:cNvSpPr>
          <p:nvPr>
            <p:ph type="ftr" sz="quarter" idx="10"/>
          </p:nvPr>
        </p:nvSpPr>
        <p:spPr>
          <a:xfrm>
            <a:off x="3124200" y="6661150"/>
            <a:ext cx="2895600" cy="149225"/>
          </a:xfrm>
          <a:prstGeom prst="rect">
            <a:avLst/>
          </a:prstGeom>
        </p:spPr>
        <p:txBody>
          <a:bodyPr anchor="ctr"/>
          <a:lstStyle>
            <a:lvl1pPr algn="ctr">
              <a:defRPr sz="1200">
                <a:latin typeface="Arial" pitchFamily="34" charset="0"/>
                <a:cs typeface="Arial" pitchFamily="34" charset="0"/>
              </a:defRPr>
            </a:lvl1pPr>
          </a:lstStyle>
          <a:p>
            <a:pPr rtl="0" fontAlgn="base">
              <a:spcBef>
                <a:spcPct val="0"/>
              </a:spcBef>
              <a:spcAft>
                <a:spcPct val="0"/>
              </a:spcAft>
              <a:defRPr/>
            </a:pPr>
            <a:r>
              <a:rPr lang="en-US" kern="1200">
                <a:solidFill>
                  <a:srgbClr val="1A60A8"/>
                </a:solidFill>
                <a:ea typeface="+mn-ea"/>
              </a:rPr>
              <a:t>Microsoft Confidential</a:t>
            </a:r>
          </a:p>
        </p:txBody>
      </p:sp>
      <p:sp>
        <p:nvSpPr>
          <p:cNvPr id="5" name="Rectangle 5"/>
          <p:cNvSpPr>
            <a:spLocks noGrp="1" noChangeArrowheads="1"/>
          </p:cNvSpPr>
          <p:nvPr>
            <p:ph type="sldNum" sz="quarter" idx="11"/>
          </p:nvPr>
        </p:nvSpPr>
        <p:spPr>
          <a:xfrm>
            <a:off x="6661150" y="6654800"/>
            <a:ext cx="2419350" cy="203200"/>
          </a:xfrm>
          <a:prstGeom prst="rect">
            <a:avLst/>
          </a:prstGeom>
        </p:spPr>
        <p:txBody>
          <a:bodyPr anchor="ctr"/>
          <a:lstStyle>
            <a:lvl5pPr lvl="4" algn="ctr">
              <a:defRPr sz="1200">
                <a:solidFill>
                  <a:schemeClr val="accent2"/>
                </a:solidFill>
                <a:latin typeface="Arial" pitchFamily="34" charset="0"/>
                <a:cs typeface="Arial" pitchFamily="34" charset="0"/>
              </a:defRPr>
            </a:lvl5pPr>
          </a:lstStyle>
          <a:p>
            <a:pPr marL="1828800" lvl="4" rtl="0" eaLnBrk="0" fontAlgn="base" hangingPunct="0">
              <a:spcBef>
                <a:spcPct val="0"/>
              </a:spcBef>
              <a:spcAft>
                <a:spcPct val="0"/>
              </a:spcAft>
              <a:defRPr/>
            </a:pPr>
            <a:fld id="{316BBA37-B096-41A5-A0E6-6DC69047C05C}" type="slidenum">
              <a:rPr lang="en-US" b="1" kern="1200">
                <a:solidFill>
                  <a:srgbClr val="FF3300"/>
                </a:solidFill>
                <a:ea typeface="+mn-ea"/>
              </a:rPr>
              <a:pPr marL="1828800" lvl="4" rtl="0" eaLnBrk="0" fontAlgn="base" hangingPunct="0">
                <a:spcBef>
                  <a:spcPct val="0"/>
                </a:spcBef>
                <a:spcAft>
                  <a:spcPct val="0"/>
                </a:spcAft>
                <a:defRPr/>
              </a:pPr>
              <a:t>‹#›</a:t>
            </a:fld>
            <a:endParaRPr lang="en-US" b="1" kern="1200" dirty="0">
              <a:solidFill>
                <a:srgbClr val="FF3300"/>
              </a:solidFill>
              <a:ea typeface="+mn-ea"/>
            </a:endParaRPr>
          </a:p>
        </p:txBody>
      </p:sp>
    </p:spTree>
  </p:cSld>
  <p:clrMapOvr>
    <a:masterClrMapping/>
  </p:clrMapOvr>
  <p:transition>
    <p:strips dir="rd"/>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51586" name="Rectangle 2"/>
          <p:cNvSpPr>
            <a:spLocks noGrp="1" noChangeArrowheads="1"/>
          </p:cNvSpPr>
          <p:nvPr>
            <p:ph type="ctrTitle"/>
          </p:nvPr>
        </p:nvSpPr>
        <p:spPr>
          <a:xfrm>
            <a:off x="808038" y="2689225"/>
            <a:ext cx="7867650" cy="1470025"/>
          </a:xfrm>
          <a:noFill/>
        </p:spPr>
        <p:txBody>
          <a:bodyPr/>
          <a:lstStyle>
            <a:lvl1pPr>
              <a:defRPr/>
            </a:lvl1pPr>
          </a:lstStyle>
          <a:p>
            <a:r>
              <a:rPr lang="en-US"/>
              <a:t>Click to edit Master title style</a:t>
            </a:r>
          </a:p>
        </p:txBody>
      </p:sp>
      <p:sp>
        <p:nvSpPr>
          <p:cNvPr id="451587" name="Rectangle 3"/>
          <p:cNvSpPr>
            <a:spLocks noGrp="1" noChangeArrowheads="1"/>
          </p:cNvSpPr>
          <p:nvPr>
            <p:ph type="subTitle" idx="1"/>
          </p:nvPr>
        </p:nvSpPr>
        <p:spPr>
          <a:xfrm>
            <a:off x="808038" y="4800600"/>
            <a:ext cx="6400800" cy="1752600"/>
          </a:xfrm>
        </p:spPr>
        <p:txBody>
          <a:bodyPr/>
          <a:lstStyle>
            <a:lvl1pPr marL="0" indent="0">
              <a:buFontTx/>
              <a:buNone/>
              <a:defRPr sz="2400"/>
            </a:lvl1pPr>
          </a:lstStyle>
          <a:p>
            <a:r>
              <a:rPr lang="en-US"/>
              <a:t>Click to edit Master subtitle style</a:t>
            </a:r>
          </a:p>
        </p:txBody>
      </p:sp>
      <p:sp>
        <p:nvSpPr>
          <p:cNvPr id="451588" name="Rectangle 4"/>
          <p:cNvSpPr>
            <a:spLocks noGrp="1" noChangeArrowheads="1"/>
          </p:cNvSpPr>
          <p:nvPr>
            <p:ph type="ftr" sz="quarter" idx="3"/>
          </p:nvPr>
        </p:nvSpPr>
        <p:spPr>
          <a:xfrm>
            <a:off x="0" y="6629400"/>
            <a:ext cx="9144000" cy="228600"/>
          </a:xfrm>
        </p:spPr>
        <p:txBody>
          <a:bodyPr/>
          <a:lstStyle>
            <a:lvl1pPr algn="r">
              <a:defRPr/>
            </a:lvl1pPr>
          </a:lstStyle>
          <a:p>
            <a:pPr rtl="0" fontAlgn="base">
              <a:spcBef>
                <a:spcPct val="0"/>
              </a:spcBef>
              <a:spcAft>
                <a:spcPct val="0"/>
              </a:spcAft>
            </a:pPr>
            <a:r>
              <a:rPr lang="en-US" sz="1000" kern="1200" smtClean="0">
                <a:solidFill>
                  <a:srgbClr val="1A60A8"/>
                </a:solidFill>
                <a:latin typeface="Franklin Gothic Medium" pitchFamily="34" charset="0"/>
                <a:ea typeface="+mn-ea"/>
                <a:cs typeface="+mn-cs"/>
              </a:rPr>
              <a:t>Microsoft Confidential</a:t>
            </a:r>
            <a:endParaRPr lang="en-US" sz="1000" kern="1200">
              <a:solidFill>
                <a:srgbClr val="1A60A8"/>
              </a:solidFill>
              <a:latin typeface="Franklin Gothic Medium" pitchFamily="34" charset="0"/>
              <a:ea typeface="+mn-ea"/>
              <a:cs typeface="+mn-cs"/>
            </a:endParaRPr>
          </a:p>
        </p:txBody>
      </p:sp>
      <p:pic>
        <p:nvPicPr>
          <p:cNvPr id="451589" name="Picture 5" descr="Signature"/>
          <p:cNvPicPr>
            <a:picLocks noChangeAspect="1" noChangeArrowheads="1"/>
          </p:cNvPicPr>
          <p:nvPr/>
        </p:nvPicPr>
        <p:blipFill>
          <a:blip r:embed="rId2" cstate="print">
            <a:clrChange>
              <a:clrFrom>
                <a:srgbClr val="FFFFFF"/>
              </a:clrFrom>
              <a:clrTo>
                <a:srgbClr val="FFFFFF">
                  <a:alpha val="0"/>
                </a:srgbClr>
              </a:clrTo>
            </a:clrChange>
          </a:blip>
          <a:srcRect l="25833" t="31097" r="30833" b="41138"/>
          <a:stretch>
            <a:fillRect/>
          </a:stretch>
        </p:blipFill>
        <p:spPr bwMode="auto">
          <a:xfrm>
            <a:off x="0" y="6270625"/>
            <a:ext cx="1219200" cy="587375"/>
          </a:xfrm>
          <a:prstGeom prst="rect">
            <a:avLst/>
          </a:prstGeom>
          <a:noFill/>
          <a:ln w="9525">
            <a:noFill/>
            <a:miter lim="800000"/>
            <a:headEnd/>
            <a:tailEnd/>
          </a:ln>
          <a:effectLst/>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1722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0"/>
            <a:ext cx="2190750" cy="6248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419850" cy="6248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clipArtAndVertTx" preserve="1">
  <p:cSld name="Title, Clip Art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ClipArt Placeholder 2"/>
          <p:cNvSpPr>
            <a:spLocks noGrp="1"/>
          </p:cNvSpPr>
          <p:nvPr>
            <p:ph type="clipArt" sz="half" idx="1"/>
          </p:nvPr>
        </p:nvSpPr>
        <p:spPr>
          <a:xfrm>
            <a:off x="457200" y="1219200"/>
            <a:ext cx="4076700" cy="5029200"/>
          </a:xfrm>
        </p:spPr>
        <p:txBody>
          <a:bodyPr/>
          <a:lstStyle/>
          <a:p>
            <a:endParaRPr lang="en-US"/>
          </a:p>
        </p:txBody>
      </p:sp>
      <p:sp>
        <p:nvSpPr>
          <p:cNvPr id="4" name="Vertical Text Placeholder 3"/>
          <p:cNvSpPr>
            <a:spLocks noGrp="1"/>
          </p:cNvSpPr>
          <p:nvPr>
            <p:ph type="body" orient="vert" sz="half" idx="2"/>
          </p:nvPr>
        </p:nvSpPr>
        <p:spPr>
          <a:xfrm>
            <a:off x="4686300" y="1219200"/>
            <a:ext cx="4076700" cy="5029200"/>
          </a:xfrm>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dirty="0" smtClean="0"/>
              <a:t>Click to edit Master title style</a:t>
            </a:r>
            <a:endParaRPr lang="en-US" dirty="0"/>
          </a:p>
        </p:txBody>
      </p:sp>
      <p:sp>
        <p:nvSpPr>
          <p:cNvPr id="3" name="Table Placeholder 2"/>
          <p:cNvSpPr>
            <a:spLocks noGrp="1"/>
          </p:cNvSpPr>
          <p:nvPr>
            <p:ph type="tbl" idx="1"/>
          </p:nvPr>
        </p:nvSpPr>
        <p:spPr>
          <a:xfrm>
            <a:off x="533400" y="1219200"/>
            <a:ext cx="8305800" cy="5029200"/>
          </a:xfrm>
        </p:spPr>
        <p:txBody>
          <a:bodyPr/>
          <a:lstStyle/>
          <a:p>
            <a:endParaRPr lang="en-US" dirty="0"/>
          </a:p>
        </p:txBody>
      </p:sp>
      <p:sp>
        <p:nvSpPr>
          <p:cNvPr id="4" name="Footer Placeholder 3"/>
          <p:cNvSpPr>
            <a:spLocks noGrp="1"/>
          </p:cNvSpPr>
          <p:nvPr>
            <p:ph type="ftr" sz="quarter" idx="10"/>
          </p:nvPr>
        </p:nvSpPr>
        <p:spPr>
          <a:xfrm>
            <a:off x="152400" y="6629400"/>
            <a:ext cx="8839200" cy="228600"/>
          </a:xfrm>
        </p:spPr>
        <p:txBody>
          <a:bodyPr/>
          <a:lstStyle>
            <a:lvl1pPr>
              <a:defRPr/>
            </a:lvl1pPr>
          </a:lstStyle>
          <a:p>
            <a:pPr algn="ctr" rtl="0" fontAlgn="base">
              <a:spcBef>
                <a:spcPct val="0"/>
              </a:spcBef>
              <a:spcAft>
                <a:spcPct val="0"/>
              </a:spcAft>
            </a:pPr>
            <a:r>
              <a:rPr lang="en-US" sz="1000" kern="1200">
                <a:solidFill>
                  <a:srgbClr val="1A60A8"/>
                </a:solidFill>
                <a:latin typeface="Franklin Gothic Medium" pitchFamily="34" charset="0"/>
                <a:ea typeface="+mn-ea"/>
                <a:cs typeface="+mn-cs"/>
              </a:rPr>
              <a:t>Microsoft Confidential</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51586" name="Rectangle 2"/>
          <p:cNvSpPr>
            <a:spLocks noGrp="1" noChangeArrowheads="1"/>
          </p:cNvSpPr>
          <p:nvPr>
            <p:ph type="ctrTitle"/>
          </p:nvPr>
        </p:nvSpPr>
        <p:spPr>
          <a:xfrm>
            <a:off x="808038" y="2689225"/>
            <a:ext cx="7867650" cy="1470025"/>
          </a:xfrm>
          <a:noFill/>
        </p:spPr>
        <p:txBody>
          <a:bodyPr/>
          <a:lstStyle>
            <a:lvl1pPr>
              <a:defRPr/>
            </a:lvl1pPr>
          </a:lstStyle>
          <a:p>
            <a:r>
              <a:rPr lang="en-US" smtClean="0"/>
              <a:t>Click to edit Master title style</a:t>
            </a:r>
            <a:endParaRPr lang="en-US"/>
          </a:p>
        </p:txBody>
      </p:sp>
      <p:sp>
        <p:nvSpPr>
          <p:cNvPr id="451587" name="Rectangle 3"/>
          <p:cNvSpPr>
            <a:spLocks noGrp="1" noChangeArrowheads="1"/>
          </p:cNvSpPr>
          <p:nvPr>
            <p:ph type="subTitle" idx="1"/>
          </p:nvPr>
        </p:nvSpPr>
        <p:spPr>
          <a:xfrm>
            <a:off x="808038" y="4800600"/>
            <a:ext cx="6400800" cy="1752600"/>
          </a:xfrm>
        </p:spPr>
        <p:txBody>
          <a:bodyPr/>
          <a:lstStyle>
            <a:lvl1pPr marL="0" indent="0">
              <a:buFontTx/>
              <a:buNone/>
              <a:defRPr sz="2400"/>
            </a:lvl1pPr>
          </a:lstStyle>
          <a:p>
            <a:r>
              <a:rPr lang="en-US" smtClean="0"/>
              <a:t>Click to edit Master subtitle style</a:t>
            </a:r>
            <a:endParaRPr lang="en-US"/>
          </a:p>
        </p:txBody>
      </p:sp>
      <p:sp>
        <p:nvSpPr>
          <p:cNvPr id="451588" name="Rectangle 4"/>
          <p:cNvSpPr>
            <a:spLocks noGrp="1" noChangeArrowheads="1"/>
          </p:cNvSpPr>
          <p:nvPr>
            <p:ph type="ftr" sz="quarter" idx="3"/>
          </p:nvPr>
        </p:nvSpPr>
        <p:spPr>
          <a:xfrm>
            <a:off x="0" y="6629400"/>
            <a:ext cx="9144000" cy="228600"/>
          </a:xfrm>
        </p:spPr>
        <p:txBody>
          <a:bodyPr/>
          <a:lstStyle>
            <a:lvl1pPr algn="r">
              <a:defRPr/>
            </a:lvl1pPr>
          </a:lstStyle>
          <a:p>
            <a:pPr rtl="0"/>
            <a:endParaRPr lang="en-US" sz="1000" kern="1200">
              <a:solidFill>
                <a:srgbClr val="1A60A8"/>
              </a:solidFill>
              <a:latin typeface="Franklin Gothic Medium" pitchFamily="34" charset="0"/>
              <a:ea typeface="+mn-ea"/>
              <a:cs typeface="+mn-cs"/>
            </a:endParaRPr>
          </a:p>
        </p:txBody>
      </p:sp>
      <p:pic>
        <p:nvPicPr>
          <p:cNvPr id="451589" name="Picture 5" descr="Signature"/>
          <p:cNvPicPr>
            <a:picLocks noChangeAspect="1" noChangeArrowheads="1"/>
          </p:cNvPicPr>
          <p:nvPr/>
        </p:nvPicPr>
        <p:blipFill>
          <a:blip r:embed="rId2" cstate="print">
            <a:clrChange>
              <a:clrFrom>
                <a:srgbClr val="FFFFFF"/>
              </a:clrFrom>
              <a:clrTo>
                <a:srgbClr val="FFFFFF">
                  <a:alpha val="0"/>
                </a:srgbClr>
              </a:clrTo>
            </a:clrChange>
          </a:blip>
          <a:srcRect l="25833" t="31097" r="30833" b="41138"/>
          <a:stretch>
            <a:fillRect/>
          </a:stretch>
        </p:blipFill>
        <p:spPr bwMode="auto">
          <a:xfrm>
            <a:off x="0" y="6270625"/>
            <a:ext cx="1219200" cy="587375"/>
          </a:xfrm>
          <a:prstGeom prst="rect">
            <a:avLst/>
          </a:prstGeom>
          <a:noFill/>
          <a:ln w="9525">
            <a:noFill/>
            <a:miter lim="800000"/>
            <a:headEnd/>
            <a:tailEnd/>
          </a:ln>
          <a:effectLst/>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762000"/>
            <a:ext cx="40767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172200"/>
            <a:ext cx="8839200" cy="228600"/>
          </a:xfrm>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0"/>
            <a:ext cx="2190750" cy="6248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0" y="0"/>
            <a:ext cx="6419850" cy="6248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clipArtAndVertTx" preserve="1">
  <p:cSld name="Title, Clip Art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dirty="0"/>
          </a:p>
        </p:txBody>
      </p:sp>
      <p:sp>
        <p:nvSpPr>
          <p:cNvPr id="3" name="ClipArt Placeholder 2"/>
          <p:cNvSpPr>
            <a:spLocks noGrp="1"/>
          </p:cNvSpPr>
          <p:nvPr>
            <p:ph type="clipArt" sz="half" idx="1"/>
          </p:nvPr>
        </p:nvSpPr>
        <p:spPr>
          <a:xfrm>
            <a:off x="457200" y="1219200"/>
            <a:ext cx="4076700" cy="5029200"/>
          </a:xfrm>
        </p:spPr>
        <p:txBody>
          <a:bodyPr/>
          <a:lstStyle/>
          <a:p>
            <a:r>
              <a:rPr lang="en-US" smtClean="0"/>
              <a:t>Click icon to add clip art</a:t>
            </a:r>
            <a:endParaRPr lang="en-US"/>
          </a:p>
        </p:txBody>
      </p:sp>
      <p:sp>
        <p:nvSpPr>
          <p:cNvPr id="4" name="Vertical Text Placeholder 3"/>
          <p:cNvSpPr>
            <a:spLocks noGrp="1"/>
          </p:cNvSpPr>
          <p:nvPr>
            <p:ph type="body" orient="vert" sz="half" idx="2"/>
          </p:nvPr>
        </p:nvSpPr>
        <p:spPr>
          <a:xfrm>
            <a:off x="4686300" y="1219200"/>
            <a:ext cx="4076700" cy="5029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dirty="0"/>
          </a:p>
        </p:txBody>
      </p:sp>
      <p:sp>
        <p:nvSpPr>
          <p:cNvPr id="3" name="Table Placeholder 2"/>
          <p:cNvSpPr>
            <a:spLocks noGrp="1"/>
          </p:cNvSpPr>
          <p:nvPr>
            <p:ph type="tbl" idx="1"/>
          </p:nvPr>
        </p:nvSpPr>
        <p:spPr>
          <a:xfrm>
            <a:off x="533400" y="1219200"/>
            <a:ext cx="8305800" cy="5029200"/>
          </a:xfrm>
        </p:spPr>
        <p:txBody>
          <a:bodyPr/>
          <a:lstStyle/>
          <a:p>
            <a:r>
              <a:rPr lang="en-US" smtClean="0"/>
              <a:t>Click icon to add table</a:t>
            </a:r>
            <a:endParaRPr lang="en-US" dirty="0"/>
          </a:p>
        </p:txBody>
      </p:sp>
      <p:sp>
        <p:nvSpPr>
          <p:cNvPr id="4" name="Footer Placeholder 3"/>
          <p:cNvSpPr>
            <a:spLocks noGrp="1"/>
          </p:cNvSpPr>
          <p:nvPr>
            <p:ph type="ftr" sz="quarter" idx="10"/>
          </p:nvPr>
        </p:nvSpPr>
        <p:spPr>
          <a:xfrm>
            <a:off x="152400" y="6629400"/>
            <a:ext cx="8839200" cy="228600"/>
          </a:xfrm>
        </p:spPr>
        <p:txBody>
          <a:bodyPr/>
          <a:lstStyle>
            <a:lvl1pPr>
              <a:defRPr/>
            </a:lvl1pPr>
          </a:lstStyle>
          <a:p>
            <a:pPr algn="ctr" rtl="0"/>
            <a:endParaRPr lang="en-US" sz="1000" kern="1200">
              <a:solidFill>
                <a:srgbClr val="1A60A8"/>
              </a:solidFill>
              <a:latin typeface="Franklin Gothic Medium" pitchFamily="34" charset="0"/>
              <a:ea typeface="+mn-ea"/>
              <a:cs typeface="+mn-cs"/>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4"/>
          <p:cNvSpPr>
            <a:spLocks noGrp="1" noChangeArrowheads="1"/>
          </p:cNvSpPr>
          <p:nvPr>
            <p:ph type="ftr" sz="quarter" idx="10"/>
          </p:nvPr>
        </p:nvSpPr>
        <p:spPr>
          <a:xfrm>
            <a:off x="3124200" y="6661150"/>
            <a:ext cx="2895600" cy="149225"/>
          </a:xfrm>
          <a:prstGeom prst="rect">
            <a:avLst/>
          </a:prstGeom>
        </p:spPr>
        <p:txBody>
          <a:bodyPr anchor="ctr"/>
          <a:lstStyle>
            <a:lvl1pPr algn="ctr">
              <a:defRPr sz="1200">
                <a:latin typeface="Arial" pitchFamily="34" charset="0"/>
                <a:cs typeface="Arial" pitchFamily="34" charset="0"/>
              </a:defRPr>
            </a:lvl1pPr>
          </a:lstStyle>
          <a:p>
            <a:pPr rtl="0"/>
            <a:endParaRPr lang="en-US" kern="1200">
              <a:solidFill>
                <a:srgbClr val="1A60A8"/>
              </a:solidFill>
              <a:ea typeface="+mn-ea"/>
            </a:endParaRPr>
          </a:p>
        </p:txBody>
      </p:sp>
      <p:sp>
        <p:nvSpPr>
          <p:cNvPr id="5" name="Rectangle 5"/>
          <p:cNvSpPr>
            <a:spLocks noGrp="1" noChangeArrowheads="1"/>
          </p:cNvSpPr>
          <p:nvPr>
            <p:ph type="sldNum" sz="quarter" idx="11"/>
          </p:nvPr>
        </p:nvSpPr>
        <p:spPr>
          <a:xfrm>
            <a:off x="6661150" y="6654800"/>
            <a:ext cx="2419350" cy="203200"/>
          </a:xfrm>
          <a:prstGeom prst="rect">
            <a:avLst/>
          </a:prstGeom>
        </p:spPr>
        <p:txBody>
          <a:bodyPr anchor="ctr"/>
          <a:lstStyle>
            <a:lvl5pPr lvl="4" algn="ctr">
              <a:defRPr sz="1200">
                <a:solidFill>
                  <a:schemeClr val="accent2"/>
                </a:solidFill>
                <a:latin typeface="Arial" pitchFamily="34" charset="0"/>
                <a:cs typeface="Arial" pitchFamily="34" charset="0"/>
              </a:defRPr>
            </a:lvl5pPr>
          </a:lstStyle>
          <a:p>
            <a:pPr algn="l" rtl="0"/>
            <a:fld id="{B27C5B56-6185-4077-85C9-4CB85F7844DD}" type="slidenum">
              <a:rPr lang="en-US" kern="1200">
                <a:solidFill>
                  <a:srgbClr val="1A60A8"/>
                </a:solidFill>
                <a:latin typeface="Arial"/>
                <a:ea typeface="+mn-ea"/>
                <a:cs typeface="+mn-cs"/>
              </a:rPr>
              <a:pPr algn="l" rtl="0"/>
              <a:t>‹#›</a:t>
            </a:fld>
            <a:endParaRPr lang="en-US" kern="1200">
              <a:solidFill>
                <a:srgbClr val="1A60A8"/>
              </a:solidFill>
              <a:latin typeface="Arial"/>
              <a:ea typeface="+mn-ea"/>
              <a:cs typeface="+mn-cs"/>
            </a:endParaRPr>
          </a:p>
        </p:txBody>
      </p:sp>
    </p:spTree>
  </p:cSld>
  <p:clrMapOvr>
    <a:masterClrMapping/>
  </p:clrMapOvr>
  <p:transition>
    <p:strips dir="rd"/>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atin typeface="+mn-lt"/>
              </a:defRPr>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latin typeface="+mn-lt"/>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pic>
        <p:nvPicPr>
          <p:cNvPr id="6" name="Picture 5" descr="corner-bar.png"/>
          <p:cNvPicPr>
            <a:picLocks noChangeAspect="1"/>
          </p:cNvPicPr>
          <p:nvPr userDrawn="1"/>
        </p:nvPicPr>
        <p:blipFill>
          <a:blip r:embed="rId3"/>
          <a:srcRect t="41549"/>
          <a:stretch>
            <a:fillRect/>
          </a:stretch>
        </p:blipFill>
        <p:spPr>
          <a:xfrm>
            <a:off x="0" y="0"/>
            <a:ext cx="9144000" cy="1581150"/>
          </a:xfrm>
          <a:prstGeom prst="rect">
            <a:avLst/>
          </a:prstGeom>
          <a:effectLst>
            <a:outerShdw blurRad="368300" dist="215900" dir="2880000" sx="101000" sy="101000" algn="tl" rotWithShape="0">
              <a:schemeClr val="bg1">
                <a:alpha val="40000"/>
              </a:schemeClr>
            </a:outerShdw>
          </a:effectLst>
        </p:spPr>
      </p:pic>
      <p:pic>
        <p:nvPicPr>
          <p:cNvPr id="7" name="Picture 6" descr="corner-bar.png"/>
          <p:cNvPicPr>
            <a:picLocks noChangeAspect="1"/>
          </p:cNvPicPr>
          <p:nvPr userDrawn="1"/>
        </p:nvPicPr>
        <p:blipFill>
          <a:blip r:embed="rId3"/>
          <a:srcRect t="41549"/>
          <a:stretch>
            <a:fillRect/>
          </a:stretch>
        </p:blipFill>
        <p:spPr>
          <a:xfrm rot="10800000">
            <a:off x="0" y="5276850"/>
            <a:ext cx="9144000" cy="1581150"/>
          </a:xfrm>
          <a:prstGeom prst="rect">
            <a:avLst/>
          </a:prstGeom>
          <a:effectLst>
            <a:outerShdw blurRad="368300" dist="215900" dir="15600000" sx="101000" sy="101000" algn="tl" rotWithShape="0">
              <a:schemeClr val="bg1">
                <a:alpha val="40000"/>
              </a:schemeClr>
            </a:outerShdw>
          </a:effectLst>
        </p:spPr>
      </p:pic>
      <p:pic>
        <p:nvPicPr>
          <p:cNvPr id="1027" name="Picture 3" descr="C:\Program Files\Microsoft Resource DVD Artwork\DVD_ART\BoxShots_Logos\Microsoft MVP\Microsoft MVP Preferred Logo.png"/>
          <p:cNvPicPr>
            <a:picLocks noChangeAspect="1" noChangeArrowheads="1"/>
          </p:cNvPicPr>
          <p:nvPr userDrawn="1"/>
        </p:nvPicPr>
        <p:blipFill>
          <a:blip r:embed="rId4"/>
          <a:srcRect/>
          <a:stretch>
            <a:fillRect/>
          </a:stretch>
        </p:blipFill>
        <p:spPr bwMode="auto">
          <a:xfrm>
            <a:off x="8130463" y="5638800"/>
            <a:ext cx="632537" cy="990600"/>
          </a:xfrm>
          <a:prstGeom prst="rect">
            <a:avLst/>
          </a:prstGeom>
          <a:noFill/>
        </p:spPr>
      </p:pic>
    </p:spTree>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atin typeface="+mn-lt"/>
              </a:defRPr>
            </a:lvl1pPr>
          </a:lstStyle>
          <a:p>
            <a:r>
              <a:rPr lang="en-US" smtClean="0"/>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latin typeface="+mn-lt"/>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smtClean="0"/>
              <a:t>click to…</a:t>
            </a:r>
          </a:p>
        </p:txBody>
      </p:sp>
      <p:pic>
        <p:nvPicPr>
          <p:cNvPr id="6" name="Picture 5" descr="corner-bar.png"/>
          <p:cNvPicPr>
            <a:picLocks noChangeAspect="1"/>
          </p:cNvPicPr>
          <p:nvPr userDrawn="1"/>
        </p:nvPicPr>
        <p:blipFill>
          <a:blip r:embed="rId3"/>
          <a:srcRect t="41549"/>
          <a:stretch>
            <a:fillRect/>
          </a:stretch>
        </p:blipFill>
        <p:spPr>
          <a:xfrm rot="10800000">
            <a:off x="0" y="5276850"/>
            <a:ext cx="9144000" cy="1581150"/>
          </a:xfrm>
          <a:prstGeom prst="rect">
            <a:avLst/>
          </a:prstGeom>
          <a:effectLst>
            <a:outerShdw blurRad="368300" dist="215900" dir="15600000" sx="101000" sy="101000" algn="tl" rotWithShape="0">
              <a:schemeClr val="bg1">
                <a:alpha val="40000"/>
              </a:schemeClr>
            </a:outerShdw>
          </a:effectLst>
        </p:spPr>
      </p:pic>
      <p:pic>
        <p:nvPicPr>
          <p:cNvPr id="8" name="Picture 7" descr="corner-bar.png"/>
          <p:cNvPicPr>
            <a:picLocks noChangeAspect="1"/>
          </p:cNvPicPr>
          <p:nvPr userDrawn="1"/>
        </p:nvPicPr>
        <p:blipFill>
          <a:blip r:embed="rId3"/>
          <a:srcRect t="41549"/>
          <a:stretch>
            <a:fillRect/>
          </a:stretch>
        </p:blipFill>
        <p:spPr>
          <a:xfrm>
            <a:off x="0" y="0"/>
            <a:ext cx="9144000" cy="1581150"/>
          </a:xfrm>
          <a:prstGeom prst="rect">
            <a:avLst/>
          </a:prstGeom>
          <a:effectLst>
            <a:outerShdw blurRad="368300" dist="215900" dir="2880000" sx="101000" sy="101000" algn="tl" rotWithShape="0">
              <a:schemeClr val="bg1">
                <a:alpha val="40000"/>
              </a:schemeClr>
            </a:outerShdw>
          </a:effectLst>
        </p:spPr>
      </p:pic>
      <p:pic>
        <p:nvPicPr>
          <p:cNvPr id="9" name="Picture 3" descr="C:\Program Files\Microsoft Resource DVD Artwork\DVD_ART\BoxShots_Logos\Microsoft MVP\Microsoft MVP Preferred Logo.png"/>
          <p:cNvPicPr>
            <a:picLocks noChangeAspect="1" noChangeArrowheads="1"/>
          </p:cNvPicPr>
          <p:nvPr userDrawn="1"/>
        </p:nvPicPr>
        <p:blipFill>
          <a:blip r:embed="rId4"/>
          <a:srcRect/>
          <a:stretch>
            <a:fillRect/>
          </a:stretch>
        </p:blipFill>
        <p:spPr bwMode="auto">
          <a:xfrm>
            <a:off x="8130463" y="5638800"/>
            <a:ext cx="632537" cy="990600"/>
          </a:xfrm>
          <a:prstGeom prst="rect">
            <a:avLst/>
          </a:prstGeom>
          <a:noFill/>
        </p:spPr>
      </p:pic>
      <p:sp>
        <p:nvSpPr>
          <p:cNvPr id="10" name="Footer Placeholder 9"/>
          <p:cNvSpPr>
            <a:spLocks noGrp="1"/>
          </p:cNvSpPr>
          <p:nvPr>
            <p:ph type="ftr" sz="quarter" idx="11"/>
          </p:nvPr>
        </p:nvSpPr>
        <p:spPr>
          <a:xfrm>
            <a:off x="3124200" y="6492875"/>
            <a:ext cx="2895600" cy="365125"/>
          </a:xfrm>
        </p:spPr>
        <p:txBody>
          <a:bodyPr/>
          <a:lstStyle/>
          <a:p>
            <a:pPr algn="ctr" defTabSz="914363" rtl="0"/>
            <a:r>
              <a:rPr lang="en-US" sz="1200" kern="1200">
                <a:solidFill>
                  <a:prstClr val="white">
                    <a:tint val="75000"/>
                  </a:prstClr>
                </a:solidFill>
                <a:latin typeface="Segoe"/>
                <a:ea typeface="+mn-ea"/>
                <a:cs typeface="+mn-cs"/>
              </a:rPr>
              <a:t>Microsoft Confidential</a:t>
            </a:r>
            <a:endParaRPr lang="en-US" sz="1200" kern="1200" dirty="0">
              <a:solidFill>
                <a:prstClr val="white">
                  <a:tint val="75000"/>
                </a:prstClr>
              </a:solidFill>
              <a:latin typeface="Segoe"/>
              <a:ea typeface="+mn-ea"/>
              <a:cs typeface="+mn-cs"/>
            </a:endParaRPr>
          </a:p>
        </p:txBody>
      </p:sp>
    </p:spTree>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Footer Placeholder 6"/>
          <p:cNvSpPr>
            <a:spLocks noGrp="1"/>
          </p:cNvSpPr>
          <p:nvPr>
            <p:ph type="ftr" sz="quarter" idx="11"/>
          </p:nvPr>
        </p:nvSpPr>
        <p:spPr/>
        <p:txBody>
          <a:bodyPr/>
          <a:lstStyle/>
          <a:p>
            <a:pPr algn="ctr" defTabSz="914363" rtl="0"/>
            <a:r>
              <a:rPr lang="en-US" sz="1200" kern="1200">
                <a:solidFill>
                  <a:prstClr val="white">
                    <a:tint val="75000"/>
                  </a:prstClr>
                </a:solidFill>
                <a:latin typeface="Segoe"/>
                <a:ea typeface="+mn-ea"/>
                <a:cs typeface="+mn-cs"/>
              </a:rPr>
              <a:t>Microsoft Confidential</a:t>
            </a:r>
            <a:endParaRPr lang="en-US" sz="1200" kern="1200" dirty="0">
              <a:solidFill>
                <a:prstClr val="white">
                  <a:tint val="75000"/>
                </a:prstClr>
              </a:solidFill>
              <a:latin typeface="Segoe"/>
              <a:ea typeface="+mn-ea"/>
              <a:cs typeface="+mn-cs"/>
            </a:endParaRPr>
          </a:p>
        </p:txBody>
      </p:sp>
    </p:spTree>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Footer Placeholder 3"/>
          <p:cNvSpPr>
            <a:spLocks noGrp="1"/>
          </p:cNvSpPr>
          <p:nvPr>
            <p:ph type="ftr" sz="quarter" idx="10"/>
          </p:nvPr>
        </p:nvSpPr>
        <p:spPr/>
        <p:txBody>
          <a:bodyPr/>
          <a:lstStyle/>
          <a:p>
            <a:pPr algn="ctr" defTabSz="914363" rtl="0"/>
            <a:r>
              <a:rPr lang="en-US" sz="1200" kern="1200">
                <a:solidFill>
                  <a:prstClr val="white">
                    <a:tint val="75000"/>
                  </a:prstClr>
                </a:solidFill>
                <a:latin typeface="Segoe"/>
                <a:ea typeface="+mn-ea"/>
                <a:cs typeface="+mn-cs"/>
              </a:rPr>
              <a:t>Microsoft Confidential</a:t>
            </a:r>
            <a:endParaRPr lang="en-US" sz="1200" kern="1200" dirty="0">
              <a:solidFill>
                <a:prstClr val="white">
                  <a:tint val="75000"/>
                </a:prstClr>
              </a:solidFill>
              <a:latin typeface="Segoe"/>
              <a:ea typeface="+mn-ea"/>
              <a:cs typeface="+mn-cs"/>
            </a:endParaRPr>
          </a:p>
        </p:txBody>
      </p:sp>
    </p:spTree>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0"/>
          </p:nvPr>
        </p:nvSpPr>
        <p:spPr/>
        <p:txBody>
          <a:bodyPr/>
          <a:lstStyle/>
          <a:p>
            <a:pPr algn="ctr" defTabSz="914363" rtl="0"/>
            <a:r>
              <a:rPr lang="en-US" sz="1200" kern="1200">
                <a:solidFill>
                  <a:prstClr val="white">
                    <a:tint val="75000"/>
                  </a:prstClr>
                </a:solidFill>
                <a:latin typeface="Segoe"/>
                <a:ea typeface="+mn-ea"/>
                <a:cs typeface="+mn-cs"/>
              </a:rPr>
              <a:t>Microsoft Confidential</a:t>
            </a:r>
            <a:endParaRPr lang="en-US" sz="1200" kern="1200" dirty="0">
              <a:solidFill>
                <a:prstClr val="white">
                  <a:tint val="75000"/>
                </a:prstClr>
              </a:solidFill>
              <a:latin typeface="Segoe"/>
              <a:ea typeface="+mn-ea"/>
              <a:cs typeface="+mn-cs"/>
            </a:endParaRPr>
          </a:p>
        </p:txBody>
      </p:sp>
    </p:spTree>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Footer Placeholder 6"/>
          <p:cNvSpPr>
            <a:spLocks noGrp="1"/>
          </p:cNvSpPr>
          <p:nvPr>
            <p:ph type="ftr" sz="quarter" idx="10"/>
          </p:nvPr>
        </p:nvSpPr>
        <p:spPr/>
        <p:txBody>
          <a:bodyPr/>
          <a:lstStyle/>
          <a:p>
            <a:pPr algn="ctr" defTabSz="914363" rtl="0"/>
            <a:r>
              <a:rPr lang="en-US" sz="1200" kern="1200">
                <a:solidFill>
                  <a:prstClr val="white">
                    <a:tint val="75000"/>
                  </a:prstClr>
                </a:solidFill>
                <a:latin typeface="Segoe"/>
                <a:ea typeface="+mn-ea"/>
                <a:cs typeface="+mn-cs"/>
              </a:rPr>
              <a:t>Microsoft Confidential</a:t>
            </a:r>
            <a:endParaRPr lang="en-US" sz="1200" kern="1200" dirty="0">
              <a:solidFill>
                <a:prstClr val="white">
                  <a:tint val="75000"/>
                </a:prstClr>
              </a:solidFill>
              <a:latin typeface="Segoe"/>
              <a:ea typeface="+mn-ea"/>
              <a:cs typeface="+mn-cs"/>
            </a:endParaRPr>
          </a:p>
        </p:txBody>
      </p:sp>
    </p:spTree>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pPr algn="ctr" defTabSz="914363" rtl="0"/>
            <a:r>
              <a:rPr lang="en-US" sz="1200" kern="1200">
                <a:solidFill>
                  <a:prstClr val="white">
                    <a:tint val="75000"/>
                  </a:prstClr>
                </a:solidFill>
                <a:latin typeface="Segoe"/>
                <a:ea typeface="+mn-ea"/>
                <a:cs typeface="+mn-cs"/>
              </a:rPr>
              <a:t>Microsoft Confidential</a:t>
            </a:r>
            <a:endParaRPr lang="en-US" sz="1200" kern="1200" dirty="0">
              <a:solidFill>
                <a:prstClr val="white">
                  <a:tint val="75000"/>
                </a:prstClr>
              </a:solidFill>
              <a:latin typeface="Segoe"/>
              <a:ea typeface="+mn-ea"/>
              <a:cs typeface="+mn-cs"/>
            </a:endParaRPr>
          </a:p>
        </p:txBody>
      </p:sp>
    </p:spTree>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pPr algn="ctr" defTabSz="914363" rtl="0"/>
            <a:r>
              <a:rPr lang="en-US" sz="1200" kern="1200">
                <a:solidFill>
                  <a:prstClr val="white">
                    <a:tint val="75000"/>
                  </a:prstClr>
                </a:solidFill>
                <a:latin typeface="Segoe"/>
                <a:ea typeface="+mn-ea"/>
                <a:cs typeface="+mn-cs"/>
              </a:rPr>
              <a:t>Microsoft Confidential</a:t>
            </a:r>
            <a:endParaRPr lang="en-US" sz="1200" kern="1200" dirty="0">
              <a:solidFill>
                <a:prstClr val="white">
                  <a:tint val="75000"/>
                </a:prstClr>
              </a:solidFill>
              <a:latin typeface="Segoe"/>
              <a:ea typeface="+mn-ea"/>
              <a:cs typeface="+mn-cs"/>
            </a:endParaRPr>
          </a:p>
        </p:txBody>
      </p:sp>
    </p:spTree>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1">
          <a:blip r:embed="rId2"/>
          <a:srcRect/>
          <a:stretch>
            <a:fillRect/>
          </a:stretch>
        </a:blipFill>
        <a:effectLst/>
      </p:bgPr>
    </p:bg>
    <p:spTree>
      <p:nvGrpSpPr>
        <p:cNvPr id="1" name=""/>
        <p:cNvGrpSpPr/>
        <p:nvPr/>
      </p:nvGrpSpPr>
      <p:grpSpPr>
        <a:xfrm>
          <a:off x="0" y="0"/>
          <a:ext cx="0" cy="0"/>
          <a:chOff x="0" y="0"/>
          <a:chExt cx="0" cy="0"/>
        </a:xfrm>
      </p:grpSpPr>
      <p:pic>
        <p:nvPicPr>
          <p:cNvPr id="1028" name="Picture 4" descr="C:\Program Files\Microsoft Resource DVD Artwork\DVD_ART\BoxShots_Logos\MICROSOFT\Microsoft Logo Black.png"/>
          <p:cNvPicPr>
            <a:picLocks noChangeAspect="1" noChangeArrowheads="1"/>
          </p:cNvPicPr>
          <p:nvPr userDrawn="1"/>
        </p:nvPicPr>
        <p:blipFill>
          <a:blip r:embed="rId3">
            <a:lum bright="100000"/>
          </a:blip>
          <a:srcRect/>
          <a:stretch>
            <a:fillRect/>
          </a:stretch>
        </p:blipFill>
        <p:spPr bwMode="auto">
          <a:xfrm>
            <a:off x="7543800" y="6390513"/>
            <a:ext cx="1447800" cy="238887"/>
          </a:xfrm>
          <a:prstGeom prst="rect">
            <a:avLst/>
          </a:prstGeom>
          <a:noFill/>
        </p:spPr>
      </p:pic>
    </p:spTree>
  </p:cSld>
  <p:clrMapOvr>
    <a:masterClrMapping/>
  </p:clrMapOvr>
  <p:transition>
    <p:fade/>
  </p:transition>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Trebuchet MS"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924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219200"/>
            <a:ext cx="40767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a:xfrm>
            <a:off x="152400" y="6629400"/>
            <a:ext cx="8839200" cy="228600"/>
          </a:xfrm>
        </p:spPr>
        <p:txBody>
          <a:bodyPr/>
          <a:lstStyle>
            <a:lvl1pPr>
              <a:defRPr/>
            </a:lvl1pPr>
          </a:lstStyle>
          <a:p>
            <a:pPr algn="ctr" defTabSz="914363" rtl="0"/>
            <a:r>
              <a:rPr lang="en-US" sz="1200" kern="1200" smtClean="0">
                <a:solidFill>
                  <a:prstClr val="white">
                    <a:tint val="75000"/>
                  </a:prstClr>
                </a:solidFill>
                <a:latin typeface="Segoe"/>
                <a:ea typeface="+mn-ea"/>
                <a:cs typeface="+mn-cs"/>
              </a:rPr>
              <a:t>Microsoft Confidential</a:t>
            </a:r>
            <a:endParaRPr lang="en-US" sz="1200" kern="1200">
              <a:solidFill>
                <a:prstClr val="white">
                  <a:tint val="75000"/>
                </a:prstClr>
              </a:solidFill>
              <a:latin typeface="Segoe"/>
              <a:ea typeface="+mn-ea"/>
              <a:cs typeface="+mn-cs"/>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chor="ctr"/>
          <a:lstStyle/>
          <a:p>
            <a:r>
              <a:rPr lang="en-US"/>
              <a:t>Click to edit Master title style</a:t>
            </a:r>
          </a:p>
        </p:txBody>
      </p:sp>
      <p:sp>
        <p:nvSpPr>
          <p:cNvPr id="3" name="Text Placeholder 2"/>
          <p:cNvSpPr>
            <a:spLocks noGrp="1"/>
          </p:cNvSpPr>
          <p:nvPr>
            <p:ph type="body" idx="1"/>
          </p:nvPr>
        </p:nvSpPr>
        <p:spPr/>
        <p:txBody>
          <a:bodyPr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a:spLocks noGrp="1" noChangeArrowheads="1"/>
          </p:cNvSpPr>
          <p:nvPr>
            <p:ph type="ftr" sz="quarter" idx="10"/>
          </p:nvPr>
        </p:nvSpPr>
        <p:spPr>
          <a:ln/>
        </p:spPr>
        <p:txBody>
          <a:bodyPr/>
          <a:lstStyle>
            <a:lvl1pPr>
              <a:defRPr/>
            </a:lvl1pPr>
          </a:lstStyle>
          <a:p>
            <a:pPr algn="ctr" defTabSz="914363" rtl="0"/>
            <a:r>
              <a:rPr lang="en-US" sz="1200" kern="1200" smtClean="0">
                <a:solidFill>
                  <a:prstClr val="white">
                    <a:tint val="75000"/>
                  </a:prstClr>
                </a:solidFill>
                <a:latin typeface="Segoe"/>
                <a:ea typeface="+mn-ea"/>
                <a:cs typeface="+mn-cs"/>
              </a:rPr>
              <a:t>Microsoft Confidential</a:t>
            </a:r>
            <a:endParaRPr lang="en-US" sz="1200" kern="1200">
              <a:solidFill>
                <a:prstClr val="white">
                  <a:tint val="75000"/>
                </a:prstClr>
              </a:solidFill>
              <a:latin typeface="Segoe"/>
              <a:ea typeface="+mn-ea"/>
              <a:cs typeface="+mn-cs"/>
            </a:endParaRPr>
          </a:p>
        </p:txBody>
      </p:sp>
      <p:sp>
        <p:nvSpPr>
          <p:cNvPr id="5" name="Slide Number Placeholder 4"/>
          <p:cNvSpPr>
            <a:spLocks noGrp="1" noChangeArrowheads="1"/>
          </p:cNvSpPr>
          <p:nvPr>
            <p:ph type="sldNum" sz="quarter" idx="11"/>
          </p:nvPr>
        </p:nvSpPr>
        <p:spPr>
          <a:xfrm>
            <a:off x="7924800" y="6356350"/>
            <a:ext cx="762000" cy="365125"/>
          </a:xfrm>
          <a:prstGeom prst="rect">
            <a:avLst/>
          </a:prstGeom>
        </p:spPr>
        <p:txBody>
          <a:bodyPr/>
          <a:lstStyle>
            <a:lvl1pPr>
              <a:defRPr/>
            </a:lvl1pPr>
          </a:lstStyle>
          <a:p>
            <a:pPr algn="l" defTabSz="914363" rtl="0"/>
            <a:fld id="{AE5387E5-6FE3-40E8-B223-D343EB3ADC50}" type="slidenum">
              <a:rPr lang="en-US" kern="1200">
                <a:solidFill>
                  <a:prstClr val="white"/>
                </a:solidFill>
                <a:latin typeface="Segoe"/>
                <a:ea typeface="+mn-ea"/>
                <a:cs typeface="+mn-cs"/>
              </a:rPr>
              <a:pPr algn="l" defTabSz="914363" rtl="0"/>
              <a:t>‹#›</a:t>
            </a:fld>
            <a:endParaRPr lang="en-US" kern="1200">
              <a:solidFill>
                <a:prstClr val="white"/>
              </a:solidFill>
              <a:latin typeface="Segoe"/>
              <a:ea typeface="+mn-ea"/>
              <a:cs typeface="+mn-cs"/>
            </a:endParaRPr>
          </a:p>
        </p:txBody>
      </p:sp>
    </p:spTree>
  </p:cSld>
  <p:clrMapOvr>
    <a:masterClrMapping/>
  </p:clrMapOvr>
  <p:transition>
    <p:strips dir="rd"/>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722313" y="1905000"/>
            <a:ext cx="8040688" cy="193899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11"/>
          </p:nvPr>
        </p:nvSpPr>
        <p:spPr/>
        <p:txBody>
          <a:bodyPr/>
          <a:lstStyle/>
          <a:p>
            <a:pPr algn="ctr" defTabSz="914363" rtl="0"/>
            <a:r>
              <a:rPr lang="en-US" sz="1200" kern="1200">
                <a:solidFill>
                  <a:srgbClr val="000000">
                    <a:tint val="75000"/>
                  </a:srgbClr>
                </a:solidFill>
                <a:latin typeface="Segoe"/>
                <a:ea typeface="+mn-ea"/>
                <a:cs typeface="+mn-cs"/>
              </a:rPr>
              <a:t>Microsoft Confidential</a:t>
            </a:r>
            <a:endParaRPr lang="en-US" sz="1200" kern="1200" dirty="0">
              <a:solidFill>
                <a:srgbClr val="000000">
                  <a:tint val="75000"/>
                </a:srgbClr>
              </a:solidFill>
              <a:latin typeface="Segoe"/>
              <a:ea typeface="+mn-ea"/>
              <a:cs typeface="+mn-cs"/>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9.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10.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3.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6" Type="http://schemas.openxmlformats.org/officeDocument/2006/relationships/image" Target="../media/image10.png"/><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theme" Target="../theme/theme4.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2" Type="http://schemas.openxmlformats.org/officeDocument/2006/relationships/slideLayout" Target="../slideLayouts/slideLayout44.xml"/><Relationship Id="rId16" Type="http://schemas.openxmlformats.org/officeDocument/2006/relationships/image" Target="../media/image10.png"/><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theme" Target="../theme/theme5.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6" Type="http://schemas.openxmlformats.org/officeDocument/2006/relationships/image" Target="../media/image10.png"/><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theme" Target="../theme/theme6.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image" Target="../media/image10.png"/><Relationship Id="rId2" Type="http://schemas.openxmlformats.org/officeDocument/2006/relationships/slideLayout" Target="../slideLayouts/slideLayout72.xml"/><Relationship Id="rId16" Type="http://schemas.openxmlformats.org/officeDocument/2006/relationships/theme" Target="../theme/theme7.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slideLayout" Target="../slideLayouts/slideLayout98.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2" Type="http://schemas.openxmlformats.org/officeDocument/2006/relationships/slideLayout" Target="../slideLayouts/slideLayout87.xml"/><Relationship Id="rId16" Type="http://schemas.openxmlformats.org/officeDocument/2006/relationships/image" Target="../media/image10.png"/><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5" Type="http://schemas.openxmlformats.org/officeDocument/2006/relationships/theme" Target="../theme/theme8.xml"/><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slideLayout" Target="../slideLayouts/slideLayout112.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slideLayout" Target="../slideLayouts/slideLayout111.xml"/><Relationship Id="rId17" Type="http://schemas.openxmlformats.org/officeDocument/2006/relationships/image" Target="../media/image10.png"/><Relationship Id="rId2" Type="http://schemas.openxmlformats.org/officeDocument/2006/relationships/slideLayout" Target="../slideLayouts/slideLayout101.xml"/><Relationship Id="rId16" Type="http://schemas.openxmlformats.org/officeDocument/2006/relationships/theme" Target="../theme/theme9.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5" Type="http://schemas.openxmlformats.org/officeDocument/2006/relationships/slideLayout" Target="../slideLayouts/slideLayout11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slideLayout" Target="../slideLayouts/slideLayout113.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slideLayout" Target="../slideLayouts/slideLayout127.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slideLayout" Target="../slideLayouts/slideLayout126.xml"/><Relationship Id="rId17" Type="http://schemas.openxmlformats.org/officeDocument/2006/relationships/image" Target="../media/image3.png"/><Relationship Id="rId2" Type="http://schemas.openxmlformats.org/officeDocument/2006/relationships/slideLayout" Target="../slideLayouts/slideLayout116.xml"/><Relationship Id="rId16" Type="http://schemas.openxmlformats.org/officeDocument/2006/relationships/image" Target="../media/image2.png"/><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5" Type="http://schemas.openxmlformats.org/officeDocument/2006/relationships/image" Target="../media/image1.jpeg"/><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1.xml"/><Relationship Id="rId1" Type="http://schemas.openxmlformats.org/officeDocument/2006/relationships/slideLayout" Target="../slideLayouts/slideLayout128.xml"/><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Footer Placeholder 3"/>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r>
              <a:rPr lang="en-US" smtClean="0"/>
              <a:t>Microsoft Confidential</a:t>
            </a:r>
            <a:endParaRPr lang="en-US" dirty="0"/>
          </a:p>
        </p:txBody>
      </p:sp>
    </p:spTree>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22" r:id="rId12"/>
    <p:sldLayoutId id="2147483723" r:id="rId13"/>
  </p:sldLayoutIdLst>
  <p:transition>
    <p:fade/>
  </p:transition>
  <p:hf sldNum="0" hdr="0" dt="0"/>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n-lt"/>
          <a:ea typeface="+mn-ea"/>
          <a:cs typeface="Arial" charset="0"/>
        </a:defRPr>
      </a:lvl1pPr>
    </p:titleStyle>
    <p:bodyStyle>
      <a:lvl1pPr marL="396875" indent="-396875" algn="l" defTabSz="914363" rtl="0" eaLnBrk="1" latinLnBrk="0" hangingPunct="1">
        <a:lnSpc>
          <a:spcPct val="90000"/>
        </a:lnSpc>
        <a:spcBef>
          <a:spcPct val="20000"/>
        </a:spcBef>
        <a:buFontTx/>
        <a:buBlip>
          <a:blip r:embed="rId16"/>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7"/>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srcRect/>
          <a:stretch>
            <a:fillRect/>
          </a:stretch>
        </a:blipFill>
        <a:effectLst/>
      </p:bgPr>
    </p:bg>
    <p:spTree>
      <p:nvGrpSpPr>
        <p:cNvPr id="1" name=""/>
        <p:cNvGrpSpPr/>
        <p:nvPr/>
      </p:nvGrpSpPr>
      <p:grpSpPr>
        <a:xfrm>
          <a:off x="0" y="0"/>
          <a:ext cx="0" cy="0"/>
          <a:chOff x="0" y="0"/>
          <a:chExt cx="0" cy="0"/>
        </a:xfrm>
      </p:grpSpPr>
      <p:pic>
        <p:nvPicPr>
          <p:cNvPr id="4" name="Picture 3" descr="white rectangle.png"/>
          <p:cNvPicPr>
            <a:picLocks noChangeAspect="1"/>
          </p:cNvPicPr>
          <p:nvPr/>
        </p:nvPicPr>
        <p:blipFill>
          <a:blip r:embed="rId4"/>
          <a:srcRect b="10453"/>
          <a:stretch>
            <a:fillRect/>
          </a:stretch>
        </p:blipFill>
        <p:spPr>
          <a:xfrm>
            <a:off x="0" y="1299706"/>
            <a:ext cx="9144000" cy="5558294"/>
          </a:xfrm>
          <a:prstGeom prst="rect">
            <a:avLst/>
          </a:prstGeom>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722312" y="1905000"/>
            <a:ext cx="8040688" cy="2108269"/>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Microsoft Confidential</a:t>
            </a:r>
            <a:endParaRPr lang="en-US" dirty="0"/>
          </a:p>
        </p:txBody>
      </p:sp>
    </p:spTree>
  </p:cSld>
  <p:clrMap bg1="lt1" tx1="dk1" bg2="lt2" tx2="dk2" accent1="accent1" accent2="accent2" accent3="accent3" accent4="accent4" accent5="accent5" accent6="accent6" hlink="hlink" folHlink="folHlink"/>
  <p:sldLayoutIdLst>
    <p:sldLayoutId id="2147483721" r:id="rId1"/>
  </p:sldLayoutIdLst>
  <p:transition>
    <p:fade/>
  </p:transition>
  <p:hf sldNum="0" hdr="0" dt="0"/>
  <p:txStyles>
    <p:titleStyle>
      <a:lvl1pPr algn="l" defTabSz="914363" rtl="0" eaLnBrk="1" latinLnBrk="0" hangingPunct="1">
        <a:lnSpc>
          <a:spcPct val="90000"/>
        </a:lnSpc>
        <a:spcBef>
          <a:spcPct val="0"/>
        </a:spcBef>
        <a:buNone/>
        <a:defRPr lang="en-US" sz="4800" b="0" kern="1200" cap="none" spc="-15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n-lt"/>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1" kern="1200">
          <a:solidFill>
            <a:schemeClr val="tx1"/>
          </a:solidFill>
          <a:latin typeface="Courier New" pitchFamily="49" charset="0"/>
          <a:ea typeface="+mn-ea"/>
          <a:cs typeface="Courier New" pitchFamily="49" charset="0"/>
        </a:defRPr>
      </a:lvl1pPr>
      <a:lvl2pPr marL="384954" indent="-7937" algn="l" defTabSz="914363" rtl="0" eaLnBrk="1" latinLnBrk="0" hangingPunct="1">
        <a:lnSpc>
          <a:spcPct val="90000"/>
        </a:lnSpc>
        <a:spcBef>
          <a:spcPct val="20000"/>
        </a:spcBef>
        <a:buFont typeface="Arial" pitchFamily="34" charset="0"/>
        <a:buNone/>
        <a:defRPr sz="2800" b="1" kern="1200">
          <a:solidFill>
            <a:schemeClr val="tx1"/>
          </a:solidFill>
          <a:latin typeface="Courier New" pitchFamily="49" charset="0"/>
          <a:ea typeface="+mn-ea"/>
          <a:cs typeface="Courier New" pitchFamily="49" charset="0"/>
        </a:defRPr>
      </a:lvl2pPr>
      <a:lvl3pPr marL="761970"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3pPr>
      <a:lvl4pPr marL="1094009"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4pPr>
      <a:lvl5pPr marL="1426047" indent="0"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bwMode="auto">
          <a:xfrm>
            <a:off x="0" y="0"/>
            <a:ext cx="7924800" cy="609600"/>
          </a:xfrm>
          <a:prstGeom prst="rect">
            <a:avLst/>
          </a:prstGeom>
          <a:solidFill>
            <a:srgbClr val="FFFF66"/>
          </a:solid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50563" name="Rectangle 3"/>
          <p:cNvSpPr>
            <a:spLocks noGrp="1" noChangeArrowheads="1"/>
          </p:cNvSpPr>
          <p:nvPr>
            <p:ph type="body" idx="1"/>
          </p:nvPr>
        </p:nvSpPr>
        <p:spPr bwMode="auto">
          <a:xfrm>
            <a:off x="457200" y="1219200"/>
            <a:ext cx="83058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50564" name="Rectangle 4"/>
          <p:cNvSpPr>
            <a:spLocks noGrp="1" noChangeArrowheads="1"/>
          </p:cNvSpPr>
          <p:nvPr>
            <p:ph type="ftr" sz="quarter" idx="3"/>
          </p:nvPr>
        </p:nvSpPr>
        <p:spPr bwMode="auto">
          <a:xfrm>
            <a:off x="152400" y="6629400"/>
            <a:ext cx="8839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0">
                <a:latin typeface="Franklin Gothic Medium" pitchFamily="34" charset="0"/>
              </a:defRPr>
            </a:lvl1pPr>
          </a:lstStyle>
          <a:p>
            <a:pPr rtl="0" fontAlgn="base">
              <a:spcBef>
                <a:spcPct val="0"/>
              </a:spcBef>
              <a:spcAft>
                <a:spcPct val="0"/>
              </a:spcAft>
            </a:pPr>
            <a:r>
              <a:rPr lang="en-US" kern="1200">
                <a:solidFill>
                  <a:srgbClr val="1A60A8"/>
                </a:solidFill>
                <a:ea typeface="+mn-ea"/>
                <a:cs typeface="+mn-cs"/>
              </a:rPr>
              <a:t>Microsoft Confidential</a:t>
            </a:r>
          </a:p>
        </p:txBody>
      </p:sp>
      <p:sp>
        <p:nvSpPr>
          <p:cNvPr id="450565" name="Rectangle 5"/>
          <p:cNvSpPr>
            <a:spLocks noChangeArrowheads="1"/>
          </p:cNvSpPr>
          <p:nvPr/>
        </p:nvSpPr>
        <p:spPr bwMode="auto">
          <a:xfrm>
            <a:off x="8740775" y="6553200"/>
            <a:ext cx="369888" cy="274638"/>
          </a:xfrm>
          <a:prstGeom prst="rect">
            <a:avLst/>
          </a:prstGeom>
          <a:noFill/>
          <a:ln w="9525">
            <a:noFill/>
            <a:miter lim="800000"/>
            <a:headEnd/>
            <a:tailEnd/>
          </a:ln>
          <a:effectLst/>
        </p:spPr>
        <p:txBody>
          <a:bodyPr wrap="none">
            <a:spAutoFit/>
          </a:bodyPr>
          <a:lstStyle/>
          <a:p>
            <a:pPr algn="ctr" rtl="0" fontAlgn="base">
              <a:spcBef>
                <a:spcPct val="0"/>
              </a:spcBef>
              <a:spcAft>
                <a:spcPct val="0"/>
              </a:spcAft>
            </a:pPr>
            <a:fld id="{E5933E94-6ED5-410B-8356-E6149B82702E}" type="slidenum">
              <a:rPr lang="en-US" sz="1200" kern="1200">
                <a:solidFill>
                  <a:srgbClr val="1A60A8"/>
                </a:solidFill>
                <a:latin typeface="Arial" charset="0"/>
                <a:ea typeface="+mn-ea"/>
                <a:cs typeface="+mn-cs"/>
              </a:rPr>
              <a:pPr algn="ctr" rtl="0" fontAlgn="base">
                <a:spcBef>
                  <a:spcPct val="0"/>
                </a:spcBef>
                <a:spcAft>
                  <a:spcPct val="0"/>
                </a:spcAft>
              </a:pPr>
              <a:t>‹#›</a:t>
            </a:fld>
            <a:endParaRPr lang="en-US" sz="1200" kern="1200">
              <a:solidFill>
                <a:srgbClr val="1A60A8"/>
              </a:solidFill>
              <a:latin typeface="Arial" charset="0"/>
              <a:ea typeface="+mn-ea"/>
              <a:cs typeface="+mn-cs"/>
            </a:endParaRPr>
          </a:p>
        </p:txBody>
      </p:sp>
      <p:sp>
        <p:nvSpPr>
          <p:cNvPr id="450566" name="Rectangle 6"/>
          <p:cNvSpPr>
            <a:spLocks noChangeArrowheads="1"/>
          </p:cNvSpPr>
          <p:nvPr/>
        </p:nvSpPr>
        <p:spPr bwMode="auto">
          <a:xfrm>
            <a:off x="0" y="6019800"/>
            <a:ext cx="9144000" cy="838200"/>
          </a:xfrm>
          <a:prstGeom prst="rect">
            <a:avLst/>
          </a:prstGeom>
          <a:noFill/>
          <a:ln w="9525">
            <a:noFill/>
            <a:miter lim="800000"/>
            <a:headEnd/>
            <a:tailEnd/>
          </a:ln>
          <a:effectLst/>
        </p:spPr>
        <p:txBody>
          <a:bodyPr wrap="none" anchor="ctr"/>
          <a:lstStyle/>
          <a:p>
            <a:pPr algn="l" rtl="0" eaLnBrk="0" fontAlgn="base" hangingPunct="0">
              <a:spcBef>
                <a:spcPct val="0"/>
              </a:spcBef>
              <a:spcAft>
                <a:spcPct val="0"/>
              </a:spcAft>
            </a:pPr>
            <a:endParaRPr lang="en-US" b="1" kern="1200">
              <a:solidFill>
                <a:srgbClr val="1A60A8"/>
              </a:solidFill>
              <a:latin typeface="Franklin Gothic Book" pitchFamily="34" charset="0"/>
              <a:ea typeface="+mn-ea"/>
              <a:cs typeface="+mn-cs"/>
            </a:endParaRPr>
          </a:p>
        </p:txBody>
      </p:sp>
      <p:pic>
        <p:nvPicPr>
          <p:cNvPr id="450567" name="Picture 7" descr="Signature"/>
          <p:cNvPicPr>
            <a:picLocks noChangeAspect="1" noChangeArrowheads="1"/>
          </p:cNvPicPr>
          <p:nvPr/>
        </p:nvPicPr>
        <p:blipFill>
          <a:blip r:embed="rId16" cstate="print">
            <a:clrChange>
              <a:clrFrom>
                <a:srgbClr val="FFFFFF"/>
              </a:clrFrom>
              <a:clrTo>
                <a:srgbClr val="FFFFFF">
                  <a:alpha val="0"/>
                </a:srgbClr>
              </a:clrTo>
            </a:clrChange>
          </a:blip>
          <a:srcRect l="25833" t="31097" r="30833" b="41138"/>
          <a:stretch>
            <a:fillRect/>
          </a:stretch>
        </p:blipFill>
        <p:spPr bwMode="auto">
          <a:xfrm>
            <a:off x="7924800" y="0"/>
            <a:ext cx="1219200" cy="587375"/>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Lst>
  <p:hf sldNum="0" hdr="0" ftr="0"/>
  <p:txStyles>
    <p:title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Arial" charset="0"/>
        </a:defRPr>
      </a:lvl2pPr>
      <a:lvl3pPr algn="l" rtl="0" fontAlgn="base">
        <a:spcBef>
          <a:spcPct val="0"/>
        </a:spcBef>
        <a:spcAft>
          <a:spcPct val="0"/>
        </a:spcAft>
        <a:defRPr sz="3200" b="1">
          <a:solidFill>
            <a:schemeClr val="tx2"/>
          </a:solidFill>
          <a:latin typeface="Arial" charset="0"/>
        </a:defRPr>
      </a:lvl3pPr>
      <a:lvl4pPr algn="l" rtl="0" fontAlgn="base">
        <a:spcBef>
          <a:spcPct val="0"/>
        </a:spcBef>
        <a:spcAft>
          <a:spcPct val="0"/>
        </a:spcAft>
        <a:defRPr sz="3200" b="1">
          <a:solidFill>
            <a:schemeClr val="tx2"/>
          </a:solidFill>
          <a:latin typeface="Arial" charset="0"/>
        </a:defRPr>
      </a:lvl4pPr>
      <a:lvl5pPr algn="l" rtl="0" fontAlgn="base">
        <a:spcBef>
          <a:spcPct val="0"/>
        </a:spcBef>
        <a:spcAft>
          <a:spcPct val="0"/>
        </a:spcAft>
        <a:defRPr sz="3200" b="1">
          <a:solidFill>
            <a:schemeClr val="tx2"/>
          </a:solidFill>
          <a:latin typeface="Arial" charset="0"/>
        </a:defRPr>
      </a:lvl5pPr>
      <a:lvl6pPr marL="457200" algn="l" rtl="0" fontAlgn="base">
        <a:spcBef>
          <a:spcPct val="0"/>
        </a:spcBef>
        <a:spcAft>
          <a:spcPct val="0"/>
        </a:spcAft>
        <a:defRPr sz="3200" b="1">
          <a:solidFill>
            <a:schemeClr val="tx2"/>
          </a:solidFill>
          <a:latin typeface="Arial" charset="0"/>
        </a:defRPr>
      </a:lvl6pPr>
      <a:lvl7pPr marL="914400" algn="l" rtl="0" fontAlgn="base">
        <a:spcBef>
          <a:spcPct val="0"/>
        </a:spcBef>
        <a:spcAft>
          <a:spcPct val="0"/>
        </a:spcAft>
        <a:defRPr sz="3200" b="1">
          <a:solidFill>
            <a:schemeClr val="tx2"/>
          </a:solidFill>
          <a:latin typeface="Arial" charset="0"/>
        </a:defRPr>
      </a:lvl7pPr>
      <a:lvl8pPr marL="1371600" algn="l" rtl="0" fontAlgn="base">
        <a:spcBef>
          <a:spcPct val="0"/>
        </a:spcBef>
        <a:spcAft>
          <a:spcPct val="0"/>
        </a:spcAft>
        <a:defRPr sz="3200" b="1">
          <a:solidFill>
            <a:schemeClr val="tx2"/>
          </a:solidFill>
          <a:latin typeface="Arial" charset="0"/>
        </a:defRPr>
      </a:lvl8pPr>
      <a:lvl9pPr marL="1828800" algn="l" rtl="0" fontAlgn="base">
        <a:spcBef>
          <a:spcPct val="0"/>
        </a:spcBef>
        <a:spcAft>
          <a:spcPct val="0"/>
        </a:spcAft>
        <a:defRPr sz="3200" b="1">
          <a:solidFill>
            <a:schemeClr val="tx2"/>
          </a:solidFill>
          <a:latin typeface="Arial" charset="0"/>
        </a:defRPr>
      </a:lvl9pPr>
    </p:titleStyle>
    <p:body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bwMode="auto">
          <a:xfrm>
            <a:off x="0" y="0"/>
            <a:ext cx="7924800" cy="609600"/>
          </a:xfrm>
          <a:prstGeom prst="rect">
            <a:avLst/>
          </a:prstGeom>
          <a:solidFill>
            <a:srgbClr val="FFFF66"/>
          </a:solid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50563" name="Rectangle 3"/>
          <p:cNvSpPr>
            <a:spLocks noGrp="1" noChangeArrowheads="1"/>
          </p:cNvSpPr>
          <p:nvPr>
            <p:ph type="body" idx="1"/>
          </p:nvPr>
        </p:nvSpPr>
        <p:spPr bwMode="auto">
          <a:xfrm>
            <a:off x="457200" y="1219200"/>
            <a:ext cx="83058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50564" name="Rectangle 4"/>
          <p:cNvSpPr>
            <a:spLocks noGrp="1" noChangeArrowheads="1"/>
          </p:cNvSpPr>
          <p:nvPr>
            <p:ph type="ftr" sz="quarter" idx="3"/>
          </p:nvPr>
        </p:nvSpPr>
        <p:spPr bwMode="auto">
          <a:xfrm>
            <a:off x="152400" y="6629400"/>
            <a:ext cx="8839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0">
                <a:latin typeface="Franklin Gothic Medium" pitchFamily="34" charset="0"/>
              </a:defRPr>
            </a:lvl1pPr>
          </a:lstStyle>
          <a:p>
            <a:pPr rtl="0" fontAlgn="base">
              <a:spcBef>
                <a:spcPct val="0"/>
              </a:spcBef>
              <a:spcAft>
                <a:spcPct val="0"/>
              </a:spcAft>
            </a:pPr>
            <a:r>
              <a:rPr lang="en-US" kern="1200">
                <a:solidFill>
                  <a:srgbClr val="1A60A8"/>
                </a:solidFill>
                <a:ea typeface="+mn-ea"/>
                <a:cs typeface="+mn-cs"/>
              </a:rPr>
              <a:t>Microsoft Confidential</a:t>
            </a:r>
          </a:p>
        </p:txBody>
      </p:sp>
      <p:sp>
        <p:nvSpPr>
          <p:cNvPr id="450565" name="Rectangle 5"/>
          <p:cNvSpPr>
            <a:spLocks noChangeArrowheads="1"/>
          </p:cNvSpPr>
          <p:nvPr/>
        </p:nvSpPr>
        <p:spPr bwMode="auto">
          <a:xfrm>
            <a:off x="8740775" y="6553200"/>
            <a:ext cx="369888" cy="274638"/>
          </a:xfrm>
          <a:prstGeom prst="rect">
            <a:avLst/>
          </a:prstGeom>
          <a:noFill/>
          <a:ln w="9525">
            <a:noFill/>
            <a:miter lim="800000"/>
            <a:headEnd/>
            <a:tailEnd/>
          </a:ln>
          <a:effectLst/>
        </p:spPr>
        <p:txBody>
          <a:bodyPr wrap="none">
            <a:spAutoFit/>
          </a:bodyPr>
          <a:lstStyle/>
          <a:p>
            <a:pPr algn="ctr" rtl="0" fontAlgn="base">
              <a:spcBef>
                <a:spcPct val="0"/>
              </a:spcBef>
              <a:spcAft>
                <a:spcPct val="0"/>
              </a:spcAft>
            </a:pPr>
            <a:fld id="{E5933E94-6ED5-410B-8356-E6149B82702E}" type="slidenum">
              <a:rPr lang="en-US" sz="1200" kern="1200">
                <a:solidFill>
                  <a:srgbClr val="1A60A8"/>
                </a:solidFill>
                <a:latin typeface="Arial" charset="0"/>
                <a:ea typeface="+mn-ea"/>
                <a:cs typeface="+mn-cs"/>
              </a:rPr>
              <a:pPr algn="ctr" rtl="0" fontAlgn="base">
                <a:spcBef>
                  <a:spcPct val="0"/>
                </a:spcBef>
                <a:spcAft>
                  <a:spcPct val="0"/>
                </a:spcAft>
              </a:pPr>
              <a:t>‹#›</a:t>
            </a:fld>
            <a:endParaRPr lang="en-US" sz="1200" kern="1200">
              <a:solidFill>
                <a:srgbClr val="1A60A8"/>
              </a:solidFill>
              <a:latin typeface="Arial" charset="0"/>
              <a:ea typeface="+mn-ea"/>
              <a:cs typeface="+mn-cs"/>
            </a:endParaRPr>
          </a:p>
        </p:txBody>
      </p:sp>
      <p:sp>
        <p:nvSpPr>
          <p:cNvPr id="450566" name="Rectangle 6"/>
          <p:cNvSpPr>
            <a:spLocks noChangeArrowheads="1"/>
          </p:cNvSpPr>
          <p:nvPr/>
        </p:nvSpPr>
        <p:spPr bwMode="auto">
          <a:xfrm>
            <a:off x="0" y="6019800"/>
            <a:ext cx="9144000" cy="838200"/>
          </a:xfrm>
          <a:prstGeom prst="rect">
            <a:avLst/>
          </a:prstGeom>
          <a:noFill/>
          <a:ln w="9525">
            <a:noFill/>
            <a:miter lim="800000"/>
            <a:headEnd/>
            <a:tailEnd/>
          </a:ln>
          <a:effectLst/>
        </p:spPr>
        <p:txBody>
          <a:bodyPr wrap="none" anchor="ctr"/>
          <a:lstStyle/>
          <a:p>
            <a:pPr algn="l" rtl="0" eaLnBrk="0" fontAlgn="base" hangingPunct="0">
              <a:spcBef>
                <a:spcPct val="0"/>
              </a:spcBef>
              <a:spcAft>
                <a:spcPct val="0"/>
              </a:spcAft>
            </a:pPr>
            <a:endParaRPr lang="en-US" b="1" kern="1200">
              <a:solidFill>
                <a:srgbClr val="1A60A8"/>
              </a:solidFill>
              <a:latin typeface="Franklin Gothic Book" pitchFamily="34" charset="0"/>
              <a:ea typeface="+mn-ea"/>
              <a:cs typeface="+mn-cs"/>
            </a:endParaRPr>
          </a:p>
        </p:txBody>
      </p:sp>
      <p:pic>
        <p:nvPicPr>
          <p:cNvPr id="450567" name="Picture 7" descr="Signature"/>
          <p:cNvPicPr>
            <a:picLocks noChangeAspect="1" noChangeArrowheads="1"/>
          </p:cNvPicPr>
          <p:nvPr/>
        </p:nvPicPr>
        <p:blipFill>
          <a:blip r:embed="rId16" cstate="print">
            <a:clrChange>
              <a:clrFrom>
                <a:srgbClr val="FFFFFF"/>
              </a:clrFrom>
              <a:clrTo>
                <a:srgbClr val="FFFFFF">
                  <a:alpha val="0"/>
                </a:srgbClr>
              </a:clrTo>
            </a:clrChange>
          </a:blip>
          <a:srcRect l="25833" t="31097" r="30833" b="41138"/>
          <a:stretch>
            <a:fillRect/>
          </a:stretch>
        </p:blipFill>
        <p:spPr bwMode="auto">
          <a:xfrm>
            <a:off x="7924800" y="0"/>
            <a:ext cx="1219200" cy="587375"/>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Lst>
  <p:hf sldNum="0" hdr="0" ftr="0"/>
  <p:txStyles>
    <p:title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Arial" charset="0"/>
        </a:defRPr>
      </a:lvl2pPr>
      <a:lvl3pPr algn="l" rtl="0" fontAlgn="base">
        <a:spcBef>
          <a:spcPct val="0"/>
        </a:spcBef>
        <a:spcAft>
          <a:spcPct val="0"/>
        </a:spcAft>
        <a:defRPr sz="3200" b="1">
          <a:solidFill>
            <a:schemeClr val="tx2"/>
          </a:solidFill>
          <a:latin typeface="Arial" charset="0"/>
        </a:defRPr>
      </a:lvl3pPr>
      <a:lvl4pPr algn="l" rtl="0" fontAlgn="base">
        <a:spcBef>
          <a:spcPct val="0"/>
        </a:spcBef>
        <a:spcAft>
          <a:spcPct val="0"/>
        </a:spcAft>
        <a:defRPr sz="3200" b="1">
          <a:solidFill>
            <a:schemeClr val="tx2"/>
          </a:solidFill>
          <a:latin typeface="Arial" charset="0"/>
        </a:defRPr>
      </a:lvl4pPr>
      <a:lvl5pPr algn="l" rtl="0" fontAlgn="base">
        <a:spcBef>
          <a:spcPct val="0"/>
        </a:spcBef>
        <a:spcAft>
          <a:spcPct val="0"/>
        </a:spcAft>
        <a:defRPr sz="3200" b="1">
          <a:solidFill>
            <a:schemeClr val="tx2"/>
          </a:solidFill>
          <a:latin typeface="Arial" charset="0"/>
        </a:defRPr>
      </a:lvl5pPr>
      <a:lvl6pPr marL="457200" algn="l" rtl="0" fontAlgn="base">
        <a:spcBef>
          <a:spcPct val="0"/>
        </a:spcBef>
        <a:spcAft>
          <a:spcPct val="0"/>
        </a:spcAft>
        <a:defRPr sz="3200" b="1">
          <a:solidFill>
            <a:schemeClr val="tx2"/>
          </a:solidFill>
          <a:latin typeface="Arial" charset="0"/>
        </a:defRPr>
      </a:lvl6pPr>
      <a:lvl7pPr marL="914400" algn="l" rtl="0" fontAlgn="base">
        <a:spcBef>
          <a:spcPct val="0"/>
        </a:spcBef>
        <a:spcAft>
          <a:spcPct val="0"/>
        </a:spcAft>
        <a:defRPr sz="3200" b="1">
          <a:solidFill>
            <a:schemeClr val="tx2"/>
          </a:solidFill>
          <a:latin typeface="Arial" charset="0"/>
        </a:defRPr>
      </a:lvl7pPr>
      <a:lvl8pPr marL="1371600" algn="l" rtl="0" fontAlgn="base">
        <a:spcBef>
          <a:spcPct val="0"/>
        </a:spcBef>
        <a:spcAft>
          <a:spcPct val="0"/>
        </a:spcAft>
        <a:defRPr sz="3200" b="1">
          <a:solidFill>
            <a:schemeClr val="tx2"/>
          </a:solidFill>
          <a:latin typeface="Arial" charset="0"/>
        </a:defRPr>
      </a:lvl8pPr>
      <a:lvl9pPr marL="1828800" algn="l" rtl="0" fontAlgn="base">
        <a:spcBef>
          <a:spcPct val="0"/>
        </a:spcBef>
        <a:spcAft>
          <a:spcPct val="0"/>
        </a:spcAft>
        <a:defRPr sz="3200" b="1">
          <a:solidFill>
            <a:schemeClr val="tx2"/>
          </a:solidFill>
          <a:latin typeface="Arial" charset="0"/>
        </a:defRPr>
      </a:lvl9pPr>
    </p:titleStyle>
    <p:body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bwMode="auto">
          <a:xfrm>
            <a:off x="0" y="0"/>
            <a:ext cx="7924800" cy="609600"/>
          </a:xfrm>
          <a:prstGeom prst="rect">
            <a:avLst/>
          </a:prstGeom>
          <a:solidFill>
            <a:srgbClr val="FFFF66"/>
          </a:solid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50563" name="Rectangle 3"/>
          <p:cNvSpPr>
            <a:spLocks noGrp="1" noChangeArrowheads="1"/>
          </p:cNvSpPr>
          <p:nvPr>
            <p:ph type="body" idx="1"/>
          </p:nvPr>
        </p:nvSpPr>
        <p:spPr bwMode="auto">
          <a:xfrm>
            <a:off x="457200" y="1219200"/>
            <a:ext cx="83058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50564" name="Rectangle 4"/>
          <p:cNvSpPr>
            <a:spLocks noGrp="1" noChangeArrowheads="1"/>
          </p:cNvSpPr>
          <p:nvPr>
            <p:ph type="ftr" sz="quarter" idx="3"/>
          </p:nvPr>
        </p:nvSpPr>
        <p:spPr bwMode="auto">
          <a:xfrm>
            <a:off x="152400" y="6629400"/>
            <a:ext cx="8839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0">
                <a:latin typeface="Franklin Gothic Medium" pitchFamily="34" charset="0"/>
              </a:defRPr>
            </a:lvl1pPr>
          </a:lstStyle>
          <a:p>
            <a:pPr rtl="0" fontAlgn="base">
              <a:spcBef>
                <a:spcPct val="0"/>
              </a:spcBef>
              <a:spcAft>
                <a:spcPct val="0"/>
              </a:spcAft>
            </a:pPr>
            <a:r>
              <a:rPr lang="en-US" kern="1200">
                <a:solidFill>
                  <a:srgbClr val="1A60A8"/>
                </a:solidFill>
                <a:ea typeface="+mn-ea"/>
                <a:cs typeface="+mn-cs"/>
              </a:rPr>
              <a:t>Microsoft Confidential</a:t>
            </a:r>
          </a:p>
        </p:txBody>
      </p:sp>
      <p:sp>
        <p:nvSpPr>
          <p:cNvPr id="450565" name="Rectangle 5"/>
          <p:cNvSpPr>
            <a:spLocks noChangeArrowheads="1"/>
          </p:cNvSpPr>
          <p:nvPr/>
        </p:nvSpPr>
        <p:spPr bwMode="auto">
          <a:xfrm>
            <a:off x="8740775" y="6553200"/>
            <a:ext cx="369888" cy="274638"/>
          </a:xfrm>
          <a:prstGeom prst="rect">
            <a:avLst/>
          </a:prstGeom>
          <a:noFill/>
          <a:ln w="9525">
            <a:noFill/>
            <a:miter lim="800000"/>
            <a:headEnd/>
            <a:tailEnd/>
          </a:ln>
          <a:effectLst/>
        </p:spPr>
        <p:txBody>
          <a:bodyPr wrap="none">
            <a:spAutoFit/>
          </a:bodyPr>
          <a:lstStyle/>
          <a:p>
            <a:pPr algn="ctr" rtl="0" fontAlgn="base">
              <a:spcBef>
                <a:spcPct val="0"/>
              </a:spcBef>
              <a:spcAft>
                <a:spcPct val="0"/>
              </a:spcAft>
            </a:pPr>
            <a:fld id="{E5933E94-6ED5-410B-8356-E6149B82702E}" type="slidenum">
              <a:rPr lang="en-US" sz="1200" kern="1200">
                <a:solidFill>
                  <a:srgbClr val="1A60A8"/>
                </a:solidFill>
                <a:latin typeface="Arial" charset="0"/>
                <a:ea typeface="+mn-ea"/>
                <a:cs typeface="+mn-cs"/>
              </a:rPr>
              <a:pPr algn="ctr" rtl="0" fontAlgn="base">
                <a:spcBef>
                  <a:spcPct val="0"/>
                </a:spcBef>
                <a:spcAft>
                  <a:spcPct val="0"/>
                </a:spcAft>
              </a:pPr>
              <a:t>‹#›</a:t>
            </a:fld>
            <a:endParaRPr lang="en-US" sz="1200" kern="1200">
              <a:solidFill>
                <a:srgbClr val="1A60A8"/>
              </a:solidFill>
              <a:latin typeface="Arial" charset="0"/>
              <a:ea typeface="+mn-ea"/>
              <a:cs typeface="+mn-cs"/>
            </a:endParaRPr>
          </a:p>
        </p:txBody>
      </p:sp>
      <p:sp>
        <p:nvSpPr>
          <p:cNvPr id="450566" name="Rectangle 6"/>
          <p:cNvSpPr>
            <a:spLocks noChangeArrowheads="1"/>
          </p:cNvSpPr>
          <p:nvPr/>
        </p:nvSpPr>
        <p:spPr bwMode="auto">
          <a:xfrm>
            <a:off x="0" y="6019800"/>
            <a:ext cx="9144000" cy="838200"/>
          </a:xfrm>
          <a:prstGeom prst="rect">
            <a:avLst/>
          </a:prstGeom>
          <a:noFill/>
          <a:ln w="9525">
            <a:noFill/>
            <a:miter lim="800000"/>
            <a:headEnd/>
            <a:tailEnd/>
          </a:ln>
          <a:effectLst/>
        </p:spPr>
        <p:txBody>
          <a:bodyPr wrap="none" anchor="ctr"/>
          <a:lstStyle/>
          <a:p>
            <a:pPr algn="l" rtl="0" eaLnBrk="0" fontAlgn="base" hangingPunct="0">
              <a:spcBef>
                <a:spcPct val="0"/>
              </a:spcBef>
              <a:spcAft>
                <a:spcPct val="0"/>
              </a:spcAft>
            </a:pPr>
            <a:endParaRPr lang="en-US" b="1" kern="1200">
              <a:solidFill>
                <a:srgbClr val="1A60A8"/>
              </a:solidFill>
              <a:latin typeface="Franklin Gothic Book" pitchFamily="34" charset="0"/>
              <a:ea typeface="+mn-ea"/>
              <a:cs typeface="+mn-cs"/>
            </a:endParaRPr>
          </a:p>
        </p:txBody>
      </p:sp>
      <p:pic>
        <p:nvPicPr>
          <p:cNvPr id="450567" name="Picture 7" descr="Signature"/>
          <p:cNvPicPr>
            <a:picLocks noChangeAspect="1" noChangeArrowheads="1"/>
          </p:cNvPicPr>
          <p:nvPr/>
        </p:nvPicPr>
        <p:blipFill>
          <a:blip r:embed="rId16" cstate="print">
            <a:clrChange>
              <a:clrFrom>
                <a:srgbClr val="FFFFFF"/>
              </a:clrFrom>
              <a:clrTo>
                <a:srgbClr val="FFFFFF">
                  <a:alpha val="0"/>
                </a:srgbClr>
              </a:clrTo>
            </a:clrChange>
          </a:blip>
          <a:srcRect l="25833" t="31097" r="30833" b="41138"/>
          <a:stretch>
            <a:fillRect/>
          </a:stretch>
        </p:blipFill>
        <p:spPr bwMode="auto">
          <a:xfrm>
            <a:off x="7924800" y="0"/>
            <a:ext cx="1219200" cy="587375"/>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Lst>
  <p:hf sldNum="0" hdr="0" ftr="0"/>
  <p:txStyles>
    <p:title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Arial" charset="0"/>
        </a:defRPr>
      </a:lvl2pPr>
      <a:lvl3pPr algn="l" rtl="0" fontAlgn="base">
        <a:spcBef>
          <a:spcPct val="0"/>
        </a:spcBef>
        <a:spcAft>
          <a:spcPct val="0"/>
        </a:spcAft>
        <a:defRPr sz="3200" b="1">
          <a:solidFill>
            <a:schemeClr val="tx2"/>
          </a:solidFill>
          <a:latin typeface="Arial" charset="0"/>
        </a:defRPr>
      </a:lvl3pPr>
      <a:lvl4pPr algn="l" rtl="0" fontAlgn="base">
        <a:spcBef>
          <a:spcPct val="0"/>
        </a:spcBef>
        <a:spcAft>
          <a:spcPct val="0"/>
        </a:spcAft>
        <a:defRPr sz="3200" b="1">
          <a:solidFill>
            <a:schemeClr val="tx2"/>
          </a:solidFill>
          <a:latin typeface="Arial" charset="0"/>
        </a:defRPr>
      </a:lvl4pPr>
      <a:lvl5pPr algn="l" rtl="0" fontAlgn="base">
        <a:spcBef>
          <a:spcPct val="0"/>
        </a:spcBef>
        <a:spcAft>
          <a:spcPct val="0"/>
        </a:spcAft>
        <a:defRPr sz="3200" b="1">
          <a:solidFill>
            <a:schemeClr val="tx2"/>
          </a:solidFill>
          <a:latin typeface="Arial" charset="0"/>
        </a:defRPr>
      </a:lvl5pPr>
      <a:lvl6pPr marL="457200" algn="l" rtl="0" fontAlgn="base">
        <a:spcBef>
          <a:spcPct val="0"/>
        </a:spcBef>
        <a:spcAft>
          <a:spcPct val="0"/>
        </a:spcAft>
        <a:defRPr sz="3200" b="1">
          <a:solidFill>
            <a:schemeClr val="tx2"/>
          </a:solidFill>
          <a:latin typeface="Arial" charset="0"/>
        </a:defRPr>
      </a:lvl6pPr>
      <a:lvl7pPr marL="914400" algn="l" rtl="0" fontAlgn="base">
        <a:spcBef>
          <a:spcPct val="0"/>
        </a:spcBef>
        <a:spcAft>
          <a:spcPct val="0"/>
        </a:spcAft>
        <a:defRPr sz="3200" b="1">
          <a:solidFill>
            <a:schemeClr val="tx2"/>
          </a:solidFill>
          <a:latin typeface="Arial" charset="0"/>
        </a:defRPr>
      </a:lvl7pPr>
      <a:lvl8pPr marL="1371600" algn="l" rtl="0" fontAlgn="base">
        <a:spcBef>
          <a:spcPct val="0"/>
        </a:spcBef>
        <a:spcAft>
          <a:spcPct val="0"/>
        </a:spcAft>
        <a:defRPr sz="3200" b="1">
          <a:solidFill>
            <a:schemeClr val="tx2"/>
          </a:solidFill>
          <a:latin typeface="Arial" charset="0"/>
        </a:defRPr>
      </a:lvl8pPr>
      <a:lvl9pPr marL="1828800" algn="l" rtl="0" fontAlgn="base">
        <a:spcBef>
          <a:spcPct val="0"/>
        </a:spcBef>
        <a:spcAft>
          <a:spcPct val="0"/>
        </a:spcAft>
        <a:defRPr sz="3200" b="1">
          <a:solidFill>
            <a:schemeClr val="tx2"/>
          </a:solidFill>
          <a:latin typeface="Arial" charset="0"/>
        </a:defRPr>
      </a:lvl9pPr>
    </p:titleStyle>
    <p:body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bwMode="auto">
          <a:xfrm>
            <a:off x="0" y="0"/>
            <a:ext cx="7924800" cy="609600"/>
          </a:xfrm>
          <a:prstGeom prst="rect">
            <a:avLst/>
          </a:prstGeom>
          <a:solidFill>
            <a:srgbClr val="FFFF66"/>
          </a:solid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50563" name="Rectangle 3"/>
          <p:cNvSpPr>
            <a:spLocks noGrp="1" noChangeArrowheads="1"/>
          </p:cNvSpPr>
          <p:nvPr>
            <p:ph type="body" idx="1"/>
          </p:nvPr>
        </p:nvSpPr>
        <p:spPr bwMode="auto">
          <a:xfrm>
            <a:off x="457200" y="1219200"/>
            <a:ext cx="83058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50564" name="Rectangle 4"/>
          <p:cNvSpPr>
            <a:spLocks noGrp="1" noChangeArrowheads="1"/>
          </p:cNvSpPr>
          <p:nvPr>
            <p:ph type="ftr" sz="quarter" idx="3"/>
          </p:nvPr>
        </p:nvSpPr>
        <p:spPr bwMode="auto">
          <a:xfrm>
            <a:off x="152400" y="6629400"/>
            <a:ext cx="8839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0">
                <a:latin typeface="Franklin Gothic Medium" pitchFamily="34" charset="0"/>
              </a:defRPr>
            </a:lvl1pPr>
          </a:lstStyle>
          <a:p>
            <a:pPr rtl="0" fontAlgn="base">
              <a:spcBef>
                <a:spcPct val="0"/>
              </a:spcBef>
              <a:spcAft>
                <a:spcPct val="0"/>
              </a:spcAft>
            </a:pPr>
            <a:r>
              <a:rPr lang="en-US" kern="1200">
                <a:solidFill>
                  <a:srgbClr val="1A60A8"/>
                </a:solidFill>
                <a:ea typeface="+mn-ea"/>
                <a:cs typeface="+mn-cs"/>
              </a:rPr>
              <a:t>Microsoft Confidential</a:t>
            </a:r>
          </a:p>
        </p:txBody>
      </p:sp>
      <p:sp>
        <p:nvSpPr>
          <p:cNvPr id="450565" name="Rectangle 5"/>
          <p:cNvSpPr>
            <a:spLocks noChangeArrowheads="1"/>
          </p:cNvSpPr>
          <p:nvPr/>
        </p:nvSpPr>
        <p:spPr bwMode="auto">
          <a:xfrm>
            <a:off x="8740775" y="6553200"/>
            <a:ext cx="369888" cy="274638"/>
          </a:xfrm>
          <a:prstGeom prst="rect">
            <a:avLst/>
          </a:prstGeom>
          <a:noFill/>
          <a:ln w="9525">
            <a:noFill/>
            <a:miter lim="800000"/>
            <a:headEnd/>
            <a:tailEnd/>
          </a:ln>
          <a:effectLst/>
        </p:spPr>
        <p:txBody>
          <a:bodyPr wrap="none">
            <a:spAutoFit/>
          </a:bodyPr>
          <a:lstStyle/>
          <a:p>
            <a:pPr algn="ctr" rtl="0" fontAlgn="base">
              <a:spcBef>
                <a:spcPct val="0"/>
              </a:spcBef>
              <a:spcAft>
                <a:spcPct val="0"/>
              </a:spcAft>
            </a:pPr>
            <a:fld id="{E5933E94-6ED5-410B-8356-E6149B82702E}" type="slidenum">
              <a:rPr lang="en-US" sz="1200" kern="1200">
                <a:solidFill>
                  <a:srgbClr val="1A60A8"/>
                </a:solidFill>
                <a:latin typeface="Arial" charset="0"/>
                <a:ea typeface="+mn-ea"/>
                <a:cs typeface="+mn-cs"/>
              </a:rPr>
              <a:pPr algn="ctr" rtl="0" fontAlgn="base">
                <a:spcBef>
                  <a:spcPct val="0"/>
                </a:spcBef>
                <a:spcAft>
                  <a:spcPct val="0"/>
                </a:spcAft>
              </a:pPr>
              <a:t>‹#›</a:t>
            </a:fld>
            <a:endParaRPr lang="en-US" sz="1200" kern="1200">
              <a:solidFill>
                <a:srgbClr val="1A60A8"/>
              </a:solidFill>
              <a:latin typeface="Arial" charset="0"/>
              <a:ea typeface="+mn-ea"/>
              <a:cs typeface="+mn-cs"/>
            </a:endParaRPr>
          </a:p>
        </p:txBody>
      </p:sp>
      <p:sp>
        <p:nvSpPr>
          <p:cNvPr id="450566" name="Rectangle 6"/>
          <p:cNvSpPr>
            <a:spLocks noChangeArrowheads="1"/>
          </p:cNvSpPr>
          <p:nvPr/>
        </p:nvSpPr>
        <p:spPr bwMode="auto">
          <a:xfrm>
            <a:off x="0" y="6019800"/>
            <a:ext cx="9144000" cy="838200"/>
          </a:xfrm>
          <a:prstGeom prst="rect">
            <a:avLst/>
          </a:prstGeom>
          <a:noFill/>
          <a:ln w="9525">
            <a:noFill/>
            <a:miter lim="800000"/>
            <a:headEnd/>
            <a:tailEnd/>
          </a:ln>
          <a:effectLst/>
        </p:spPr>
        <p:txBody>
          <a:bodyPr wrap="none" anchor="ctr"/>
          <a:lstStyle/>
          <a:p>
            <a:pPr algn="l" rtl="0" eaLnBrk="0" fontAlgn="base" hangingPunct="0">
              <a:spcBef>
                <a:spcPct val="0"/>
              </a:spcBef>
              <a:spcAft>
                <a:spcPct val="0"/>
              </a:spcAft>
            </a:pPr>
            <a:endParaRPr lang="en-US" b="1" kern="1200">
              <a:solidFill>
                <a:srgbClr val="1A60A8"/>
              </a:solidFill>
              <a:latin typeface="Franklin Gothic Book" pitchFamily="34" charset="0"/>
              <a:ea typeface="+mn-ea"/>
              <a:cs typeface="+mn-cs"/>
            </a:endParaRPr>
          </a:p>
        </p:txBody>
      </p:sp>
      <p:pic>
        <p:nvPicPr>
          <p:cNvPr id="450567" name="Picture 7" descr="Signature"/>
          <p:cNvPicPr>
            <a:picLocks noChangeAspect="1" noChangeArrowheads="1"/>
          </p:cNvPicPr>
          <p:nvPr/>
        </p:nvPicPr>
        <p:blipFill>
          <a:blip r:embed="rId16" cstate="print">
            <a:clrChange>
              <a:clrFrom>
                <a:srgbClr val="FFFFFF"/>
              </a:clrFrom>
              <a:clrTo>
                <a:srgbClr val="FFFFFF">
                  <a:alpha val="0"/>
                </a:srgbClr>
              </a:clrTo>
            </a:clrChange>
          </a:blip>
          <a:srcRect l="25833" t="31097" r="30833" b="41138"/>
          <a:stretch>
            <a:fillRect/>
          </a:stretch>
        </p:blipFill>
        <p:spPr bwMode="auto">
          <a:xfrm>
            <a:off x="7924800" y="0"/>
            <a:ext cx="1219200" cy="587375"/>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Lst>
  <p:hf sldNum="0" hdr="0" ftr="0"/>
  <p:txStyles>
    <p:title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Arial" charset="0"/>
        </a:defRPr>
      </a:lvl2pPr>
      <a:lvl3pPr algn="l" rtl="0" fontAlgn="base">
        <a:spcBef>
          <a:spcPct val="0"/>
        </a:spcBef>
        <a:spcAft>
          <a:spcPct val="0"/>
        </a:spcAft>
        <a:defRPr sz="3200" b="1">
          <a:solidFill>
            <a:schemeClr val="tx2"/>
          </a:solidFill>
          <a:latin typeface="Arial" charset="0"/>
        </a:defRPr>
      </a:lvl3pPr>
      <a:lvl4pPr algn="l" rtl="0" fontAlgn="base">
        <a:spcBef>
          <a:spcPct val="0"/>
        </a:spcBef>
        <a:spcAft>
          <a:spcPct val="0"/>
        </a:spcAft>
        <a:defRPr sz="3200" b="1">
          <a:solidFill>
            <a:schemeClr val="tx2"/>
          </a:solidFill>
          <a:latin typeface="Arial" charset="0"/>
        </a:defRPr>
      </a:lvl4pPr>
      <a:lvl5pPr algn="l" rtl="0" fontAlgn="base">
        <a:spcBef>
          <a:spcPct val="0"/>
        </a:spcBef>
        <a:spcAft>
          <a:spcPct val="0"/>
        </a:spcAft>
        <a:defRPr sz="3200" b="1">
          <a:solidFill>
            <a:schemeClr val="tx2"/>
          </a:solidFill>
          <a:latin typeface="Arial" charset="0"/>
        </a:defRPr>
      </a:lvl5pPr>
      <a:lvl6pPr marL="457200" algn="l" rtl="0" fontAlgn="base">
        <a:spcBef>
          <a:spcPct val="0"/>
        </a:spcBef>
        <a:spcAft>
          <a:spcPct val="0"/>
        </a:spcAft>
        <a:defRPr sz="3200" b="1">
          <a:solidFill>
            <a:schemeClr val="tx2"/>
          </a:solidFill>
          <a:latin typeface="Arial" charset="0"/>
        </a:defRPr>
      </a:lvl6pPr>
      <a:lvl7pPr marL="914400" algn="l" rtl="0" fontAlgn="base">
        <a:spcBef>
          <a:spcPct val="0"/>
        </a:spcBef>
        <a:spcAft>
          <a:spcPct val="0"/>
        </a:spcAft>
        <a:defRPr sz="3200" b="1">
          <a:solidFill>
            <a:schemeClr val="tx2"/>
          </a:solidFill>
          <a:latin typeface="Arial" charset="0"/>
        </a:defRPr>
      </a:lvl7pPr>
      <a:lvl8pPr marL="1371600" algn="l" rtl="0" fontAlgn="base">
        <a:spcBef>
          <a:spcPct val="0"/>
        </a:spcBef>
        <a:spcAft>
          <a:spcPct val="0"/>
        </a:spcAft>
        <a:defRPr sz="3200" b="1">
          <a:solidFill>
            <a:schemeClr val="tx2"/>
          </a:solidFill>
          <a:latin typeface="Arial" charset="0"/>
        </a:defRPr>
      </a:lvl8pPr>
      <a:lvl9pPr marL="1828800" algn="l" rtl="0" fontAlgn="base">
        <a:spcBef>
          <a:spcPct val="0"/>
        </a:spcBef>
        <a:spcAft>
          <a:spcPct val="0"/>
        </a:spcAft>
        <a:defRPr sz="3200" b="1">
          <a:solidFill>
            <a:schemeClr val="tx2"/>
          </a:solidFill>
          <a:latin typeface="Arial" charset="0"/>
        </a:defRPr>
      </a:lvl9pPr>
    </p:titleStyle>
    <p:body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bwMode="auto">
          <a:xfrm>
            <a:off x="0" y="0"/>
            <a:ext cx="7924800" cy="609600"/>
          </a:xfrm>
          <a:prstGeom prst="rect">
            <a:avLst/>
          </a:prstGeom>
          <a:solidFill>
            <a:srgbClr val="FFFF66"/>
          </a:solid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50563" name="Rectangle 3"/>
          <p:cNvSpPr>
            <a:spLocks noGrp="1" noChangeArrowheads="1"/>
          </p:cNvSpPr>
          <p:nvPr>
            <p:ph type="body" idx="1"/>
          </p:nvPr>
        </p:nvSpPr>
        <p:spPr bwMode="auto">
          <a:xfrm>
            <a:off x="457200" y="1219200"/>
            <a:ext cx="83058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50564" name="Rectangle 4"/>
          <p:cNvSpPr>
            <a:spLocks noGrp="1" noChangeArrowheads="1"/>
          </p:cNvSpPr>
          <p:nvPr>
            <p:ph type="ftr" sz="quarter" idx="3"/>
          </p:nvPr>
        </p:nvSpPr>
        <p:spPr bwMode="auto">
          <a:xfrm>
            <a:off x="152400" y="6629400"/>
            <a:ext cx="8839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0">
                <a:latin typeface="Franklin Gothic Medium" pitchFamily="34" charset="0"/>
              </a:defRPr>
            </a:lvl1pPr>
          </a:lstStyle>
          <a:p>
            <a:pPr rtl="0" fontAlgn="base">
              <a:spcBef>
                <a:spcPct val="0"/>
              </a:spcBef>
              <a:spcAft>
                <a:spcPct val="0"/>
              </a:spcAft>
            </a:pPr>
            <a:r>
              <a:rPr lang="en-US" kern="1200">
                <a:solidFill>
                  <a:srgbClr val="1A60A8"/>
                </a:solidFill>
                <a:ea typeface="+mn-ea"/>
                <a:cs typeface="+mn-cs"/>
              </a:rPr>
              <a:t>Microsoft Confidential</a:t>
            </a:r>
          </a:p>
        </p:txBody>
      </p:sp>
      <p:sp>
        <p:nvSpPr>
          <p:cNvPr id="450565" name="Rectangle 5"/>
          <p:cNvSpPr>
            <a:spLocks noChangeArrowheads="1"/>
          </p:cNvSpPr>
          <p:nvPr/>
        </p:nvSpPr>
        <p:spPr bwMode="auto">
          <a:xfrm>
            <a:off x="8740775" y="6553200"/>
            <a:ext cx="369888" cy="274638"/>
          </a:xfrm>
          <a:prstGeom prst="rect">
            <a:avLst/>
          </a:prstGeom>
          <a:noFill/>
          <a:ln w="9525">
            <a:noFill/>
            <a:miter lim="800000"/>
            <a:headEnd/>
            <a:tailEnd/>
          </a:ln>
          <a:effectLst/>
        </p:spPr>
        <p:txBody>
          <a:bodyPr wrap="none">
            <a:spAutoFit/>
          </a:bodyPr>
          <a:lstStyle/>
          <a:p>
            <a:pPr algn="ctr" rtl="0" fontAlgn="base">
              <a:spcBef>
                <a:spcPct val="0"/>
              </a:spcBef>
              <a:spcAft>
                <a:spcPct val="0"/>
              </a:spcAft>
            </a:pPr>
            <a:fld id="{E5933E94-6ED5-410B-8356-E6149B82702E}" type="slidenum">
              <a:rPr lang="en-US" sz="1200" kern="1200">
                <a:solidFill>
                  <a:srgbClr val="1A60A8"/>
                </a:solidFill>
                <a:latin typeface="Arial" charset="0"/>
                <a:ea typeface="+mn-ea"/>
                <a:cs typeface="+mn-cs"/>
              </a:rPr>
              <a:pPr algn="ctr" rtl="0" fontAlgn="base">
                <a:spcBef>
                  <a:spcPct val="0"/>
                </a:spcBef>
                <a:spcAft>
                  <a:spcPct val="0"/>
                </a:spcAft>
              </a:pPr>
              <a:t>‹#›</a:t>
            </a:fld>
            <a:endParaRPr lang="en-US" sz="1200" kern="1200">
              <a:solidFill>
                <a:srgbClr val="1A60A8"/>
              </a:solidFill>
              <a:latin typeface="Arial" charset="0"/>
              <a:ea typeface="+mn-ea"/>
              <a:cs typeface="+mn-cs"/>
            </a:endParaRPr>
          </a:p>
        </p:txBody>
      </p:sp>
      <p:sp>
        <p:nvSpPr>
          <p:cNvPr id="450566" name="Rectangle 6"/>
          <p:cNvSpPr>
            <a:spLocks noChangeArrowheads="1"/>
          </p:cNvSpPr>
          <p:nvPr/>
        </p:nvSpPr>
        <p:spPr bwMode="auto">
          <a:xfrm>
            <a:off x="0" y="6019800"/>
            <a:ext cx="9144000" cy="838200"/>
          </a:xfrm>
          <a:prstGeom prst="rect">
            <a:avLst/>
          </a:prstGeom>
          <a:noFill/>
          <a:ln w="9525">
            <a:noFill/>
            <a:miter lim="800000"/>
            <a:headEnd/>
            <a:tailEnd/>
          </a:ln>
          <a:effectLst/>
        </p:spPr>
        <p:txBody>
          <a:bodyPr wrap="none" anchor="ctr"/>
          <a:lstStyle/>
          <a:p>
            <a:pPr algn="l" rtl="0" eaLnBrk="0" fontAlgn="base" hangingPunct="0">
              <a:spcBef>
                <a:spcPct val="0"/>
              </a:spcBef>
              <a:spcAft>
                <a:spcPct val="0"/>
              </a:spcAft>
            </a:pPr>
            <a:endParaRPr lang="en-US" b="1" kern="1200">
              <a:solidFill>
                <a:srgbClr val="1A60A8"/>
              </a:solidFill>
              <a:latin typeface="Franklin Gothic Book" pitchFamily="34" charset="0"/>
              <a:ea typeface="+mn-ea"/>
              <a:cs typeface="+mn-cs"/>
            </a:endParaRPr>
          </a:p>
        </p:txBody>
      </p:sp>
      <p:pic>
        <p:nvPicPr>
          <p:cNvPr id="450567" name="Picture 7" descr="Signature"/>
          <p:cNvPicPr>
            <a:picLocks noChangeAspect="1" noChangeArrowheads="1"/>
          </p:cNvPicPr>
          <p:nvPr/>
        </p:nvPicPr>
        <p:blipFill>
          <a:blip r:embed="rId17" cstate="print">
            <a:clrChange>
              <a:clrFrom>
                <a:srgbClr val="FFFFFF"/>
              </a:clrFrom>
              <a:clrTo>
                <a:srgbClr val="FFFFFF">
                  <a:alpha val="0"/>
                </a:srgbClr>
              </a:clrTo>
            </a:clrChange>
          </a:blip>
          <a:srcRect l="25833" t="31097" r="30833" b="41138"/>
          <a:stretch>
            <a:fillRect/>
          </a:stretch>
        </p:blipFill>
        <p:spPr bwMode="auto">
          <a:xfrm>
            <a:off x="7924800" y="0"/>
            <a:ext cx="1219200" cy="587375"/>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Lst>
  <p:hf sldNum="0" hdr="0" ftr="0"/>
  <p:txStyles>
    <p:title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Arial" charset="0"/>
        </a:defRPr>
      </a:lvl2pPr>
      <a:lvl3pPr algn="l" rtl="0" fontAlgn="base">
        <a:spcBef>
          <a:spcPct val="0"/>
        </a:spcBef>
        <a:spcAft>
          <a:spcPct val="0"/>
        </a:spcAft>
        <a:defRPr sz="3200" b="1">
          <a:solidFill>
            <a:schemeClr val="tx2"/>
          </a:solidFill>
          <a:latin typeface="Arial" charset="0"/>
        </a:defRPr>
      </a:lvl3pPr>
      <a:lvl4pPr algn="l" rtl="0" fontAlgn="base">
        <a:spcBef>
          <a:spcPct val="0"/>
        </a:spcBef>
        <a:spcAft>
          <a:spcPct val="0"/>
        </a:spcAft>
        <a:defRPr sz="3200" b="1">
          <a:solidFill>
            <a:schemeClr val="tx2"/>
          </a:solidFill>
          <a:latin typeface="Arial" charset="0"/>
        </a:defRPr>
      </a:lvl4pPr>
      <a:lvl5pPr algn="l" rtl="0" fontAlgn="base">
        <a:spcBef>
          <a:spcPct val="0"/>
        </a:spcBef>
        <a:spcAft>
          <a:spcPct val="0"/>
        </a:spcAft>
        <a:defRPr sz="3200" b="1">
          <a:solidFill>
            <a:schemeClr val="tx2"/>
          </a:solidFill>
          <a:latin typeface="Arial" charset="0"/>
        </a:defRPr>
      </a:lvl5pPr>
      <a:lvl6pPr marL="457200" algn="l" rtl="0" fontAlgn="base">
        <a:spcBef>
          <a:spcPct val="0"/>
        </a:spcBef>
        <a:spcAft>
          <a:spcPct val="0"/>
        </a:spcAft>
        <a:defRPr sz="3200" b="1">
          <a:solidFill>
            <a:schemeClr val="tx2"/>
          </a:solidFill>
          <a:latin typeface="Arial" charset="0"/>
        </a:defRPr>
      </a:lvl6pPr>
      <a:lvl7pPr marL="914400" algn="l" rtl="0" fontAlgn="base">
        <a:spcBef>
          <a:spcPct val="0"/>
        </a:spcBef>
        <a:spcAft>
          <a:spcPct val="0"/>
        </a:spcAft>
        <a:defRPr sz="3200" b="1">
          <a:solidFill>
            <a:schemeClr val="tx2"/>
          </a:solidFill>
          <a:latin typeface="Arial" charset="0"/>
        </a:defRPr>
      </a:lvl7pPr>
      <a:lvl8pPr marL="1371600" algn="l" rtl="0" fontAlgn="base">
        <a:spcBef>
          <a:spcPct val="0"/>
        </a:spcBef>
        <a:spcAft>
          <a:spcPct val="0"/>
        </a:spcAft>
        <a:defRPr sz="3200" b="1">
          <a:solidFill>
            <a:schemeClr val="tx2"/>
          </a:solidFill>
          <a:latin typeface="Arial" charset="0"/>
        </a:defRPr>
      </a:lvl8pPr>
      <a:lvl9pPr marL="1828800" algn="l" rtl="0" fontAlgn="base">
        <a:spcBef>
          <a:spcPct val="0"/>
        </a:spcBef>
        <a:spcAft>
          <a:spcPct val="0"/>
        </a:spcAft>
        <a:defRPr sz="3200" b="1">
          <a:solidFill>
            <a:schemeClr val="tx2"/>
          </a:solidFill>
          <a:latin typeface="Arial" charset="0"/>
        </a:defRPr>
      </a:lvl9pPr>
    </p:titleStyle>
    <p:body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bwMode="auto">
          <a:xfrm>
            <a:off x="0" y="0"/>
            <a:ext cx="7924800" cy="609600"/>
          </a:xfrm>
          <a:prstGeom prst="rect">
            <a:avLst/>
          </a:prstGeom>
          <a:solidFill>
            <a:srgbClr val="FFFF66"/>
          </a:solid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50563" name="Rectangle 3"/>
          <p:cNvSpPr>
            <a:spLocks noGrp="1" noChangeArrowheads="1"/>
          </p:cNvSpPr>
          <p:nvPr>
            <p:ph type="body" idx="1"/>
          </p:nvPr>
        </p:nvSpPr>
        <p:spPr bwMode="auto">
          <a:xfrm>
            <a:off x="457200" y="1219200"/>
            <a:ext cx="83058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50564" name="Rectangle 4"/>
          <p:cNvSpPr>
            <a:spLocks noGrp="1" noChangeArrowheads="1"/>
          </p:cNvSpPr>
          <p:nvPr>
            <p:ph type="ftr" sz="quarter" idx="3"/>
          </p:nvPr>
        </p:nvSpPr>
        <p:spPr bwMode="auto">
          <a:xfrm>
            <a:off x="152400" y="6629400"/>
            <a:ext cx="8839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0">
                <a:latin typeface="Franklin Gothic Medium" pitchFamily="34" charset="0"/>
              </a:defRPr>
            </a:lvl1pPr>
          </a:lstStyle>
          <a:p>
            <a:pPr rtl="0" fontAlgn="base">
              <a:spcBef>
                <a:spcPct val="0"/>
              </a:spcBef>
              <a:spcAft>
                <a:spcPct val="0"/>
              </a:spcAft>
            </a:pPr>
            <a:r>
              <a:rPr lang="en-US" kern="1200">
                <a:solidFill>
                  <a:srgbClr val="1A60A8"/>
                </a:solidFill>
                <a:ea typeface="+mn-ea"/>
                <a:cs typeface="+mn-cs"/>
              </a:rPr>
              <a:t>Microsoft Confidential</a:t>
            </a:r>
          </a:p>
        </p:txBody>
      </p:sp>
      <p:sp>
        <p:nvSpPr>
          <p:cNvPr id="450565" name="Rectangle 5"/>
          <p:cNvSpPr>
            <a:spLocks noChangeArrowheads="1"/>
          </p:cNvSpPr>
          <p:nvPr/>
        </p:nvSpPr>
        <p:spPr bwMode="auto">
          <a:xfrm>
            <a:off x="8740775" y="6553200"/>
            <a:ext cx="369888" cy="274638"/>
          </a:xfrm>
          <a:prstGeom prst="rect">
            <a:avLst/>
          </a:prstGeom>
          <a:noFill/>
          <a:ln w="9525">
            <a:noFill/>
            <a:miter lim="800000"/>
            <a:headEnd/>
            <a:tailEnd/>
          </a:ln>
          <a:effectLst/>
        </p:spPr>
        <p:txBody>
          <a:bodyPr wrap="none">
            <a:spAutoFit/>
          </a:bodyPr>
          <a:lstStyle/>
          <a:p>
            <a:pPr algn="ctr" rtl="0" fontAlgn="base">
              <a:spcBef>
                <a:spcPct val="0"/>
              </a:spcBef>
              <a:spcAft>
                <a:spcPct val="0"/>
              </a:spcAft>
            </a:pPr>
            <a:fld id="{E5933E94-6ED5-410B-8356-E6149B82702E}" type="slidenum">
              <a:rPr lang="en-US" sz="1200" kern="1200">
                <a:solidFill>
                  <a:srgbClr val="1A60A8"/>
                </a:solidFill>
                <a:latin typeface="Arial" charset="0"/>
                <a:ea typeface="+mn-ea"/>
                <a:cs typeface="+mn-cs"/>
              </a:rPr>
              <a:pPr algn="ctr" rtl="0" fontAlgn="base">
                <a:spcBef>
                  <a:spcPct val="0"/>
                </a:spcBef>
                <a:spcAft>
                  <a:spcPct val="0"/>
                </a:spcAft>
              </a:pPr>
              <a:t>‹#›</a:t>
            </a:fld>
            <a:endParaRPr lang="en-US" sz="1200" kern="1200">
              <a:solidFill>
                <a:srgbClr val="1A60A8"/>
              </a:solidFill>
              <a:latin typeface="Arial" charset="0"/>
              <a:ea typeface="+mn-ea"/>
              <a:cs typeface="+mn-cs"/>
            </a:endParaRPr>
          </a:p>
        </p:txBody>
      </p:sp>
      <p:sp>
        <p:nvSpPr>
          <p:cNvPr id="450566" name="Rectangle 6"/>
          <p:cNvSpPr>
            <a:spLocks noChangeArrowheads="1"/>
          </p:cNvSpPr>
          <p:nvPr/>
        </p:nvSpPr>
        <p:spPr bwMode="auto">
          <a:xfrm>
            <a:off x="0" y="6019800"/>
            <a:ext cx="9144000" cy="838200"/>
          </a:xfrm>
          <a:prstGeom prst="rect">
            <a:avLst/>
          </a:prstGeom>
          <a:noFill/>
          <a:ln w="9525">
            <a:noFill/>
            <a:miter lim="800000"/>
            <a:headEnd/>
            <a:tailEnd/>
          </a:ln>
          <a:effectLst/>
        </p:spPr>
        <p:txBody>
          <a:bodyPr wrap="none" anchor="ctr"/>
          <a:lstStyle/>
          <a:p>
            <a:pPr algn="l" rtl="0" eaLnBrk="0" fontAlgn="base" hangingPunct="0">
              <a:spcBef>
                <a:spcPct val="0"/>
              </a:spcBef>
              <a:spcAft>
                <a:spcPct val="0"/>
              </a:spcAft>
            </a:pPr>
            <a:endParaRPr lang="en-US" b="1" kern="1200">
              <a:solidFill>
                <a:srgbClr val="1A60A8"/>
              </a:solidFill>
              <a:latin typeface="Franklin Gothic Book" pitchFamily="34" charset="0"/>
              <a:ea typeface="+mn-ea"/>
              <a:cs typeface="+mn-cs"/>
            </a:endParaRPr>
          </a:p>
        </p:txBody>
      </p:sp>
      <p:pic>
        <p:nvPicPr>
          <p:cNvPr id="450567" name="Picture 7" descr="Signature"/>
          <p:cNvPicPr>
            <a:picLocks noChangeAspect="1" noChangeArrowheads="1"/>
          </p:cNvPicPr>
          <p:nvPr/>
        </p:nvPicPr>
        <p:blipFill>
          <a:blip r:embed="rId16" cstate="print">
            <a:clrChange>
              <a:clrFrom>
                <a:srgbClr val="FFFFFF"/>
              </a:clrFrom>
              <a:clrTo>
                <a:srgbClr val="FFFFFF">
                  <a:alpha val="0"/>
                </a:srgbClr>
              </a:clrTo>
            </a:clrChange>
          </a:blip>
          <a:srcRect l="25833" t="31097" r="30833" b="41138"/>
          <a:stretch>
            <a:fillRect/>
          </a:stretch>
        </p:blipFill>
        <p:spPr bwMode="auto">
          <a:xfrm>
            <a:off x="7924800" y="0"/>
            <a:ext cx="1219200" cy="587375"/>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Lst>
  <p:hf sldNum="0" hdr="0" ftr="0"/>
  <p:txStyles>
    <p:title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Arial" charset="0"/>
        </a:defRPr>
      </a:lvl2pPr>
      <a:lvl3pPr algn="l" rtl="0" fontAlgn="base">
        <a:spcBef>
          <a:spcPct val="0"/>
        </a:spcBef>
        <a:spcAft>
          <a:spcPct val="0"/>
        </a:spcAft>
        <a:defRPr sz="3200" b="1">
          <a:solidFill>
            <a:schemeClr val="tx2"/>
          </a:solidFill>
          <a:latin typeface="Arial" charset="0"/>
        </a:defRPr>
      </a:lvl3pPr>
      <a:lvl4pPr algn="l" rtl="0" fontAlgn="base">
        <a:spcBef>
          <a:spcPct val="0"/>
        </a:spcBef>
        <a:spcAft>
          <a:spcPct val="0"/>
        </a:spcAft>
        <a:defRPr sz="3200" b="1">
          <a:solidFill>
            <a:schemeClr val="tx2"/>
          </a:solidFill>
          <a:latin typeface="Arial" charset="0"/>
        </a:defRPr>
      </a:lvl4pPr>
      <a:lvl5pPr algn="l" rtl="0" fontAlgn="base">
        <a:spcBef>
          <a:spcPct val="0"/>
        </a:spcBef>
        <a:spcAft>
          <a:spcPct val="0"/>
        </a:spcAft>
        <a:defRPr sz="3200" b="1">
          <a:solidFill>
            <a:schemeClr val="tx2"/>
          </a:solidFill>
          <a:latin typeface="Arial" charset="0"/>
        </a:defRPr>
      </a:lvl5pPr>
      <a:lvl6pPr marL="457200" algn="l" rtl="0" fontAlgn="base">
        <a:spcBef>
          <a:spcPct val="0"/>
        </a:spcBef>
        <a:spcAft>
          <a:spcPct val="0"/>
        </a:spcAft>
        <a:defRPr sz="3200" b="1">
          <a:solidFill>
            <a:schemeClr val="tx2"/>
          </a:solidFill>
          <a:latin typeface="Arial" charset="0"/>
        </a:defRPr>
      </a:lvl6pPr>
      <a:lvl7pPr marL="914400" algn="l" rtl="0" fontAlgn="base">
        <a:spcBef>
          <a:spcPct val="0"/>
        </a:spcBef>
        <a:spcAft>
          <a:spcPct val="0"/>
        </a:spcAft>
        <a:defRPr sz="3200" b="1">
          <a:solidFill>
            <a:schemeClr val="tx2"/>
          </a:solidFill>
          <a:latin typeface="Arial" charset="0"/>
        </a:defRPr>
      </a:lvl7pPr>
      <a:lvl8pPr marL="1371600" algn="l" rtl="0" fontAlgn="base">
        <a:spcBef>
          <a:spcPct val="0"/>
        </a:spcBef>
        <a:spcAft>
          <a:spcPct val="0"/>
        </a:spcAft>
        <a:defRPr sz="3200" b="1">
          <a:solidFill>
            <a:schemeClr val="tx2"/>
          </a:solidFill>
          <a:latin typeface="Arial" charset="0"/>
        </a:defRPr>
      </a:lvl8pPr>
      <a:lvl9pPr marL="1828800" algn="l" rtl="0" fontAlgn="base">
        <a:spcBef>
          <a:spcPct val="0"/>
        </a:spcBef>
        <a:spcAft>
          <a:spcPct val="0"/>
        </a:spcAft>
        <a:defRPr sz="3200" b="1">
          <a:solidFill>
            <a:schemeClr val="tx2"/>
          </a:solidFill>
          <a:latin typeface="Arial" charset="0"/>
        </a:defRPr>
      </a:lvl9pPr>
    </p:titleStyle>
    <p:bodyStyle>
      <a:lvl1pPr marL="342900" indent="-342900" algn="l" rtl="0" fontAlgn="base">
        <a:spcBef>
          <a:spcPct val="20000"/>
        </a:spcBef>
        <a:spcAft>
          <a:spcPct val="0"/>
        </a:spcAft>
        <a:buChar char="•"/>
        <a:defRPr sz="3200" b="1">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50562" name="Rectangle 2"/>
          <p:cNvSpPr>
            <a:spLocks noGrp="1" noChangeArrowheads="1"/>
          </p:cNvSpPr>
          <p:nvPr>
            <p:ph type="title"/>
          </p:nvPr>
        </p:nvSpPr>
        <p:spPr bwMode="auto">
          <a:xfrm>
            <a:off x="0" y="0"/>
            <a:ext cx="7924800" cy="609600"/>
          </a:xfrm>
          <a:prstGeom prst="rect">
            <a:avLst/>
          </a:prstGeom>
          <a:solidFill>
            <a:srgbClr val="FFFF66"/>
          </a:solid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50563" name="Rectangle 3"/>
          <p:cNvSpPr>
            <a:spLocks noGrp="1" noChangeArrowheads="1"/>
          </p:cNvSpPr>
          <p:nvPr>
            <p:ph type="body" idx="1"/>
          </p:nvPr>
        </p:nvSpPr>
        <p:spPr bwMode="auto">
          <a:xfrm>
            <a:off x="457200" y="1219200"/>
            <a:ext cx="83058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50564" name="Rectangle 4"/>
          <p:cNvSpPr>
            <a:spLocks noGrp="1" noChangeArrowheads="1"/>
          </p:cNvSpPr>
          <p:nvPr>
            <p:ph type="ftr" sz="quarter" idx="3"/>
          </p:nvPr>
        </p:nvSpPr>
        <p:spPr bwMode="auto">
          <a:xfrm>
            <a:off x="152400" y="6629400"/>
            <a:ext cx="8839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0">
                <a:latin typeface="Franklin Gothic Medium" pitchFamily="34" charset="0"/>
              </a:defRPr>
            </a:lvl1pPr>
          </a:lstStyle>
          <a:p>
            <a:pPr rtl="0"/>
            <a:endParaRPr lang="en-US" kern="1200">
              <a:solidFill>
                <a:srgbClr val="1A60A8"/>
              </a:solidFill>
              <a:ea typeface="+mn-ea"/>
              <a:cs typeface="+mn-cs"/>
            </a:endParaRPr>
          </a:p>
        </p:txBody>
      </p:sp>
      <p:sp>
        <p:nvSpPr>
          <p:cNvPr id="450565" name="Rectangle 5"/>
          <p:cNvSpPr>
            <a:spLocks noChangeArrowheads="1"/>
          </p:cNvSpPr>
          <p:nvPr/>
        </p:nvSpPr>
        <p:spPr bwMode="auto">
          <a:xfrm>
            <a:off x="8740775" y="6553200"/>
            <a:ext cx="369888" cy="274638"/>
          </a:xfrm>
          <a:prstGeom prst="rect">
            <a:avLst/>
          </a:prstGeom>
          <a:noFill/>
          <a:ln w="9525">
            <a:noFill/>
            <a:miter lim="800000"/>
            <a:headEnd/>
            <a:tailEnd/>
          </a:ln>
          <a:effectLst/>
        </p:spPr>
        <p:txBody>
          <a:bodyPr wrap="none">
            <a:spAutoFit/>
          </a:bodyPr>
          <a:lstStyle/>
          <a:p>
            <a:pPr algn="ctr" rtl="0"/>
            <a:fld id="{E5933E94-6ED5-410B-8356-E6149B82702E}" type="slidenum">
              <a:rPr lang="en-US" sz="1200" kern="1200">
                <a:solidFill>
                  <a:srgbClr val="1A60A8"/>
                </a:solidFill>
                <a:latin typeface="Arial" charset="0"/>
                <a:ea typeface="+mn-ea"/>
                <a:cs typeface="+mn-cs"/>
              </a:rPr>
              <a:pPr algn="ctr" rtl="0"/>
              <a:t>‹#›</a:t>
            </a:fld>
            <a:endParaRPr lang="en-US" sz="1200" kern="1200">
              <a:solidFill>
                <a:srgbClr val="1A60A8"/>
              </a:solidFill>
              <a:latin typeface="Arial" charset="0"/>
              <a:ea typeface="+mn-ea"/>
              <a:cs typeface="+mn-cs"/>
            </a:endParaRPr>
          </a:p>
        </p:txBody>
      </p:sp>
      <p:sp>
        <p:nvSpPr>
          <p:cNvPr id="450566" name="Rectangle 6"/>
          <p:cNvSpPr>
            <a:spLocks noChangeArrowheads="1"/>
          </p:cNvSpPr>
          <p:nvPr/>
        </p:nvSpPr>
        <p:spPr bwMode="auto">
          <a:xfrm>
            <a:off x="0" y="6019800"/>
            <a:ext cx="9144000" cy="838200"/>
          </a:xfrm>
          <a:prstGeom prst="rect">
            <a:avLst/>
          </a:prstGeom>
          <a:noFill/>
          <a:ln w="9525">
            <a:noFill/>
            <a:miter lim="800000"/>
            <a:headEnd/>
            <a:tailEnd/>
          </a:ln>
          <a:effectLst/>
        </p:spPr>
        <p:txBody>
          <a:bodyPr wrap="none" anchor="ctr"/>
          <a:lstStyle/>
          <a:p>
            <a:pPr algn="l" rtl="0"/>
            <a:endParaRPr lang="en-US" kern="1200">
              <a:solidFill>
                <a:srgbClr val="1A60A8"/>
              </a:solidFill>
              <a:latin typeface="Arial"/>
              <a:ea typeface="+mn-ea"/>
              <a:cs typeface="+mn-cs"/>
            </a:endParaRPr>
          </a:p>
        </p:txBody>
      </p:sp>
      <p:pic>
        <p:nvPicPr>
          <p:cNvPr id="450567" name="Picture 7" descr="Signature"/>
          <p:cNvPicPr>
            <a:picLocks noChangeAspect="1" noChangeArrowheads="1"/>
          </p:cNvPicPr>
          <p:nvPr/>
        </p:nvPicPr>
        <p:blipFill>
          <a:blip r:embed="rId17" cstate="print">
            <a:clrChange>
              <a:clrFrom>
                <a:srgbClr val="FFFFFF"/>
              </a:clrFrom>
              <a:clrTo>
                <a:srgbClr val="FFFFFF">
                  <a:alpha val="0"/>
                </a:srgbClr>
              </a:clrTo>
            </a:clrChange>
          </a:blip>
          <a:srcRect l="25833" t="31097" r="30833" b="41138"/>
          <a:stretch>
            <a:fillRect/>
          </a:stretch>
        </p:blipFill>
        <p:spPr bwMode="auto">
          <a:xfrm>
            <a:off x="7924800" y="0"/>
            <a:ext cx="1219200" cy="587375"/>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Lst>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defRPr>
      </a:lvl2pPr>
      <a:lvl3pPr algn="l" rtl="0" eaLnBrk="1" fontAlgn="base" hangingPunct="1">
        <a:spcBef>
          <a:spcPct val="0"/>
        </a:spcBef>
        <a:spcAft>
          <a:spcPct val="0"/>
        </a:spcAft>
        <a:defRPr sz="3200" b="1">
          <a:solidFill>
            <a:schemeClr val="tx2"/>
          </a:solidFill>
          <a:latin typeface="Arial" charset="0"/>
        </a:defRPr>
      </a:lvl3pPr>
      <a:lvl4pPr algn="l" rtl="0" eaLnBrk="1" fontAlgn="base" hangingPunct="1">
        <a:spcBef>
          <a:spcPct val="0"/>
        </a:spcBef>
        <a:spcAft>
          <a:spcPct val="0"/>
        </a:spcAft>
        <a:defRPr sz="3200" b="1">
          <a:solidFill>
            <a:schemeClr val="tx2"/>
          </a:solidFill>
          <a:latin typeface="Arial" charset="0"/>
        </a:defRPr>
      </a:lvl4pPr>
      <a:lvl5pPr algn="l" rtl="0" eaLnBrk="1" fontAlgn="base" hangingPunct="1">
        <a:spcBef>
          <a:spcPct val="0"/>
        </a:spcBef>
        <a:spcAft>
          <a:spcPct val="0"/>
        </a:spcAft>
        <a:defRPr sz="3200" b="1">
          <a:solidFill>
            <a:schemeClr val="tx2"/>
          </a:solidFill>
          <a:latin typeface="Arial" charset="0"/>
        </a:defRPr>
      </a:lvl5pPr>
      <a:lvl6pPr marL="457200" algn="l" rtl="0" eaLnBrk="1" fontAlgn="base" hangingPunct="1">
        <a:spcBef>
          <a:spcPct val="0"/>
        </a:spcBef>
        <a:spcAft>
          <a:spcPct val="0"/>
        </a:spcAft>
        <a:defRPr sz="3200" b="1">
          <a:solidFill>
            <a:schemeClr val="tx2"/>
          </a:solidFill>
          <a:latin typeface="Arial" charset="0"/>
        </a:defRPr>
      </a:lvl6pPr>
      <a:lvl7pPr marL="914400" algn="l" rtl="0" eaLnBrk="1" fontAlgn="base" hangingPunct="1">
        <a:spcBef>
          <a:spcPct val="0"/>
        </a:spcBef>
        <a:spcAft>
          <a:spcPct val="0"/>
        </a:spcAft>
        <a:defRPr sz="3200" b="1">
          <a:solidFill>
            <a:schemeClr val="tx2"/>
          </a:solidFill>
          <a:latin typeface="Arial" charset="0"/>
        </a:defRPr>
      </a:lvl7pPr>
      <a:lvl8pPr marL="1371600" algn="l" rtl="0" eaLnBrk="1" fontAlgn="base" hangingPunct="1">
        <a:spcBef>
          <a:spcPct val="0"/>
        </a:spcBef>
        <a:spcAft>
          <a:spcPct val="0"/>
        </a:spcAft>
        <a:defRPr sz="3200" b="1">
          <a:solidFill>
            <a:schemeClr val="tx2"/>
          </a:solidFill>
          <a:latin typeface="Arial" charset="0"/>
        </a:defRPr>
      </a:lvl8pPr>
      <a:lvl9pPr marL="1828800" algn="l" rtl="0" eaLnBrk="1" fontAlgn="base" hangingPunct="1">
        <a:spcBef>
          <a:spcPct val="0"/>
        </a:spcBef>
        <a:spcAft>
          <a:spcPct val="0"/>
        </a:spcAft>
        <a:defRPr sz="3200" b="1">
          <a:solidFill>
            <a:schemeClr val="tx2"/>
          </a:solidFill>
          <a:latin typeface="Arial" charset="0"/>
        </a:defRPr>
      </a:lvl9pPr>
    </p:titleStyle>
    <p:bodyStyle>
      <a:lvl1pPr marL="342900" indent="-342900" algn="l" rtl="0" eaLnBrk="1" fontAlgn="base" hangingPunct="1">
        <a:spcBef>
          <a:spcPct val="20000"/>
        </a:spcBef>
        <a:spcAft>
          <a:spcPct val="0"/>
        </a:spcAft>
        <a:buChar char="•"/>
        <a:defRPr sz="3200" b="1">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Footer Placeholder 3"/>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pPr defTabSz="914363" rtl="0"/>
            <a:r>
              <a:rPr lang="en-US" kern="1200" smtClean="0">
                <a:solidFill>
                  <a:prstClr val="white">
                    <a:tint val="75000"/>
                  </a:prstClr>
                </a:solidFill>
                <a:latin typeface="Segoe"/>
                <a:ea typeface="+mn-ea"/>
                <a:cs typeface="+mn-cs"/>
              </a:rPr>
              <a:t>Microsoft Confidential</a:t>
            </a:r>
            <a:endParaRPr lang="en-US" kern="1200" dirty="0">
              <a:solidFill>
                <a:prstClr val="white">
                  <a:tint val="75000"/>
                </a:prstClr>
              </a:solidFill>
              <a:latin typeface="Segoe"/>
              <a:ea typeface="+mn-ea"/>
              <a:cs typeface="+mn-cs"/>
            </a:endParaRPr>
          </a:p>
        </p:txBody>
      </p:sp>
    </p:spTree>
  </p:cSld>
  <p:clrMap bg1="dk1" tx1="lt1" bg2="dk2" tx2="lt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Lst>
  <p:transition>
    <p:fade/>
  </p:transition>
  <p:hf sldNum="0" hdr="0" dt="0"/>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n-lt"/>
          <a:ea typeface="+mn-ea"/>
          <a:cs typeface="Arial" charset="0"/>
        </a:defRPr>
      </a:lvl1pPr>
    </p:titleStyle>
    <p:bodyStyle>
      <a:lvl1pPr marL="396875" indent="-396875" algn="l" defTabSz="914363" rtl="0" eaLnBrk="1" latinLnBrk="0" hangingPunct="1">
        <a:lnSpc>
          <a:spcPct val="90000"/>
        </a:lnSpc>
        <a:spcBef>
          <a:spcPct val="20000"/>
        </a:spcBef>
        <a:buFontTx/>
        <a:buBlip>
          <a:blip r:embed="rId16"/>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7"/>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7"/>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srcRect/>
          <a:stretch>
            <a:fillRect/>
          </a:stretch>
        </a:blipFill>
        <a:effectLst/>
      </p:bgPr>
    </p:bg>
    <p:spTree>
      <p:nvGrpSpPr>
        <p:cNvPr id="1" name=""/>
        <p:cNvGrpSpPr/>
        <p:nvPr/>
      </p:nvGrpSpPr>
      <p:grpSpPr>
        <a:xfrm>
          <a:off x="0" y="0"/>
          <a:ext cx="0" cy="0"/>
          <a:chOff x="0" y="0"/>
          <a:chExt cx="0" cy="0"/>
        </a:xfrm>
      </p:grpSpPr>
      <p:pic>
        <p:nvPicPr>
          <p:cNvPr id="4" name="Picture 3" descr="white rectangle.png"/>
          <p:cNvPicPr>
            <a:picLocks noChangeAspect="1"/>
          </p:cNvPicPr>
          <p:nvPr/>
        </p:nvPicPr>
        <p:blipFill>
          <a:blip r:embed="rId4"/>
          <a:srcRect b="10453"/>
          <a:stretch>
            <a:fillRect/>
          </a:stretch>
        </p:blipFill>
        <p:spPr>
          <a:xfrm>
            <a:off x="0" y="1299706"/>
            <a:ext cx="9144000" cy="5558294"/>
          </a:xfrm>
          <a:prstGeom prst="rect">
            <a:avLst/>
          </a:prstGeom>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722312" y="1905000"/>
            <a:ext cx="8040688" cy="2108269"/>
          </a:xfrm>
          <a:prstGeom prst="rect">
            <a:avLst/>
          </a:prstGeom>
        </p:spPr>
        <p:txBody>
          <a:bodyPr vert="horz" wrap="square" lIns="0" tIns="0" rIns="0" bIns="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363" rtl="0"/>
            <a:r>
              <a:rPr lang="en-US" kern="1200" dirty="0" smtClean="0">
                <a:solidFill>
                  <a:srgbClr val="000000">
                    <a:tint val="75000"/>
                  </a:srgbClr>
                </a:solidFill>
                <a:latin typeface="Segoe"/>
                <a:ea typeface="+mn-ea"/>
                <a:cs typeface="+mn-cs"/>
              </a:rPr>
              <a:t>Microsoft Confidential</a:t>
            </a:r>
            <a:endParaRPr lang="en-US" kern="1200" dirty="0">
              <a:solidFill>
                <a:srgbClr val="000000">
                  <a:tint val="75000"/>
                </a:srgbClr>
              </a:solidFill>
              <a:latin typeface="Segoe"/>
              <a:ea typeface="+mn-ea"/>
              <a:cs typeface="+mn-cs"/>
            </a:endParaRPr>
          </a:p>
        </p:txBody>
      </p:sp>
    </p:spTree>
  </p:cSld>
  <p:clrMap bg1="lt1" tx1="dk1" bg2="lt2" tx2="dk2" accent1="accent1" accent2="accent2" accent3="accent3" accent4="accent4" accent5="accent5" accent6="accent6" hlink="hlink" folHlink="folHlink"/>
  <p:sldLayoutIdLst>
    <p:sldLayoutId id="2147483877" r:id="rId1"/>
  </p:sldLayoutIdLst>
  <p:transition>
    <p:fade/>
  </p:transition>
  <p:hf sldNum="0" hdr="0" dt="0"/>
  <p:txStyles>
    <p:titleStyle>
      <a:lvl1pPr algn="l" defTabSz="914363" rtl="0" eaLnBrk="1" latinLnBrk="0" hangingPunct="1">
        <a:lnSpc>
          <a:spcPct val="90000"/>
        </a:lnSpc>
        <a:spcBef>
          <a:spcPct val="0"/>
        </a:spcBef>
        <a:buNone/>
        <a:defRPr lang="en-US" sz="4800" b="0" kern="1200" cap="none" spc="-15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n-lt"/>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1" kern="1200">
          <a:solidFill>
            <a:schemeClr val="tx1"/>
          </a:solidFill>
          <a:latin typeface="Courier New" pitchFamily="49" charset="0"/>
          <a:ea typeface="+mn-ea"/>
          <a:cs typeface="Courier New" pitchFamily="49" charset="0"/>
        </a:defRPr>
      </a:lvl1pPr>
      <a:lvl2pPr marL="384954" indent="-7937" algn="l" defTabSz="914363" rtl="0" eaLnBrk="1" latinLnBrk="0" hangingPunct="1">
        <a:lnSpc>
          <a:spcPct val="90000"/>
        </a:lnSpc>
        <a:spcBef>
          <a:spcPct val="20000"/>
        </a:spcBef>
        <a:buFont typeface="Arial" pitchFamily="34" charset="0"/>
        <a:buNone/>
        <a:defRPr sz="2800" b="1" kern="1200">
          <a:solidFill>
            <a:schemeClr val="tx1"/>
          </a:solidFill>
          <a:latin typeface="Courier New" pitchFamily="49" charset="0"/>
          <a:ea typeface="+mn-ea"/>
          <a:cs typeface="Courier New" pitchFamily="49" charset="0"/>
        </a:defRPr>
      </a:lvl2pPr>
      <a:lvl3pPr marL="761970"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3pPr>
      <a:lvl4pPr marL="1094009"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4pPr>
      <a:lvl5pPr marL="1426047" indent="0"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9.jpeg"/><Relationship Id="rId13" Type="http://schemas.openxmlformats.org/officeDocument/2006/relationships/image" Target="../media/image24.png"/><Relationship Id="rId18" Type="http://schemas.openxmlformats.org/officeDocument/2006/relationships/image" Target="../media/image29.png"/><Relationship Id="rId26" Type="http://schemas.openxmlformats.org/officeDocument/2006/relationships/image" Target="../media/image37.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4.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jpe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gif"/><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 Id="rId27"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hyperlink" Target="mailto:person@myISP.net" TargetMode="External"/><Relationship Id="rId4" Type="http://schemas.openxmlformats.org/officeDocument/2006/relationships/hyperlink" Target="mailto:person@yahoo.com"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login.live.com/beta/ManageCards.srf" TargetMode="External"/><Relationship Id="rId3" Type="http://schemas.openxmlformats.org/officeDocument/2006/relationships/image" Target="../media/image39.png"/><Relationship Id="rId7" Type="http://schemas.openxmlformats.org/officeDocument/2006/relationships/image" Target="../media/image43.gif"/><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mailto:user@partner.com"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hyperlink" Target="http://winliveid.spaces.live.com/" TargetMode="External"/><Relationship Id="rId13" Type="http://schemas.openxmlformats.org/officeDocument/2006/relationships/hyperlink" Target="http://go.microsoft.com/fwlink/?LinkID=91761" TargetMode="External"/><Relationship Id="rId18" Type="http://schemas.openxmlformats.org/officeDocument/2006/relationships/hyperlink" Target="http://go.microsoft.com/fwlink/?LinkID=108535" TargetMode="External"/><Relationship Id="rId3" Type="http://schemas.openxmlformats.org/officeDocument/2006/relationships/hyperlink" Target="http://dev.live.com/liveid" TargetMode="External"/><Relationship Id="rId7" Type="http://schemas.openxmlformats.org/officeDocument/2006/relationships/hyperlink" Target="http://go.microsoft.com/fwlink/?LinkID=78146" TargetMode="External"/><Relationship Id="rId12" Type="http://schemas.openxmlformats.org/officeDocument/2006/relationships/hyperlink" Target="http://go.microsoft.com/fwlink/?LinkID=91762" TargetMode="External"/><Relationship Id="rId17" Type="http://schemas.openxmlformats.org/officeDocument/2006/relationships/hyperlink" Target="https://msm.live.com/app" TargetMode="External"/><Relationship Id="rId2" Type="http://schemas.openxmlformats.org/officeDocument/2006/relationships/notesSlide" Target="../notesSlides/notesSlide10.xml"/><Relationship Id="rId16" Type="http://schemas.openxmlformats.org/officeDocument/2006/relationships/hyperlink" Target="http://go.microsoft.com/fwlink/?LinkId=86974" TargetMode="External"/><Relationship Id="rId1" Type="http://schemas.openxmlformats.org/officeDocument/2006/relationships/slideLayout" Target="../slideLayouts/slideLayout3.xml"/><Relationship Id="rId6" Type="http://schemas.openxmlformats.org/officeDocument/2006/relationships/hyperlink" Target="http://msdn2.microsoft.com/en-us/library/bb404787.aspx" TargetMode="External"/><Relationship Id="rId11" Type="http://schemas.openxmlformats.org/officeDocument/2006/relationships/hyperlink" Target="http://msdn2.microsoft.com/en-us/library/cc287610.aspx" TargetMode="External"/><Relationship Id="rId5" Type="http://schemas.openxmlformats.org/officeDocument/2006/relationships/hyperlink" Target="http://go.microsoft.com/fwlink/?LinkId=111111" TargetMode="External"/><Relationship Id="rId15" Type="http://schemas.openxmlformats.org/officeDocument/2006/relationships/hyperlink" Target="http://go.microsoft.com/fwlink/?LinkId=107419" TargetMode="External"/><Relationship Id="rId10" Type="http://schemas.openxmlformats.org/officeDocument/2006/relationships/hyperlink" Target="http://msdn2.microsoft.com/en-us/library/cc287613.aspx" TargetMode="External"/><Relationship Id="rId19" Type="http://schemas.openxmlformats.org/officeDocument/2006/relationships/hyperlink" Target="http://dev.live.com/tools/" TargetMode="External"/><Relationship Id="rId4" Type="http://schemas.openxmlformats.org/officeDocument/2006/relationships/image" Target="../media/image2.png"/><Relationship Id="rId9" Type="http://schemas.openxmlformats.org/officeDocument/2006/relationships/hyperlink" Target="http://msdn2.microsoft.com/en-us/library/bb288408.aspx" TargetMode="External"/><Relationship Id="rId14" Type="http://schemas.openxmlformats.org/officeDocument/2006/relationships/hyperlink" Target="http://go.microsoft.com/fwlink/?LinkID=107420"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Integrating with </a:t>
            </a:r>
            <a:br>
              <a:rPr lang="en-US" dirty="0" smtClean="0"/>
            </a:br>
            <a:r>
              <a:rPr lang="en-US" dirty="0" smtClean="0"/>
              <a:t>Windows Live ID</a:t>
            </a:r>
            <a:endParaRPr lang="en-US" dirty="0"/>
          </a:p>
        </p:txBody>
      </p:sp>
      <p:sp>
        <p:nvSpPr>
          <p:cNvPr id="3" name="Subtitle 2"/>
          <p:cNvSpPr>
            <a:spLocks noGrp="1"/>
          </p:cNvSpPr>
          <p:nvPr>
            <p:ph type="subTitle" idx="1"/>
          </p:nvPr>
        </p:nvSpPr>
        <p:spPr>
          <a:xfrm>
            <a:off x="806449" y="3810000"/>
            <a:ext cx="4070351" cy="2133600"/>
          </a:xfrm>
        </p:spPr>
        <p:txBody>
          <a:bodyPr>
            <a:normAutofit fontScale="92500" lnSpcReduction="10000"/>
          </a:bodyPr>
          <a:lstStyle/>
          <a:p>
            <a:r>
              <a:rPr lang="en-US" dirty="0" smtClean="0"/>
              <a:t>Jorgen Thelin</a:t>
            </a:r>
          </a:p>
          <a:p>
            <a:r>
              <a:rPr lang="en-US" sz="2800" dirty="0" smtClean="0"/>
              <a:t>Senior Program Manager </a:t>
            </a:r>
            <a:br>
              <a:rPr lang="en-US" sz="2800" dirty="0" smtClean="0"/>
            </a:br>
            <a:r>
              <a:rPr lang="en-US" sz="2800" dirty="0" smtClean="0"/>
              <a:t>Identity Services Team</a:t>
            </a:r>
          </a:p>
          <a:p>
            <a:r>
              <a:rPr lang="en-US" sz="2800" dirty="0" smtClean="0"/>
              <a:t>Microsoft Corporation</a:t>
            </a:r>
          </a:p>
          <a:p>
            <a:endParaRPr lang="en-US" sz="2800" dirty="0" smtClean="0"/>
          </a:p>
          <a:p>
            <a:r>
              <a:rPr lang="en-US" sz="2800" dirty="0" smtClean="0"/>
              <a:t>http://TheArchitect.co.uk</a:t>
            </a:r>
            <a:endParaRPr lang="en-US" sz="2800" dirty="0"/>
          </a:p>
        </p:txBody>
      </p:sp>
      <p:sp>
        <p:nvSpPr>
          <p:cNvPr id="4" name="Footer Placeholder 3"/>
          <p:cNvSpPr>
            <a:spLocks noGrp="1"/>
          </p:cNvSpPr>
          <p:nvPr>
            <p:ph type="ftr" sz="quarter" idx="4294967295"/>
          </p:nvPr>
        </p:nvSpPr>
        <p:spPr>
          <a:xfrm>
            <a:off x="0" y="6492875"/>
            <a:ext cx="2895600" cy="365125"/>
          </a:xfrm>
        </p:spPr>
        <p:txBody>
          <a:bodyPr/>
          <a:lstStyle/>
          <a:p>
            <a:r>
              <a:rPr lang="en-US" dirty="0" smtClean="0"/>
              <a:t>Microsoft Confidential</a:t>
            </a:r>
            <a:endParaRPr lang="en-US" dirty="0"/>
          </a:p>
        </p:txBody>
      </p:sp>
      <p:sp>
        <p:nvSpPr>
          <p:cNvPr id="6" name="Rectangle 5"/>
          <p:cNvSpPr/>
          <p:nvPr/>
        </p:nvSpPr>
        <p:spPr>
          <a:xfrm rot="19405601">
            <a:off x="5736899" y="2953403"/>
            <a:ext cx="2848729" cy="769441"/>
          </a:xfrm>
          <a:prstGeom prst="rect">
            <a:avLst/>
          </a:prstGeom>
          <a:noFill/>
        </p:spPr>
        <p:txBody>
          <a:bodyPr wrap="none" lIns="91440" tIns="45720" rIns="91440" bIns="45720">
            <a:spAutoFit/>
          </a:bodyPr>
          <a:lstStyle/>
          <a:p>
            <a:pPr algn="ctr"/>
            <a:r>
              <a:rPr lang="en-US" sz="4400" b="1" cap="none"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NDA Only</a:t>
            </a:r>
            <a:endParaRPr lang="en-US" sz="4400" b="1" cap="none"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What is Windows Live ID?</a:t>
            </a:r>
            <a:endParaRPr lang="en-US" dirty="0"/>
          </a:p>
        </p:txBody>
      </p:sp>
      <p:pic>
        <p:nvPicPr>
          <p:cNvPr id="237570" name="Picture 2"/>
          <p:cNvPicPr>
            <a:picLocks noGrp="1" noChangeAspect="1" noChangeArrowheads="1"/>
          </p:cNvPicPr>
          <p:nvPr>
            <p:ph idx="1"/>
          </p:nvPr>
        </p:nvPicPr>
        <p:blipFill>
          <a:blip r:embed="rId2"/>
          <a:srcRect/>
          <a:stretch>
            <a:fillRect/>
          </a:stretch>
        </p:blipFill>
        <p:spPr bwMode="auto">
          <a:xfrm>
            <a:off x="1521264" y="2057400"/>
            <a:ext cx="4955736" cy="2211388"/>
          </a:xfrm>
          <a:prstGeom prst="rect">
            <a:avLst/>
          </a:prstGeom>
          <a:noFill/>
          <a:ln w="9525">
            <a:noFill/>
            <a:miter lim="800000"/>
            <a:headEnd/>
            <a:tailEnd/>
          </a:ln>
          <a:effectLst/>
        </p:spPr>
      </p:pic>
      <p:sp>
        <p:nvSpPr>
          <p:cNvPr id="4" name="Footer Placeholder 3"/>
          <p:cNvSpPr>
            <a:spLocks noGrp="1"/>
          </p:cNvSpPr>
          <p:nvPr>
            <p:ph type="ftr" sz="quarter" idx="10"/>
          </p:nvPr>
        </p:nvSpPr>
        <p:spPr/>
        <p:txBody>
          <a:bodyPr/>
          <a:lstStyle/>
          <a:p>
            <a:r>
              <a:rPr lang="en-US" smtClean="0"/>
              <a:t>Microsoft Confidential</a:t>
            </a:r>
            <a:endParaRPr lang="en-US" dirty="0"/>
          </a:p>
        </p:txBody>
      </p:sp>
      <p:pic>
        <p:nvPicPr>
          <p:cNvPr id="237571" name="Picture 3" descr="\\tkzaw-pro-17\mydocs4\jthelin\My Documents\WORK\products\Live ID\overview\TheEnd.bmp"/>
          <p:cNvPicPr>
            <a:picLocks noChangeAspect="1" noChangeArrowheads="1"/>
          </p:cNvPicPr>
          <p:nvPr/>
        </p:nvPicPr>
        <p:blipFill>
          <a:blip r:embed="rId3"/>
          <a:srcRect/>
          <a:stretch>
            <a:fillRect/>
          </a:stretch>
        </p:blipFill>
        <p:spPr bwMode="auto">
          <a:xfrm rot="19207416">
            <a:off x="4851231" y="3918352"/>
            <a:ext cx="2819400" cy="942975"/>
          </a:xfrm>
          <a:prstGeom prst="rect">
            <a:avLst/>
          </a:prstGeom>
          <a:noFill/>
        </p:spPr>
      </p:pic>
      <p:sp>
        <p:nvSpPr>
          <p:cNvPr id="8" name="Rectangle 7"/>
          <p:cNvSpPr/>
          <p:nvPr/>
        </p:nvSpPr>
        <p:spPr bwMode="auto">
          <a:xfrm rot="20307194">
            <a:off x="4375481" y="4266906"/>
            <a:ext cx="3969756" cy="113492"/>
          </a:xfrm>
          <a:prstGeom prst="rect">
            <a:avLst/>
          </a:prstGeom>
          <a:solidFill>
            <a:srgbClr val="FF0000"/>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400" dirty="0" smtClean="0">
              <a:solidFill>
                <a:srgbClr val="FFFFFF"/>
              </a:solidFill>
              <a:effectLst>
                <a:outerShdw blurRad="38100" dist="38100" dir="2700000" algn="tl">
                  <a:srgbClr val="000000">
                    <a:alpha val="43137"/>
                  </a:srgbClr>
                </a:outerShdw>
              </a:effectLst>
            </a:endParaRPr>
          </a:p>
        </p:txBody>
      </p:sp>
      <p:sp>
        <p:nvSpPr>
          <p:cNvPr id="10" name="Rectangle 9"/>
          <p:cNvSpPr/>
          <p:nvPr/>
        </p:nvSpPr>
        <p:spPr bwMode="auto">
          <a:xfrm rot="18047551">
            <a:off x="4261589" y="4381142"/>
            <a:ext cx="3969756" cy="113492"/>
          </a:xfrm>
          <a:prstGeom prst="rect">
            <a:avLst/>
          </a:prstGeom>
          <a:solidFill>
            <a:srgbClr val="FF0000"/>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400" dirty="0" smtClean="0">
              <a:solidFill>
                <a:srgbClr val="FFFFFF"/>
              </a:solidFill>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What is Windows Live </a:t>
            </a:r>
            <a:r>
              <a:rPr smtClean="0"/>
              <a:t>ID?</a:t>
            </a:r>
            <a:endParaRPr lang="en-US" dirty="0"/>
          </a:p>
        </p:txBody>
      </p:sp>
      <p:sp>
        <p:nvSpPr>
          <p:cNvPr id="3" name="Text Placeholder 2"/>
          <p:cNvSpPr>
            <a:spLocks noGrp="1"/>
          </p:cNvSpPr>
          <p:nvPr>
            <p:ph type="body" sz="quarter" idx="10"/>
          </p:nvPr>
        </p:nvSpPr>
        <p:spPr>
          <a:xfrm>
            <a:off x="381000" y="1411553"/>
            <a:ext cx="8382000" cy="5065448"/>
          </a:xfrm>
        </p:spPr>
        <p:txBody>
          <a:bodyPr>
            <a:normAutofit lnSpcReduction="10000"/>
          </a:bodyPr>
          <a:lstStyle/>
          <a:p>
            <a:r>
              <a:rPr lang="en-US" dirty="0" smtClean="0"/>
              <a:t>Windows Live ID is …</a:t>
            </a:r>
          </a:p>
          <a:p>
            <a:pPr lvl="1"/>
            <a:endParaRPr lang="en-US" dirty="0" smtClean="0"/>
          </a:p>
          <a:p>
            <a:r>
              <a:rPr lang="en-US" dirty="0" smtClean="0"/>
              <a:t>… the biggest authentication provider on the planet!</a:t>
            </a:r>
          </a:p>
          <a:p>
            <a:pPr lvl="1"/>
            <a:r>
              <a:rPr lang="en-US" dirty="0" smtClean="0"/>
              <a:t>~ 430 million Active Accounts @ Feb 2008</a:t>
            </a:r>
          </a:p>
          <a:p>
            <a:pPr lvl="1"/>
            <a:r>
              <a:rPr lang="en-US" dirty="0" smtClean="0"/>
              <a:t>~ 1.1 billion Authentications per day</a:t>
            </a:r>
          </a:p>
          <a:p>
            <a:pPr lvl="1"/>
            <a:r>
              <a:rPr lang="en-US" dirty="0" smtClean="0"/>
              <a:t>&gt; 99.9% service availability</a:t>
            </a:r>
          </a:p>
          <a:p>
            <a:pPr lvl="1"/>
            <a:r>
              <a:rPr lang="en-US" dirty="0" smtClean="0"/>
              <a:t>Peak traffic is generally 2X normal load</a:t>
            </a:r>
          </a:p>
          <a:p>
            <a:pPr lvl="1"/>
            <a:r>
              <a:rPr lang="en-US" dirty="0" smtClean="0"/>
              <a:t>200 countries, 35 languages</a:t>
            </a:r>
          </a:p>
          <a:p>
            <a:pPr lvl="1"/>
            <a:r>
              <a:rPr lang="en-US" dirty="0" smtClean="0"/>
              <a:t>&gt; 1 million new accounts created per day </a:t>
            </a:r>
            <a:br>
              <a:rPr lang="en-US" dirty="0" smtClean="0"/>
            </a:br>
            <a:r>
              <a:rPr lang="en-US" dirty="0" smtClean="0"/>
              <a:t>– the majority by spammers </a:t>
            </a:r>
            <a:r>
              <a:rPr lang="en-US" dirty="0" smtClean="0">
                <a:sym typeface="Wingdings" pitchFamily="2" charset="2"/>
              </a:rPr>
              <a:t></a:t>
            </a:r>
            <a:endParaRPr lang="en-US" dirty="0" smtClean="0"/>
          </a:p>
          <a:p>
            <a:pPr lvl="1">
              <a:buNone/>
            </a:pPr>
            <a:endParaRPr lang="en-US" dirty="0" smtClean="0"/>
          </a:p>
        </p:txBody>
      </p:sp>
      <p:sp>
        <p:nvSpPr>
          <p:cNvPr id="4" name="Footer Placeholder 3"/>
          <p:cNvSpPr>
            <a:spLocks noGrp="1"/>
          </p:cNvSpPr>
          <p:nvPr>
            <p:ph type="ftr" sz="quarter" idx="11"/>
          </p:nvPr>
        </p:nvSpPr>
        <p:spPr/>
        <p:txBody>
          <a:bodyPr/>
          <a:lstStyle/>
          <a:p>
            <a:r>
              <a:rPr lang="en-US" dirty="0" smtClean="0"/>
              <a:t>Microsoft Confidential</a:t>
            </a:r>
            <a:endParaRPr lang="en-US" dirty="0"/>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381000" y="230188"/>
            <a:ext cx="8382000" cy="664797"/>
          </a:xfrm>
        </p:spPr>
        <p:txBody>
          <a:bodyPr/>
          <a:lstStyle/>
          <a:p>
            <a:r>
              <a:rPr lang="en-US" dirty="0" smtClean="0"/>
              <a:t>Live ID - Vision and Mission </a:t>
            </a:r>
          </a:p>
        </p:txBody>
      </p:sp>
      <p:sp>
        <p:nvSpPr>
          <p:cNvPr id="3075" name="Content Placeholder 2"/>
          <p:cNvSpPr>
            <a:spLocks noGrp="1"/>
          </p:cNvSpPr>
          <p:nvPr>
            <p:ph idx="1"/>
          </p:nvPr>
        </p:nvSpPr>
        <p:spPr>
          <a:xfrm>
            <a:off x="762000" y="1412874"/>
            <a:ext cx="7391400" cy="5140325"/>
          </a:xfrm>
        </p:spPr>
        <p:txBody>
          <a:bodyPr>
            <a:normAutofit/>
          </a:bodyPr>
          <a:lstStyle/>
          <a:p>
            <a:pPr marL="0" indent="0">
              <a:buNone/>
            </a:pPr>
            <a:r>
              <a:rPr lang="en-US" dirty="0" smtClean="0"/>
              <a:t>Windows Live ID is the industry-leading identity platform for all Microsoft online services and its partners, delivering a secure, trusted, and personalized experience to users on all applications and devices.  </a:t>
            </a:r>
          </a:p>
          <a:p>
            <a:pPr marL="0" indent="0">
              <a:buNone/>
            </a:pPr>
            <a:r>
              <a:rPr lang="en-US" dirty="0" smtClean="0"/>
              <a:t>Windows Live ID will enable user and developer communities through rich, </a:t>
            </a:r>
            <a:r>
              <a:rPr lang="en-US" dirty="0" smtClean="0">
                <a:solidFill>
                  <a:srgbClr val="FFC000"/>
                </a:solidFill>
              </a:rPr>
              <a:t>easy-to-use </a:t>
            </a:r>
            <a:r>
              <a:rPr lang="en-US" dirty="0" smtClean="0"/>
              <a:t>identity, with ever higher security and lower integration cost.</a:t>
            </a:r>
          </a:p>
          <a:p>
            <a:pPr marL="0" indent="0">
              <a:buNone/>
            </a:pPr>
            <a:endParaRPr lang="en-US" dirty="0"/>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What is Windows Live </a:t>
            </a:r>
            <a:r>
              <a:rPr smtClean="0"/>
              <a:t>ID? - 2</a:t>
            </a:r>
            <a:endParaRPr lang="en-US" dirty="0"/>
          </a:p>
        </p:txBody>
      </p:sp>
      <p:sp>
        <p:nvSpPr>
          <p:cNvPr id="3" name="Text Placeholder 2"/>
          <p:cNvSpPr>
            <a:spLocks noGrp="1"/>
          </p:cNvSpPr>
          <p:nvPr>
            <p:ph type="body" sz="quarter" idx="10"/>
          </p:nvPr>
        </p:nvSpPr>
        <p:spPr>
          <a:xfrm>
            <a:off x="381000" y="1411552"/>
            <a:ext cx="8382000" cy="4989248"/>
          </a:xfrm>
        </p:spPr>
        <p:txBody>
          <a:bodyPr>
            <a:normAutofit fontScale="85000" lnSpcReduction="20000"/>
          </a:bodyPr>
          <a:lstStyle/>
          <a:p>
            <a:r>
              <a:rPr lang="en-US" dirty="0" smtClean="0"/>
              <a:t>Windows Live ID is …</a:t>
            </a:r>
          </a:p>
          <a:p>
            <a:pPr lvl="1"/>
            <a:r>
              <a:rPr lang="en-US" dirty="0" smtClean="0"/>
              <a:t>The authentication provider for all Microsoft’s web properties</a:t>
            </a:r>
          </a:p>
          <a:p>
            <a:pPr lvl="1"/>
            <a:endParaRPr lang="en-US" dirty="0" smtClean="0"/>
          </a:p>
          <a:p>
            <a:r>
              <a:rPr lang="en-US" dirty="0" smtClean="0"/>
              <a:t>But also:</a:t>
            </a:r>
          </a:p>
          <a:p>
            <a:pPr lvl="1"/>
            <a:r>
              <a:rPr lang="en-US" dirty="0" smtClean="0"/>
              <a:t>An authentication platform</a:t>
            </a:r>
          </a:p>
          <a:p>
            <a:pPr lvl="1"/>
            <a:r>
              <a:rPr lang="en-US" dirty="0" smtClean="0"/>
              <a:t>A delegation platform</a:t>
            </a:r>
          </a:p>
          <a:p>
            <a:pPr lvl="1"/>
            <a:r>
              <a:rPr lang="en-US" dirty="0" smtClean="0"/>
              <a:t>A federation platform</a:t>
            </a:r>
          </a:p>
          <a:p>
            <a:pPr lvl="1"/>
            <a:r>
              <a:rPr lang="en-US" dirty="0" smtClean="0"/>
              <a:t>A user provisioning platform</a:t>
            </a:r>
          </a:p>
          <a:p>
            <a:pPr lvl="1"/>
            <a:r>
              <a:rPr lang="en-US" dirty="0" smtClean="0"/>
              <a:t>The first line of anti-spam defense</a:t>
            </a:r>
          </a:p>
          <a:p>
            <a:pPr lvl="1"/>
            <a:endParaRPr lang="en-US" dirty="0" smtClean="0"/>
          </a:p>
          <a:p>
            <a:r>
              <a:rPr lang="en-US" dirty="0" smtClean="0"/>
              <a:t>All delivered as Software + Services</a:t>
            </a:r>
          </a:p>
          <a:p>
            <a:pPr lvl="1"/>
            <a:r>
              <a:rPr lang="en-US" dirty="0" smtClean="0"/>
              <a:t>Cloud hosted + client SDK libraries for easier integration</a:t>
            </a:r>
          </a:p>
          <a:p>
            <a:pPr lvl="1"/>
            <a:r>
              <a:rPr lang="en-US" dirty="0" smtClean="0"/>
              <a:t>Two major feature Live ID release cycles per year</a:t>
            </a:r>
          </a:p>
        </p:txBody>
      </p:sp>
      <p:sp>
        <p:nvSpPr>
          <p:cNvPr id="4" name="Footer Placeholder 3"/>
          <p:cNvSpPr>
            <a:spLocks noGrp="1"/>
          </p:cNvSpPr>
          <p:nvPr>
            <p:ph type="ftr" sz="quarter" idx="11"/>
          </p:nvPr>
        </p:nvSpPr>
        <p:spPr/>
        <p:txBody>
          <a:bodyPr/>
          <a:lstStyle/>
          <a:p>
            <a:r>
              <a:rPr lang="en-US" dirty="0" smtClean="0"/>
              <a:t>Microsoft Confidential</a:t>
            </a:r>
            <a:endParaRPr lang="en-US" dirty="0"/>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mtClean="0"/>
              <a:t>Windows Live ID Authentication Overview</a:t>
            </a:r>
            <a:endParaRPr lang="en-US" dirty="0"/>
          </a:p>
        </p:txBody>
      </p:sp>
      <p:sp>
        <p:nvSpPr>
          <p:cNvPr id="3" name="Subtitle 2"/>
          <p:cNvSpPr>
            <a:spLocks noGrp="1"/>
          </p:cNvSpPr>
          <p:nvPr>
            <p:ph type="subTitle" idx="1"/>
          </p:nvPr>
        </p:nvSpPr>
        <p:spPr/>
        <p:txBody>
          <a:bodyPr/>
          <a:lstStyle/>
          <a:p>
            <a:r>
              <a:rPr lang="en-US" dirty="0" smtClean="0">
                <a:solidFill>
                  <a:schemeClr val="tx2"/>
                </a:solidFill>
              </a:rPr>
              <a:t>Who are you?</a:t>
            </a:r>
            <a:endParaRPr lang="en-US" dirty="0">
              <a:solidFill>
                <a:schemeClr val="tx2"/>
              </a:solidFill>
            </a:endParaRPr>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664797"/>
          </a:xfrm>
        </p:spPr>
        <p:txBody>
          <a:bodyPr/>
          <a:lstStyle/>
          <a:p>
            <a:r>
              <a:rPr lang="en-US" dirty="0" smtClean="0"/>
              <a:t>Lots of Live ID Partners</a:t>
            </a:r>
            <a:endParaRPr lang="en-US" dirty="0"/>
          </a:p>
        </p:txBody>
      </p:sp>
      <p:pic>
        <p:nvPicPr>
          <p:cNvPr id="4" name="Picture 2" descr="C:\Users\arshada.REDMOND\Documents\DVD_ART\Artwork_Imagery\Shapes and Graphics\Charts and Graphs\pie charts\3 piece circle pie.png"/>
          <p:cNvPicPr>
            <a:picLocks noChangeAspect="1" noChangeArrowheads="1"/>
          </p:cNvPicPr>
          <p:nvPr/>
        </p:nvPicPr>
        <p:blipFill>
          <a:blip r:embed="rId3">
            <a:lum bright="44000" contrast="10000"/>
          </a:blip>
          <a:srcRect/>
          <a:stretch>
            <a:fillRect/>
          </a:stretch>
        </p:blipFill>
        <p:spPr bwMode="auto">
          <a:xfrm>
            <a:off x="1447800" y="838200"/>
            <a:ext cx="5791200" cy="5791200"/>
          </a:xfrm>
          <a:prstGeom prst="rect">
            <a:avLst/>
          </a:prstGeom>
          <a:noFill/>
        </p:spPr>
      </p:pic>
      <p:pic>
        <p:nvPicPr>
          <p:cNvPr id="5" name="Picture 4" descr="msn_p_h_pos.gif"/>
          <p:cNvPicPr>
            <a:picLocks noChangeAspect="1"/>
          </p:cNvPicPr>
          <p:nvPr/>
        </p:nvPicPr>
        <p:blipFill>
          <a:blip r:embed="rId4"/>
          <a:stretch>
            <a:fillRect/>
          </a:stretch>
        </p:blipFill>
        <p:spPr>
          <a:xfrm>
            <a:off x="1676400" y="4114800"/>
            <a:ext cx="752355" cy="277655"/>
          </a:xfrm>
          <a:prstGeom prst="rect">
            <a:avLst/>
          </a:prstGeom>
        </p:spPr>
      </p:pic>
      <p:grpSp>
        <p:nvGrpSpPr>
          <p:cNvPr id="3" name="Group 34"/>
          <p:cNvGrpSpPr/>
          <p:nvPr/>
        </p:nvGrpSpPr>
        <p:grpSpPr>
          <a:xfrm>
            <a:off x="1676400" y="3505200"/>
            <a:ext cx="457200" cy="457200"/>
            <a:chOff x="2083299" y="6008980"/>
            <a:chExt cx="685800" cy="692150"/>
          </a:xfrm>
        </p:grpSpPr>
        <p:sp>
          <p:nvSpPr>
            <p:cNvPr id="17" name="Rounded Rectangle 16"/>
            <p:cNvSpPr>
              <a:spLocks noChangeAspect="1"/>
            </p:cNvSpPr>
            <p:nvPr/>
          </p:nvSpPr>
          <p:spPr bwMode="auto">
            <a:xfrm>
              <a:off x="2083299" y="6008980"/>
              <a:ext cx="685800" cy="692150"/>
            </a:xfrm>
            <a:prstGeom prst="roundRect">
              <a:avLst/>
            </a:prstGeom>
            <a:solidFill>
              <a:srgbClr val="FFFFFF"/>
            </a:solidFill>
            <a:ln w="19050" cap="flat" cmpd="sng" algn="ctr">
              <a:noFill/>
              <a:prstDash val="solid"/>
            </a:ln>
            <a:effectLst>
              <a:outerShdw blurRad="152400" dist="12000" dir="900000" sy="98000" kx="110000" ky="200000" algn="tl" rotWithShape="0">
                <a:srgbClr val="000000">
                  <a:alpha val="30000"/>
                </a:srgbClr>
              </a:outerShdw>
            </a:effectLst>
          </p:spPr>
          <p:txBody>
            <a:bodyPr anchor="ctr"/>
            <a:lstStyle/>
            <a:p>
              <a:pPr algn="ctr" fontAlgn="auto">
                <a:spcBef>
                  <a:spcPts val="0"/>
                </a:spcBef>
                <a:spcAft>
                  <a:spcPts val="0"/>
                </a:spcAft>
                <a:defRPr/>
              </a:pPr>
              <a:endParaRPr lang="en-US" u="none" kern="0">
                <a:solidFill>
                  <a:srgbClr val="FFFFFF"/>
                </a:solidFill>
                <a:latin typeface="Arial"/>
                <a:cs typeface="+mn-cs"/>
              </a:endParaRPr>
            </a:p>
          </p:txBody>
        </p:sp>
        <p:pic>
          <p:nvPicPr>
            <p:cNvPr id="18" name="Picture 17" descr="WL_Contacts_RGB.jpg"/>
            <p:cNvPicPr>
              <a:picLocks noChangeAspect="1"/>
            </p:cNvPicPr>
            <p:nvPr/>
          </p:nvPicPr>
          <p:blipFill>
            <a:blip r:embed="rId5" cstate="print"/>
            <a:stretch>
              <a:fillRect/>
            </a:stretch>
          </p:blipFill>
          <p:spPr>
            <a:xfrm>
              <a:off x="2145323" y="6019801"/>
              <a:ext cx="574430" cy="574430"/>
            </a:xfrm>
            <a:prstGeom prst="rect">
              <a:avLst/>
            </a:prstGeom>
          </p:spPr>
        </p:pic>
      </p:grpSp>
      <p:grpSp>
        <p:nvGrpSpPr>
          <p:cNvPr id="6" name="Group 36"/>
          <p:cNvGrpSpPr/>
          <p:nvPr/>
        </p:nvGrpSpPr>
        <p:grpSpPr>
          <a:xfrm>
            <a:off x="2819400" y="2819400"/>
            <a:ext cx="381000" cy="381000"/>
            <a:chOff x="1321298" y="6008981"/>
            <a:chExt cx="685800" cy="692150"/>
          </a:xfrm>
        </p:grpSpPr>
        <p:sp>
          <p:nvSpPr>
            <p:cNvPr id="20" name="Rounded Rectangle 19"/>
            <p:cNvSpPr>
              <a:spLocks noChangeAspect="1"/>
            </p:cNvSpPr>
            <p:nvPr/>
          </p:nvSpPr>
          <p:spPr bwMode="auto">
            <a:xfrm>
              <a:off x="1321298" y="6008981"/>
              <a:ext cx="685800" cy="692150"/>
            </a:xfrm>
            <a:prstGeom prst="roundRect">
              <a:avLst/>
            </a:prstGeom>
            <a:solidFill>
              <a:srgbClr val="FFFFFF"/>
            </a:solidFill>
            <a:ln w="19050" cap="flat" cmpd="sng" algn="ctr">
              <a:noFill/>
              <a:prstDash val="solid"/>
            </a:ln>
            <a:effectLst>
              <a:outerShdw blurRad="152400" dist="12000" dir="900000" sy="98000" kx="110000" ky="200000" algn="tl" rotWithShape="0">
                <a:srgbClr val="000000">
                  <a:alpha val="30000"/>
                </a:srgbClr>
              </a:outerShdw>
            </a:effectLst>
          </p:spPr>
          <p:txBody>
            <a:bodyPr anchor="ctr"/>
            <a:lstStyle/>
            <a:p>
              <a:pPr algn="ctr" fontAlgn="auto">
                <a:spcBef>
                  <a:spcPts val="0"/>
                </a:spcBef>
                <a:spcAft>
                  <a:spcPts val="0"/>
                </a:spcAft>
                <a:defRPr/>
              </a:pPr>
              <a:endParaRPr lang="en-US" u="none" kern="0">
                <a:solidFill>
                  <a:srgbClr val="FFFFFF"/>
                </a:solidFill>
                <a:latin typeface="Arial"/>
                <a:cs typeface="+mn-cs"/>
              </a:endParaRPr>
            </a:p>
          </p:txBody>
        </p:sp>
        <p:pic>
          <p:nvPicPr>
            <p:cNvPr id="21" name="Picture 20" descr="373b_calendar_64x64_72.png"/>
            <p:cNvPicPr>
              <a:picLocks noChangeAspect="1"/>
            </p:cNvPicPr>
            <p:nvPr/>
          </p:nvPicPr>
          <p:blipFill>
            <a:blip r:embed="rId6"/>
            <a:stretch>
              <a:fillRect/>
            </a:stretch>
          </p:blipFill>
          <p:spPr>
            <a:xfrm>
              <a:off x="1359877" y="6072553"/>
              <a:ext cx="609600" cy="609600"/>
            </a:xfrm>
            <a:prstGeom prst="rect">
              <a:avLst/>
            </a:prstGeom>
          </p:spPr>
        </p:pic>
      </p:grpSp>
      <p:pic>
        <p:nvPicPr>
          <p:cNvPr id="30" name="Picture 2"/>
          <p:cNvPicPr>
            <a:picLocks noChangeAspect="1" noChangeArrowheads="1"/>
          </p:cNvPicPr>
          <p:nvPr/>
        </p:nvPicPr>
        <p:blipFill>
          <a:blip r:embed="rId7"/>
          <a:srcRect/>
          <a:stretch>
            <a:fillRect/>
          </a:stretch>
        </p:blipFill>
        <p:spPr bwMode="auto">
          <a:xfrm>
            <a:off x="2362200" y="4724400"/>
            <a:ext cx="1447800" cy="307903"/>
          </a:xfrm>
          <a:prstGeom prst="rect">
            <a:avLst/>
          </a:prstGeom>
          <a:noFill/>
          <a:ln w="9525">
            <a:noFill/>
            <a:miter lim="800000"/>
            <a:headEnd/>
            <a:tailEnd/>
          </a:ln>
          <a:effectLst/>
        </p:spPr>
      </p:pic>
      <p:pic>
        <p:nvPicPr>
          <p:cNvPr id="31" name="Picture 30"/>
          <p:cNvPicPr>
            <a:picLocks noChangeAspect="1" noChangeArrowheads="1"/>
          </p:cNvPicPr>
          <p:nvPr/>
        </p:nvPicPr>
        <p:blipFill>
          <a:blip r:embed="rId8" cstate="print"/>
          <a:srcRect/>
          <a:stretch>
            <a:fillRect/>
          </a:stretch>
        </p:blipFill>
        <p:spPr bwMode="auto">
          <a:xfrm>
            <a:off x="2286000" y="5181600"/>
            <a:ext cx="914400" cy="377852"/>
          </a:xfrm>
          <a:prstGeom prst="rect">
            <a:avLst/>
          </a:prstGeom>
          <a:noFill/>
          <a:ln w="9525">
            <a:noFill/>
            <a:miter lim="800000"/>
            <a:headEnd/>
            <a:tailEnd/>
          </a:ln>
          <a:effectLst/>
        </p:spPr>
      </p:pic>
      <p:pic>
        <p:nvPicPr>
          <p:cNvPr id="32" name="Picture 4"/>
          <p:cNvPicPr>
            <a:picLocks noChangeAspect="1" noChangeArrowheads="1"/>
          </p:cNvPicPr>
          <p:nvPr/>
        </p:nvPicPr>
        <p:blipFill>
          <a:blip r:embed="rId9"/>
          <a:srcRect/>
          <a:stretch>
            <a:fillRect/>
          </a:stretch>
        </p:blipFill>
        <p:spPr bwMode="auto">
          <a:xfrm>
            <a:off x="3505200" y="5943600"/>
            <a:ext cx="1172878" cy="265775"/>
          </a:xfrm>
          <a:prstGeom prst="rect">
            <a:avLst/>
          </a:prstGeom>
          <a:noFill/>
          <a:ln w="9525">
            <a:noFill/>
            <a:miter lim="800000"/>
            <a:headEnd/>
            <a:tailEnd/>
          </a:ln>
          <a:effectLst/>
        </p:spPr>
      </p:pic>
      <p:pic>
        <p:nvPicPr>
          <p:cNvPr id="33" name="Picture 2"/>
          <p:cNvPicPr>
            <a:picLocks noChangeAspect="1" noChangeArrowheads="1"/>
          </p:cNvPicPr>
          <p:nvPr/>
        </p:nvPicPr>
        <p:blipFill>
          <a:blip r:embed="rId10"/>
          <a:srcRect/>
          <a:stretch>
            <a:fillRect/>
          </a:stretch>
        </p:blipFill>
        <p:spPr bwMode="auto">
          <a:xfrm>
            <a:off x="5486400" y="5181600"/>
            <a:ext cx="824646" cy="360501"/>
          </a:xfrm>
          <a:prstGeom prst="rect">
            <a:avLst/>
          </a:prstGeom>
          <a:noFill/>
          <a:ln w="9525">
            <a:noFill/>
            <a:miter lim="800000"/>
            <a:headEnd/>
            <a:tailEnd/>
          </a:ln>
          <a:effectLst/>
        </p:spPr>
      </p:pic>
      <p:pic>
        <p:nvPicPr>
          <p:cNvPr id="34" name="Picture 3"/>
          <p:cNvPicPr>
            <a:picLocks noChangeAspect="1" noChangeArrowheads="1"/>
          </p:cNvPicPr>
          <p:nvPr/>
        </p:nvPicPr>
        <p:blipFill>
          <a:blip r:embed="rId11"/>
          <a:srcRect/>
          <a:stretch>
            <a:fillRect/>
          </a:stretch>
        </p:blipFill>
        <p:spPr bwMode="auto">
          <a:xfrm>
            <a:off x="4876800" y="5715000"/>
            <a:ext cx="838200" cy="324328"/>
          </a:xfrm>
          <a:prstGeom prst="rect">
            <a:avLst/>
          </a:prstGeom>
          <a:noFill/>
          <a:ln w="9525">
            <a:noFill/>
            <a:miter lim="800000"/>
            <a:headEnd/>
            <a:tailEnd/>
          </a:ln>
          <a:effectLst/>
        </p:spPr>
      </p:pic>
      <p:pic>
        <p:nvPicPr>
          <p:cNvPr id="35" name="Picture 2"/>
          <p:cNvPicPr>
            <a:picLocks noChangeAspect="1" noChangeArrowheads="1"/>
          </p:cNvPicPr>
          <p:nvPr/>
        </p:nvPicPr>
        <p:blipFill>
          <a:blip r:embed="rId12" cstate="print"/>
          <a:srcRect/>
          <a:stretch>
            <a:fillRect/>
          </a:stretch>
        </p:blipFill>
        <p:spPr bwMode="auto">
          <a:xfrm>
            <a:off x="3581400" y="5410200"/>
            <a:ext cx="533400" cy="429986"/>
          </a:xfrm>
          <a:prstGeom prst="rect">
            <a:avLst/>
          </a:prstGeom>
          <a:noFill/>
          <a:ln w="9525">
            <a:noFill/>
            <a:miter lim="800000"/>
            <a:headEnd/>
            <a:tailEnd/>
          </a:ln>
          <a:effectLst/>
        </p:spPr>
      </p:pic>
      <p:pic>
        <p:nvPicPr>
          <p:cNvPr id="36" name="Picture 3"/>
          <p:cNvPicPr>
            <a:picLocks noChangeAspect="1" noChangeArrowheads="1"/>
          </p:cNvPicPr>
          <p:nvPr/>
        </p:nvPicPr>
        <p:blipFill>
          <a:blip r:embed="rId13" cstate="print"/>
          <a:srcRect/>
          <a:stretch>
            <a:fillRect/>
          </a:stretch>
        </p:blipFill>
        <p:spPr bwMode="auto">
          <a:xfrm>
            <a:off x="4419600" y="5105400"/>
            <a:ext cx="533400" cy="487371"/>
          </a:xfrm>
          <a:prstGeom prst="rect">
            <a:avLst/>
          </a:prstGeom>
          <a:noFill/>
          <a:ln w="9525">
            <a:noFill/>
            <a:miter lim="800000"/>
            <a:headEnd/>
            <a:tailEnd/>
          </a:ln>
          <a:effectLst/>
        </p:spPr>
      </p:pic>
      <p:pic>
        <p:nvPicPr>
          <p:cNvPr id="37" name="Picture 5"/>
          <p:cNvPicPr>
            <a:picLocks noChangeAspect="1" noChangeArrowheads="1"/>
          </p:cNvPicPr>
          <p:nvPr/>
        </p:nvPicPr>
        <p:blipFill>
          <a:blip r:embed="rId14" cstate="print"/>
          <a:srcRect/>
          <a:stretch>
            <a:fillRect/>
          </a:stretch>
        </p:blipFill>
        <p:spPr bwMode="auto">
          <a:xfrm>
            <a:off x="5029200" y="4648200"/>
            <a:ext cx="914400" cy="394854"/>
          </a:xfrm>
          <a:prstGeom prst="rect">
            <a:avLst/>
          </a:prstGeom>
          <a:noFill/>
          <a:ln w="9525">
            <a:noFill/>
            <a:miter lim="800000"/>
            <a:headEnd/>
            <a:tailEnd/>
          </a:ln>
          <a:effectLst/>
        </p:spPr>
      </p:pic>
      <p:pic>
        <p:nvPicPr>
          <p:cNvPr id="39" name="Picture 38" descr="LiveID.png"/>
          <p:cNvPicPr>
            <a:picLocks noChangeAspect="1"/>
          </p:cNvPicPr>
          <p:nvPr/>
        </p:nvPicPr>
        <p:blipFill>
          <a:blip r:embed="rId15"/>
          <a:stretch>
            <a:fillRect/>
          </a:stretch>
        </p:blipFill>
        <p:spPr>
          <a:xfrm>
            <a:off x="3810000" y="3124200"/>
            <a:ext cx="1024222" cy="1111560"/>
          </a:xfrm>
          <a:prstGeom prst="rect">
            <a:avLst/>
          </a:prstGeom>
        </p:spPr>
      </p:pic>
      <p:sp>
        <p:nvSpPr>
          <p:cNvPr id="40" name="Rectangle 39"/>
          <p:cNvSpPr/>
          <p:nvPr/>
        </p:nvSpPr>
        <p:spPr>
          <a:xfrm rot="3353014">
            <a:off x="5831421" y="1883201"/>
            <a:ext cx="2558649" cy="523220"/>
          </a:xfrm>
          <a:prstGeom prst="rect">
            <a:avLst/>
          </a:prstGeom>
          <a:noFill/>
        </p:spPr>
        <p:txBody>
          <a:bodyPr wrap="none" lIns="91440" tIns="45720" rIns="91440" bIns="45720">
            <a:spAutoFit/>
          </a:bodyPr>
          <a:lstStyle/>
          <a:p>
            <a:pPr algn="ctr"/>
            <a:r>
              <a:rPr lang="en-US"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Microsoft Live</a:t>
            </a:r>
            <a:endParaRPr lang="en-US"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41" name="Rectangle 40"/>
          <p:cNvSpPr/>
          <p:nvPr/>
        </p:nvSpPr>
        <p:spPr>
          <a:xfrm>
            <a:off x="3124200" y="6334780"/>
            <a:ext cx="3165931" cy="523220"/>
          </a:xfrm>
          <a:prstGeom prst="rect">
            <a:avLst/>
          </a:prstGeom>
          <a:noFill/>
        </p:spPr>
        <p:txBody>
          <a:bodyPr wrap="none" lIns="91440" tIns="45720" rIns="91440" bIns="45720">
            <a:spAutoFit/>
          </a:bodyPr>
          <a:lstStyle/>
          <a:p>
            <a:pPr algn="ctr"/>
            <a:r>
              <a:rPr lang="en-US"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External Partners</a:t>
            </a:r>
            <a:endParaRPr lang="en-US"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42" name="Rectangle 41"/>
          <p:cNvSpPr/>
          <p:nvPr/>
        </p:nvSpPr>
        <p:spPr>
          <a:xfrm rot="18030366">
            <a:off x="183123" y="2002475"/>
            <a:ext cx="2647904" cy="523220"/>
          </a:xfrm>
          <a:prstGeom prst="rect">
            <a:avLst/>
          </a:prstGeom>
          <a:noFill/>
        </p:spPr>
        <p:txBody>
          <a:bodyPr wrap="none" lIns="91440" tIns="45720" rIns="91440" bIns="45720">
            <a:spAutoFit/>
          </a:bodyPr>
          <a:lstStyle/>
          <a:p>
            <a:pPr algn="ctr"/>
            <a:r>
              <a:rPr lang="en-US" sz="28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Windows  Live</a:t>
            </a:r>
            <a:endParaRPr lang="en-US"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pic>
        <p:nvPicPr>
          <p:cNvPr id="43" name="Rectangle 29743"/>
          <p:cNvPicPr>
            <a:picLocks noChangeAspect="1" noChangeArrowheads="1"/>
          </p:cNvPicPr>
          <p:nvPr/>
        </p:nvPicPr>
        <p:blipFill>
          <a:blip r:embed="rId16" cstate="print"/>
          <a:srcRect/>
          <a:stretch>
            <a:fillRect/>
          </a:stretch>
        </p:blipFill>
        <p:spPr bwMode="invGray">
          <a:xfrm>
            <a:off x="4648200" y="1828800"/>
            <a:ext cx="1381125" cy="285750"/>
          </a:xfrm>
          <a:prstGeom prst="rect">
            <a:avLst/>
          </a:prstGeom>
          <a:noFill/>
          <a:ln w="9525">
            <a:noFill/>
            <a:miter lim="800000"/>
            <a:headEnd/>
            <a:tailEnd/>
          </a:ln>
        </p:spPr>
      </p:pic>
      <p:pic>
        <p:nvPicPr>
          <p:cNvPr id="44" name="Rectangle 29720"/>
          <p:cNvPicPr>
            <a:picLocks noChangeAspect="1" noChangeArrowheads="1"/>
          </p:cNvPicPr>
          <p:nvPr/>
        </p:nvPicPr>
        <p:blipFill>
          <a:blip r:embed="rId17" cstate="print">
            <a:lum bright="12000"/>
          </a:blip>
          <a:srcRect/>
          <a:stretch>
            <a:fillRect/>
          </a:stretch>
        </p:blipFill>
        <p:spPr bwMode="invGray">
          <a:xfrm>
            <a:off x="4495800" y="1143000"/>
            <a:ext cx="914400" cy="434975"/>
          </a:xfrm>
          <a:prstGeom prst="rect">
            <a:avLst/>
          </a:prstGeom>
          <a:noFill/>
          <a:ln w="9525">
            <a:noFill/>
            <a:miter lim="800000"/>
            <a:headEnd/>
            <a:tailEnd/>
          </a:ln>
        </p:spPr>
      </p:pic>
      <p:pic>
        <p:nvPicPr>
          <p:cNvPr id="45" name="Rectangle 29736"/>
          <p:cNvPicPr>
            <a:picLocks noChangeAspect="1" noChangeArrowheads="1"/>
          </p:cNvPicPr>
          <p:nvPr/>
        </p:nvPicPr>
        <p:blipFill>
          <a:blip r:embed="rId18"/>
          <a:srcRect/>
          <a:stretch>
            <a:fillRect/>
          </a:stretch>
        </p:blipFill>
        <p:spPr bwMode="invGray">
          <a:xfrm>
            <a:off x="4800600" y="2133600"/>
            <a:ext cx="1641475" cy="587375"/>
          </a:xfrm>
          <a:prstGeom prst="rect">
            <a:avLst/>
          </a:prstGeom>
          <a:noFill/>
          <a:ln w="9525">
            <a:noFill/>
            <a:miter lim="800000"/>
            <a:headEnd/>
            <a:tailEnd/>
          </a:ln>
        </p:spPr>
      </p:pic>
      <p:pic>
        <p:nvPicPr>
          <p:cNvPr id="46" name="Rectangle 29717"/>
          <p:cNvPicPr>
            <a:picLocks noChangeAspect="1" noChangeArrowheads="1"/>
          </p:cNvPicPr>
          <p:nvPr/>
        </p:nvPicPr>
        <p:blipFill>
          <a:blip r:embed="rId19" cstate="print"/>
          <a:srcRect/>
          <a:stretch>
            <a:fillRect/>
          </a:stretch>
        </p:blipFill>
        <p:spPr bwMode="invGray">
          <a:xfrm>
            <a:off x="5715000" y="3886200"/>
            <a:ext cx="1352550" cy="331788"/>
          </a:xfrm>
          <a:prstGeom prst="rect">
            <a:avLst/>
          </a:prstGeom>
          <a:noFill/>
          <a:ln w="9525">
            <a:noFill/>
            <a:miter lim="800000"/>
            <a:headEnd/>
            <a:tailEnd/>
          </a:ln>
        </p:spPr>
      </p:pic>
      <p:pic>
        <p:nvPicPr>
          <p:cNvPr id="47" name="Rectangle 29725"/>
          <p:cNvPicPr>
            <a:picLocks noChangeAspect="1" noChangeArrowheads="1"/>
          </p:cNvPicPr>
          <p:nvPr/>
        </p:nvPicPr>
        <p:blipFill>
          <a:blip r:embed="rId20" cstate="print"/>
          <a:srcRect/>
          <a:stretch>
            <a:fillRect/>
          </a:stretch>
        </p:blipFill>
        <p:spPr bwMode="invGray">
          <a:xfrm>
            <a:off x="5562600" y="3276600"/>
            <a:ext cx="1265238" cy="447675"/>
          </a:xfrm>
          <a:prstGeom prst="rect">
            <a:avLst/>
          </a:prstGeom>
          <a:noFill/>
          <a:ln w="9525">
            <a:noFill/>
            <a:miter lim="800000"/>
            <a:headEnd/>
            <a:tailEnd/>
          </a:ln>
        </p:spPr>
      </p:pic>
      <p:pic>
        <p:nvPicPr>
          <p:cNvPr id="48" name="Rectangle 29719"/>
          <p:cNvPicPr>
            <a:picLocks noChangeAspect="1" noChangeArrowheads="1"/>
          </p:cNvPicPr>
          <p:nvPr/>
        </p:nvPicPr>
        <p:blipFill>
          <a:blip r:embed="rId21" cstate="print"/>
          <a:srcRect/>
          <a:stretch>
            <a:fillRect/>
          </a:stretch>
        </p:blipFill>
        <p:spPr bwMode="invGray">
          <a:xfrm>
            <a:off x="5334000" y="2743200"/>
            <a:ext cx="1320800" cy="350837"/>
          </a:xfrm>
          <a:prstGeom prst="rect">
            <a:avLst/>
          </a:prstGeom>
          <a:noFill/>
          <a:ln w="9525">
            <a:noFill/>
            <a:miter lim="800000"/>
            <a:headEnd/>
            <a:tailEnd/>
          </a:ln>
        </p:spPr>
      </p:pic>
      <p:pic>
        <p:nvPicPr>
          <p:cNvPr id="49" name="Rectangle 29726"/>
          <p:cNvPicPr>
            <a:picLocks noChangeAspect="1" noChangeArrowheads="1"/>
          </p:cNvPicPr>
          <p:nvPr/>
        </p:nvPicPr>
        <p:blipFill>
          <a:blip r:embed="rId22" cstate="print"/>
          <a:srcRect/>
          <a:stretch>
            <a:fillRect/>
          </a:stretch>
        </p:blipFill>
        <p:spPr bwMode="invGray">
          <a:xfrm>
            <a:off x="1752600" y="2438400"/>
            <a:ext cx="1365189" cy="280672"/>
          </a:xfrm>
          <a:prstGeom prst="rect">
            <a:avLst/>
          </a:prstGeom>
          <a:noFill/>
          <a:ln w="9525">
            <a:noFill/>
            <a:miter lim="800000"/>
            <a:headEnd/>
            <a:tailEnd/>
          </a:ln>
        </p:spPr>
      </p:pic>
      <p:pic>
        <p:nvPicPr>
          <p:cNvPr id="3074" name="Picture 2" descr="C:\Users\arshada.REDMOND\Documents\DVD_ART\BoxShots_Logos\Windows Live - MANY Service Logos\Windows Live Messenger\Windows Live messenger logo bl v.png"/>
          <p:cNvPicPr>
            <a:picLocks noChangeAspect="1" noChangeArrowheads="1"/>
          </p:cNvPicPr>
          <p:nvPr/>
        </p:nvPicPr>
        <p:blipFill>
          <a:blip r:embed="rId23" cstate="print"/>
          <a:srcRect/>
          <a:stretch>
            <a:fillRect/>
          </a:stretch>
        </p:blipFill>
        <p:spPr bwMode="auto">
          <a:xfrm>
            <a:off x="2209800" y="1676400"/>
            <a:ext cx="903288" cy="599409"/>
          </a:xfrm>
          <a:prstGeom prst="rect">
            <a:avLst/>
          </a:prstGeom>
          <a:noFill/>
        </p:spPr>
      </p:pic>
      <p:pic>
        <p:nvPicPr>
          <p:cNvPr id="3076" name="Picture 4" descr="C:\Users\arshada.REDMOND\Documents\DVD_ART\BoxShots_Logos\Windows Live - MANY Service Logos\Windows Live OneCare\Windows Live OneCare logo bl v.png"/>
          <p:cNvPicPr>
            <a:picLocks noChangeAspect="1" noChangeArrowheads="1"/>
          </p:cNvPicPr>
          <p:nvPr/>
        </p:nvPicPr>
        <p:blipFill>
          <a:blip r:embed="rId24" cstate="print"/>
          <a:srcRect/>
          <a:stretch>
            <a:fillRect/>
          </a:stretch>
        </p:blipFill>
        <p:spPr bwMode="auto">
          <a:xfrm>
            <a:off x="1752600" y="2743200"/>
            <a:ext cx="838200" cy="523681"/>
          </a:xfrm>
          <a:prstGeom prst="rect">
            <a:avLst/>
          </a:prstGeom>
          <a:noFill/>
        </p:spPr>
      </p:pic>
      <p:pic>
        <p:nvPicPr>
          <p:cNvPr id="3077" name="Picture 5" descr="C:\Users\arshada.REDMOND\Documents\DVD_ART\BoxShots_Logos\Windows Live - MANY Service Logos\Windows Live Skydrive\Windows Live Sky Drive Logo V.png"/>
          <p:cNvPicPr>
            <a:picLocks noChangeAspect="1" noChangeArrowheads="1"/>
          </p:cNvPicPr>
          <p:nvPr/>
        </p:nvPicPr>
        <p:blipFill>
          <a:blip r:embed="rId25" cstate="print"/>
          <a:srcRect/>
          <a:stretch>
            <a:fillRect/>
          </a:stretch>
        </p:blipFill>
        <p:spPr bwMode="auto">
          <a:xfrm>
            <a:off x="2209800" y="3352800"/>
            <a:ext cx="950913" cy="631406"/>
          </a:xfrm>
          <a:prstGeom prst="rect">
            <a:avLst/>
          </a:prstGeom>
          <a:noFill/>
        </p:spPr>
      </p:pic>
      <p:pic>
        <p:nvPicPr>
          <p:cNvPr id="3078" name="Picture 6" descr="C:\Users\arshada.REDMOND\Documents\DVD_ART\BoxShots_Logos\Windows Live - MANY Service Logos\Windows Live Hotmail\Windows Live Hotmail V C.png"/>
          <p:cNvPicPr>
            <a:picLocks noChangeAspect="1" noChangeArrowheads="1"/>
          </p:cNvPicPr>
          <p:nvPr/>
        </p:nvPicPr>
        <p:blipFill>
          <a:blip r:embed="rId26" cstate="print"/>
          <a:srcRect/>
          <a:stretch>
            <a:fillRect/>
          </a:stretch>
        </p:blipFill>
        <p:spPr bwMode="auto">
          <a:xfrm>
            <a:off x="3124200" y="1066800"/>
            <a:ext cx="914400" cy="570586"/>
          </a:xfrm>
          <a:prstGeom prst="rect">
            <a:avLst/>
          </a:prstGeom>
          <a:noFill/>
        </p:spPr>
      </p:pic>
      <p:pic>
        <p:nvPicPr>
          <p:cNvPr id="3079" name="Picture 7" descr="C:\Users\arshada.REDMOND\Documents\DVD_ART\BoxShots_Logos\Windows Live - MANY Service Logos\Windows Live FolderShare\Windows Live FolderShare logo v.png"/>
          <p:cNvPicPr>
            <a:picLocks noChangeAspect="1" noChangeArrowheads="1"/>
          </p:cNvPicPr>
          <p:nvPr/>
        </p:nvPicPr>
        <p:blipFill>
          <a:blip r:embed="rId27" cstate="print"/>
          <a:srcRect/>
          <a:stretch>
            <a:fillRect/>
          </a:stretch>
        </p:blipFill>
        <p:spPr bwMode="auto">
          <a:xfrm>
            <a:off x="3124200" y="1905000"/>
            <a:ext cx="944563" cy="589171"/>
          </a:xfrm>
          <a:prstGeom prst="rect">
            <a:avLst/>
          </a:prstGeom>
          <a:noFill/>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childTnLst>
                                </p:cTn>
                              </p:par>
                              <p:par>
                                <p:cTn id="8" presetID="10"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par>
                                <p:cTn id="11" presetID="1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par>
                                <p:cTn id="14" presetID="10" presetClass="entr" presetSubtype="0" fill="hold"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par>
                                <p:cTn id="17" presetID="10"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childTnLst>
                                </p:cTn>
                              </p:par>
                              <p:par>
                                <p:cTn id="20" presetID="10" presetClass="entr" presetSubtype="0" fill="hold" nodeType="with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par>
                                <p:cTn id="23" presetID="10"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2000"/>
                                        <p:tgtEl>
                                          <p:spTgt spid="41"/>
                                        </p:tgtEl>
                                      </p:cBhvr>
                                    </p:animEffect>
                                  </p:childTnLst>
                                </p:cTn>
                              </p:par>
                              <p:par>
                                <p:cTn id="31" presetID="10"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2000"/>
                                        <p:tgtEl>
                                          <p:spTgt spid="30"/>
                                        </p:tgtEl>
                                      </p:cBhvr>
                                    </p:animEffect>
                                  </p:childTnLst>
                                </p:cTn>
                              </p:par>
                              <p:par>
                                <p:cTn id="34" presetID="10" presetClass="entr" presetSubtype="0"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Effect transition="in" filter="fade">
                                      <p:cBhvr>
                                        <p:cTn id="36" dur="2000"/>
                                        <p:tgtEl>
                                          <p:spTgt spid="37"/>
                                        </p:tgtEl>
                                      </p:cBhvr>
                                    </p:animEffect>
                                  </p:childTnLst>
                                </p:cTn>
                              </p:par>
                              <p:par>
                                <p:cTn id="37" presetID="10"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2000"/>
                                        <p:tgtEl>
                                          <p:spTgt spid="33"/>
                                        </p:tgtEl>
                                      </p:cBhvr>
                                    </p:animEffect>
                                  </p:childTnLst>
                                </p:cTn>
                              </p:par>
                              <p:par>
                                <p:cTn id="40" presetID="10" presetClass="entr" presetSubtype="0" fill="hold"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2000"/>
                                        <p:tgtEl>
                                          <p:spTgt spid="36"/>
                                        </p:tgtEl>
                                      </p:cBhvr>
                                    </p:animEffect>
                                  </p:childTnLst>
                                </p:cTn>
                              </p:par>
                              <p:par>
                                <p:cTn id="43" presetID="10" presetClass="entr" presetSubtype="0" fill="hold" nodeType="with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2000"/>
                                        <p:tgtEl>
                                          <p:spTgt spid="35"/>
                                        </p:tgtEl>
                                      </p:cBhvr>
                                    </p:animEffect>
                                  </p:childTnLst>
                                </p:cTn>
                              </p:par>
                              <p:par>
                                <p:cTn id="46" presetID="10" presetClass="entr" presetSubtype="0" fill="hold"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2000"/>
                                        <p:tgtEl>
                                          <p:spTgt spid="32"/>
                                        </p:tgtEl>
                                      </p:cBhvr>
                                    </p:animEffect>
                                  </p:childTnLst>
                                </p:cTn>
                              </p:par>
                              <p:par>
                                <p:cTn id="49" presetID="10"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2000"/>
                                        <p:tgtEl>
                                          <p:spTgt spid="31"/>
                                        </p:tgtEl>
                                      </p:cBhvr>
                                    </p:animEffect>
                                  </p:childTnLst>
                                </p:cTn>
                              </p:par>
                              <p:par>
                                <p:cTn id="52" presetID="10" presetClass="entr" presetSubtype="0" fill="hold"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381000" y="230188"/>
            <a:ext cx="8382000" cy="664797"/>
          </a:xfrm>
        </p:spPr>
        <p:txBody>
          <a:bodyPr/>
          <a:lstStyle/>
          <a:p>
            <a:r>
              <a:rPr smtClean="0"/>
              <a:t>Live ID - Types </a:t>
            </a:r>
            <a:r>
              <a:rPr/>
              <a:t>of Identities</a:t>
            </a:r>
          </a:p>
        </p:txBody>
      </p:sp>
      <p:sp>
        <p:nvSpPr>
          <p:cNvPr id="5" name="Text Placeholder 4"/>
          <p:cNvSpPr>
            <a:spLocks noGrp="1"/>
          </p:cNvSpPr>
          <p:nvPr>
            <p:ph type="body" sz="quarter" idx="10"/>
          </p:nvPr>
        </p:nvSpPr>
        <p:spPr>
          <a:xfrm>
            <a:off x="381000" y="1106752"/>
            <a:ext cx="3962400" cy="5294048"/>
          </a:xfrm>
        </p:spPr>
        <p:txBody>
          <a:bodyPr>
            <a:normAutofit/>
          </a:bodyPr>
          <a:lstStyle/>
          <a:p>
            <a:pPr>
              <a:lnSpc>
                <a:spcPct val="120000"/>
              </a:lnSpc>
            </a:pPr>
            <a:r>
              <a:rPr lang="en-US" sz="3600" b="1" dirty="0" smtClean="0"/>
              <a:t>Principals</a:t>
            </a:r>
          </a:p>
          <a:p>
            <a:pPr lvl="1">
              <a:lnSpc>
                <a:spcPct val="120000"/>
              </a:lnSpc>
            </a:pPr>
            <a:r>
              <a:rPr lang="en-US" sz="2400" dirty="0" smtClean="0"/>
              <a:t>User (WLID)</a:t>
            </a:r>
          </a:p>
          <a:p>
            <a:pPr lvl="1">
              <a:lnSpc>
                <a:spcPct val="120000"/>
              </a:lnSpc>
            </a:pPr>
            <a:r>
              <a:rPr lang="en-US" sz="2400" dirty="0" smtClean="0"/>
              <a:t>Machine (Device ID) </a:t>
            </a:r>
          </a:p>
          <a:p>
            <a:pPr lvl="1">
              <a:lnSpc>
                <a:spcPct val="120000"/>
              </a:lnSpc>
            </a:pPr>
            <a:r>
              <a:rPr lang="en-US" sz="2400" dirty="0" smtClean="0"/>
              <a:t>Machine on behalf of User (linked device) </a:t>
            </a:r>
          </a:p>
          <a:p>
            <a:pPr lvl="1">
              <a:lnSpc>
                <a:spcPct val="120000"/>
              </a:lnSpc>
            </a:pPr>
            <a:r>
              <a:rPr lang="en-US" sz="2400" dirty="0" smtClean="0"/>
              <a:t>App (App ID)</a:t>
            </a:r>
          </a:p>
          <a:p>
            <a:pPr lvl="1">
              <a:lnSpc>
                <a:spcPct val="120000"/>
              </a:lnSpc>
            </a:pPr>
            <a:r>
              <a:rPr lang="en-US" sz="2400" dirty="0" smtClean="0"/>
              <a:t>App on behalf of User (Delegation)</a:t>
            </a:r>
          </a:p>
          <a:p>
            <a:pPr lvl="1">
              <a:lnSpc>
                <a:spcPct val="120000"/>
              </a:lnSpc>
            </a:pPr>
            <a:endParaRPr lang="en-US" dirty="0" smtClean="0"/>
          </a:p>
        </p:txBody>
      </p:sp>
      <p:sp>
        <p:nvSpPr>
          <p:cNvPr id="4" name="Title 1"/>
          <p:cNvSpPr txBox="1">
            <a:spLocks/>
          </p:cNvSpPr>
          <p:nvPr/>
        </p:nvSpPr>
        <p:spPr>
          <a:xfrm>
            <a:off x="304800" y="228600"/>
            <a:ext cx="8382000" cy="1163395"/>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5000" b="0" i="0" u="none" strike="noStrike" kern="1200" cap="none" spc="0" normalizeH="0" baseline="0" noProof="0" dirty="0">
              <a:ln>
                <a:noFill/>
              </a:ln>
              <a:solidFill>
                <a:schemeClr val="tx2"/>
              </a:solidFill>
              <a:effectLst/>
              <a:uLnTx/>
              <a:uFillTx/>
              <a:latin typeface="+mj-lt"/>
              <a:ea typeface="+mj-ea"/>
              <a:cs typeface="+mj-cs"/>
            </a:endParaRPr>
          </a:p>
        </p:txBody>
      </p:sp>
      <p:sp>
        <p:nvSpPr>
          <p:cNvPr id="6" name="Slide Number Placeholder 3"/>
          <p:cNvSpPr txBox="1">
            <a:spLocks/>
          </p:cNvSpPr>
          <p:nvPr/>
        </p:nvSpPr>
        <p:spPr>
          <a:xfrm>
            <a:off x="7924800" y="6356350"/>
            <a:ext cx="7620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42AED99-7FB4-404E-8A97-64753DCE42EC}" type="slidenum">
              <a:rPr kumimoji="0" lang="en-US" sz="1800" b="0" i="0" u="none" strike="noStrike" kern="1200" cap="none" spc="0" normalizeH="0" baseline="0" noProof="0" smtClean="0">
                <a:ln>
                  <a:noFill/>
                </a:ln>
                <a:solidFill>
                  <a:schemeClr val="tx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Footer Placeholder 4"/>
          <p:cNvSpPr txBox="1">
            <a:spLocks/>
          </p:cNvSpPr>
          <p:nvPr/>
        </p:nvSpPr>
        <p:spPr>
          <a:xfrm>
            <a:off x="2667000" y="6356350"/>
            <a:ext cx="33528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smtClean="0">
                <a:ln>
                  <a:noFill/>
                </a:ln>
                <a:solidFill>
                  <a:schemeClr val="tx1"/>
                </a:solidFill>
                <a:effectLst/>
                <a:uLnTx/>
                <a:uFillTx/>
                <a:latin typeface="+mn-lt"/>
                <a:ea typeface="+mn-ea"/>
                <a:cs typeface="+mn-cs"/>
              </a:rPr>
              <a:t>Microsoft Confidential</a:t>
            </a:r>
            <a:endParaRPr kumimoji="0" 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Text Placeholder 4"/>
          <p:cNvSpPr txBox="1">
            <a:spLocks/>
          </p:cNvSpPr>
          <p:nvPr/>
        </p:nvSpPr>
        <p:spPr>
          <a:xfrm>
            <a:off x="3962400" y="1143000"/>
            <a:ext cx="4876800" cy="5334000"/>
          </a:xfrm>
          <a:prstGeom prst="rect">
            <a:avLst/>
          </a:prstGeom>
        </p:spPr>
        <p:txBody>
          <a:bodyPr vert="horz" lIns="0" tIns="0" rIns="0" bIns="0" rtlCol="0">
            <a:normAutofit fontScale="55000" lnSpcReduction="20000"/>
          </a:bodyPr>
          <a:lstStyle/>
          <a:p>
            <a:pPr marL="396875" lvl="0" indent="-396875">
              <a:lnSpc>
                <a:spcPct val="120000"/>
              </a:lnSpc>
              <a:spcBef>
                <a:spcPct val="20000"/>
              </a:spcBef>
              <a:buBlip>
                <a:blip r:embed="rId3"/>
              </a:buBlip>
            </a:pPr>
            <a:r>
              <a:rPr lang="en-US" sz="4600" b="1" dirty="0" smtClean="0"/>
              <a:t>Types of User WLID’s</a:t>
            </a:r>
          </a:p>
          <a:p>
            <a:pPr marL="854057" lvl="1" indent="-396875">
              <a:lnSpc>
                <a:spcPct val="120000"/>
              </a:lnSpc>
              <a:spcBef>
                <a:spcPct val="20000"/>
              </a:spcBef>
              <a:buBlip>
                <a:blip r:embed="rId3"/>
              </a:buBlip>
            </a:pPr>
            <a:r>
              <a:rPr lang="en-US" sz="3200" dirty="0" smtClean="0"/>
              <a:t>Passport Account, Hotmail account</a:t>
            </a:r>
          </a:p>
          <a:p>
            <a:pPr marL="1311238" lvl="2" indent="-396875">
              <a:lnSpc>
                <a:spcPct val="120000"/>
              </a:lnSpc>
              <a:spcBef>
                <a:spcPct val="20000"/>
              </a:spcBef>
              <a:buBlip>
                <a:blip r:embed="rId3"/>
              </a:buBlip>
            </a:pPr>
            <a:r>
              <a:rPr lang="en-US" sz="2400" dirty="0" smtClean="0"/>
              <a:t>person @ hotmail.*</a:t>
            </a:r>
          </a:p>
          <a:p>
            <a:pPr marL="1311238" lvl="2" indent="-396875">
              <a:lnSpc>
                <a:spcPct val="120000"/>
              </a:lnSpc>
              <a:spcBef>
                <a:spcPct val="20000"/>
              </a:spcBef>
              <a:buBlip>
                <a:blip r:embed="rId3"/>
              </a:buBlip>
            </a:pPr>
            <a:r>
              <a:rPr lang="en-US" sz="2400" dirty="0" smtClean="0"/>
              <a:t>person @ live.*</a:t>
            </a:r>
          </a:p>
          <a:p>
            <a:pPr marL="1311238" lvl="2" indent="-396875">
              <a:lnSpc>
                <a:spcPct val="120000"/>
              </a:lnSpc>
              <a:spcBef>
                <a:spcPct val="20000"/>
              </a:spcBef>
              <a:buBlip>
                <a:blip r:embed="rId3"/>
              </a:buBlip>
            </a:pPr>
            <a:r>
              <a:rPr lang="en-US" sz="2400" dirty="0" smtClean="0"/>
              <a:t>person @ msn.*</a:t>
            </a:r>
          </a:p>
          <a:p>
            <a:pPr marL="854057" lvl="1" indent="-396875">
              <a:lnSpc>
                <a:spcPct val="120000"/>
              </a:lnSpc>
              <a:spcBef>
                <a:spcPct val="20000"/>
              </a:spcBef>
              <a:buBlip>
                <a:blip r:embed="rId3"/>
              </a:buBlip>
            </a:pPr>
            <a:r>
              <a:rPr lang="en-US" sz="3200" dirty="0" smtClean="0"/>
              <a:t>EASI (“Email as sign-in") account</a:t>
            </a:r>
          </a:p>
          <a:p>
            <a:pPr marL="1311238" lvl="2" indent="-396875">
              <a:lnSpc>
                <a:spcPct val="120000"/>
              </a:lnSpc>
              <a:spcBef>
                <a:spcPct val="20000"/>
              </a:spcBef>
              <a:buBlip>
                <a:blip r:embed="rId3"/>
              </a:buBlip>
            </a:pPr>
            <a:r>
              <a:rPr lang="en-US" sz="2400" dirty="0" smtClean="0"/>
              <a:t>Any valid email account </a:t>
            </a:r>
          </a:p>
          <a:p>
            <a:pPr marL="1768420" lvl="3" indent="-396875">
              <a:lnSpc>
                <a:spcPct val="120000"/>
              </a:lnSpc>
              <a:spcBef>
                <a:spcPct val="20000"/>
              </a:spcBef>
              <a:buBlip>
                <a:blip r:embed="rId3"/>
              </a:buBlip>
            </a:pPr>
            <a:r>
              <a:rPr lang="en-US" sz="2400" dirty="0" smtClean="0">
                <a:hlinkClick r:id="rId4"/>
              </a:rPr>
              <a:t>person@yahoo.com</a:t>
            </a:r>
            <a:endParaRPr lang="en-US" sz="2400" dirty="0" smtClean="0"/>
          </a:p>
          <a:p>
            <a:pPr marL="1768420" lvl="3" indent="-396875">
              <a:lnSpc>
                <a:spcPct val="120000"/>
              </a:lnSpc>
              <a:spcBef>
                <a:spcPct val="20000"/>
              </a:spcBef>
              <a:buBlip>
                <a:blip r:embed="rId3"/>
              </a:buBlip>
            </a:pPr>
            <a:r>
              <a:rPr lang="en-US" sz="2400" dirty="0" smtClean="0">
                <a:hlinkClick r:id="rId5"/>
              </a:rPr>
              <a:t>person@myISP.net</a:t>
            </a:r>
            <a:endParaRPr lang="en-US" sz="2400" dirty="0" smtClean="0"/>
          </a:p>
          <a:p>
            <a:pPr marL="854057" lvl="1" indent="-396875">
              <a:lnSpc>
                <a:spcPct val="120000"/>
              </a:lnSpc>
              <a:spcBef>
                <a:spcPct val="20000"/>
              </a:spcBef>
              <a:buBlip>
                <a:blip r:embed="rId3"/>
              </a:buBlip>
            </a:pPr>
            <a:r>
              <a:rPr lang="en-US" sz="3200" dirty="0" smtClean="0"/>
              <a:t>Managed namespaces</a:t>
            </a:r>
          </a:p>
          <a:p>
            <a:pPr marL="1311238" lvl="2" indent="-396875">
              <a:lnSpc>
                <a:spcPct val="120000"/>
              </a:lnSpc>
              <a:spcBef>
                <a:spcPct val="20000"/>
              </a:spcBef>
              <a:buBlip>
                <a:blip r:embed="rId3"/>
              </a:buBlip>
            </a:pPr>
            <a:r>
              <a:rPr lang="en-US" sz="2400" dirty="0" smtClean="0"/>
              <a:t>Custom Domains</a:t>
            </a:r>
          </a:p>
          <a:p>
            <a:pPr marL="1311238" lvl="2" indent="-396875">
              <a:lnSpc>
                <a:spcPct val="120000"/>
              </a:lnSpc>
              <a:spcBef>
                <a:spcPct val="20000"/>
              </a:spcBef>
              <a:buBlip>
                <a:blip r:embed="rId3"/>
              </a:buBlip>
            </a:pPr>
            <a:r>
              <a:rPr lang="en-US" sz="2400" dirty="0" smtClean="0"/>
              <a:t>Hotmail-hosted email account (@</a:t>
            </a:r>
            <a:r>
              <a:rPr lang="en-US" sz="2400" dirty="0" err="1" smtClean="0"/>
              <a:t>MyDomain.com</a:t>
            </a:r>
            <a:r>
              <a:rPr lang="en-US" sz="2400" dirty="0" smtClean="0"/>
              <a:t>)</a:t>
            </a:r>
          </a:p>
          <a:p>
            <a:pPr marL="854057" lvl="1" indent="-396875">
              <a:lnSpc>
                <a:spcPct val="120000"/>
              </a:lnSpc>
              <a:spcBef>
                <a:spcPct val="20000"/>
              </a:spcBef>
              <a:buBlip>
                <a:blip r:embed="rId3"/>
              </a:buBlip>
            </a:pPr>
            <a:r>
              <a:rPr lang="en-US" sz="3200" dirty="0" smtClean="0"/>
              <a:t>Federated Accounts</a:t>
            </a:r>
          </a:p>
          <a:p>
            <a:pPr marL="1311238" lvl="2" indent="-396875">
              <a:lnSpc>
                <a:spcPct val="120000"/>
              </a:lnSpc>
              <a:spcBef>
                <a:spcPct val="20000"/>
              </a:spcBef>
              <a:buBlip>
                <a:blip r:embed="rId3"/>
              </a:buBlip>
            </a:pPr>
            <a:r>
              <a:rPr lang="en-US" sz="3200" dirty="0" smtClean="0"/>
              <a:t>@EDU Program</a:t>
            </a:r>
          </a:p>
          <a:p>
            <a:pPr marL="1311238" lvl="2" indent="-396875">
              <a:lnSpc>
                <a:spcPct val="120000"/>
              </a:lnSpc>
              <a:spcBef>
                <a:spcPct val="20000"/>
              </a:spcBef>
              <a:buBlip>
                <a:blip r:embed="rId3"/>
              </a:buBlip>
            </a:pPr>
            <a:r>
              <a:rPr lang="en-US" sz="3200" dirty="0" smtClean="0"/>
              <a:t>Net-ops Partners</a:t>
            </a:r>
          </a:p>
          <a:p>
            <a:pPr marL="1311238" lvl="2" indent="-396875">
              <a:lnSpc>
                <a:spcPct val="120000"/>
              </a:lnSpc>
              <a:spcBef>
                <a:spcPct val="20000"/>
              </a:spcBef>
              <a:buBlip>
                <a:blip r:embed="rId3"/>
              </a:buBlip>
            </a:pPr>
            <a:r>
              <a:rPr lang="en-US" sz="3200" dirty="0" smtClean="0"/>
              <a:t>Enterprises</a:t>
            </a: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64797"/>
          </a:xfrm>
        </p:spPr>
        <p:txBody>
          <a:bodyPr/>
          <a:lstStyle/>
          <a:p>
            <a:r>
              <a:rPr lang="en-US" dirty="0" smtClean="0"/>
              <a:t>Live ID - CardSpace Support</a:t>
            </a:r>
            <a:endParaRPr lang="en-US" dirty="0"/>
          </a:p>
        </p:txBody>
      </p:sp>
      <p:sp>
        <p:nvSpPr>
          <p:cNvPr id="12" name="Content Placeholder 11"/>
          <p:cNvSpPr>
            <a:spLocks noGrp="1"/>
          </p:cNvSpPr>
          <p:nvPr>
            <p:ph sz="half" idx="1"/>
          </p:nvPr>
        </p:nvSpPr>
        <p:spPr>
          <a:xfrm>
            <a:off x="304800" y="1905000"/>
            <a:ext cx="5181600" cy="1726627"/>
          </a:xfrm>
        </p:spPr>
        <p:txBody>
          <a:bodyPr/>
          <a:lstStyle/>
          <a:p>
            <a:r>
              <a:rPr lang="en-US" sz="2200" dirty="0" smtClean="0">
                <a:latin typeface="Calibri" pitchFamily="34" charset="0"/>
              </a:rPr>
              <a:t>Live ID supports self-issued info cards </a:t>
            </a:r>
            <a:br>
              <a:rPr lang="en-US" sz="2200" dirty="0" smtClean="0">
                <a:latin typeface="Calibri" pitchFamily="34" charset="0"/>
              </a:rPr>
            </a:br>
            <a:r>
              <a:rPr lang="en-US" sz="2200" dirty="0" smtClean="0">
                <a:latin typeface="Calibri" pitchFamily="34" charset="0"/>
              </a:rPr>
              <a:t>(Beta @ August 2007)</a:t>
            </a:r>
          </a:p>
          <a:p>
            <a:r>
              <a:rPr lang="en-US" sz="2200" dirty="0" smtClean="0">
                <a:latin typeface="Calibri" pitchFamily="34" charset="0"/>
              </a:rPr>
              <a:t>Associate an info card with WLID account</a:t>
            </a:r>
          </a:p>
          <a:p>
            <a:r>
              <a:rPr lang="en-US" sz="2200" dirty="0" smtClean="0">
                <a:latin typeface="Calibri" pitchFamily="34" charset="0"/>
              </a:rPr>
              <a:t>Working on release UX</a:t>
            </a:r>
          </a:p>
          <a:p>
            <a:r>
              <a:rPr lang="en-US" sz="2200" dirty="0" smtClean="0">
                <a:latin typeface="Calibri" pitchFamily="34" charset="0"/>
              </a:rPr>
              <a:t>Managed info cards in the future</a:t>
            </a:r>
          </a:p>
        </p:txBody>
      </p:sp>
      <p:sp>
        <p:nvSpPr>
          <p:cNvPr id="10" name="Footer Placeholder 9"/>
          <p:cNvSpPr>
            <a:spLocks noGrp="1"/>
          </p:cNvSpPr>
          <p:nvPr>
            <p:ph type="ftr" sz="quarter" idx="10"/>
          </p:nvPr>
        </p:nvSpPr>
        <p:spPr>
          <a:xfrm>
            <a:off x="2667000" y="6356350"/>
            <a:ext cx="3352800" cy="365125"/>
          </a:xfrm>
          <a:prstGeom prst="rect">
            <a:avLst/>
          </a:prstGeom>
        </p:spPr>
        <p:txBody>
          <a:bodyPr/>
          <a:lstStyle/>
          <a:p>
            <a:r>
              <a:rPr kumimoji="0" lang="en-US" smtClean="0"/>
              <a:t>Microsoft Confidential</a:t>
            </a:r>
            <a:endParaRPr kumimoji="0" lang="en-US"/>
          </a:p>
        </p:txBody>
      </p:sp>
      <p:sp>
        <p:nvSpPr>
          <p:cNvPr id="9" name="Slide Number Placeholder 8"/>
          <p:cNvSpPr>
            <a:spLocks noGrp="1"/>
          </p:cNvSpPr>
          <p:nvPr>
            <p:ph type="sldNum" sz="quarter" idx="4294967295"/>
          </p:nvPr>
        </p:nvSpPr>
        <p:spPr>
          <a:xfrm>
            <a:off x="8382000" y="6356350"/>
            <a:ext cx="762000" cy="365125"/>
          </a:xfrm>
          <a:prstGeom prst="rect">
            <a:avLst/>
          </a:prstGeom>
        </p:spPr>
        <p:txBody>
          <a:bodyPr/>
          <a:lstStyle/>
          <a:p>
            <a:fld id="{042AED99-7FB4-404E-8A97-64753DCE42EC}" type="slidenum">
              <a:rPr kumimoji="0" lang="en-US" smtClean="0"/>
              <a:pPr/>
              <a:t>10</a:t>
            </a:fld>
            <a:endParaRPr kumimoji="0" lang="en-US"/>
          </a:p>
        </p:txBody>
      </p:sp>
      <p:pic>
        <p:nvPicPr>
          <p:cNvPr id="80899" name="Picture 3"/>
          <p:cNvPicPr>
            <a:picLocks noChangeAspect="1" noChangeArrowheads="1"/>
          </p:cNvPicPr>
          <p:nvPr/>
        </p:nvPicPr>
        <p:blipFill>
          <a:blip r:embed="rId3"/>
          <a:srcRect/>
          <a:stretch>
            <a:fillRect/>
          </a:stretch>
        </p:blipFill>
        <p:spPr bwMode="auto">
          <a:xfrm>
            <a:off x="5486400" y="1752600"/>
            <a:ext cx="3276600" cy="1955653"/>
          </a:xfrm>
          <a:prstGeom prst="rect">
            <a:avLst/>
          </a:prstGeom>
          <a:noFill/>
          <a:ln w="9525">
            <a:noFill/>
            <a:miter lim="800000"/>
            <a:headEnd/>
            <a:tailEnd/>
          </a:ln>
          <a:effectLst/>
        </p:spPr>
      </p:pic>
      <p:pic>
        <p:nvPicPr>
          <p:cNvPr id="7" name="Picture 2"/>
          <p:cNvPicPr>
            <a:picLocks noChangeAspect="1" noChangeArrowheads="1"/>
          </p:cNvPicPr>
          <p:nvPr/>
        </p:nvPicPr>
        <p:blipFill>
          <a:blip r:embed="rId4"/>
          <a:srcRect/>
          <a:stretch>
            <a:fillRect/>
          </a:stretch>
        </p:blipFill>
        <p:spPr bwMode="auto">
          <a:xfrm>
            <a:off x="5638800" y="4343400"/>
            <a:ext cx="3200400" cy="2162024"/>
          </a:xfrm>
          <a:prstGeom prst="rect">
            <a:avLst/>
          </a:prstGeom>
          <a:noFill/>
          <a:ln w="9525">
            <a:noFill/>
            <a:miter lim="800000"/>
            <a:headEnd/>
            <a:tailEnd/>
          </a:ln>
          <a:effectLst/>
        </p:spPr>
      </p:pic>
      <p:pic>
        <p:nvPicPr>
          <p:cNvPr id="80900" name="Picture 4"/>
          <p:cNvPicPr>
            <a:picLocks noChangeAspect="1" noChangeArrowheads="1"/>
          </p:cNvPicPr>
          <p:nvPr/>
        </p:nvPicPr>
        <p:blipFill>
          <a:blip r:embed="rId5"/>
          <a:srcRect/>
          <a:stretch>
            <a:fillRect/>
          </a:stretch>
        </p:blipFill>
        <p:spPr bwMode="auto">
          <a:xfrm>
            <a:off x="1564367" y="4419600"/>
            <a:ext cx="3276600" cy="1552575"/>
          </a:xfrm>
          <a:prstGeom prst="rect">
            <a:avLst/>
          </a:prstGeom>
          <a:noFill/>
          <a:ln w="9525">
            <a:noFill/>
            <a:miter lim="800000"/>
            <a:headEnd/>
            <a:tailEnd/>
          </a:ln>
          <a:effectLst/>
        </p:spPr>
      </p:pic>
      <p:pic>
        <p:nvPicPr>
          <p:cNvPr id="13" name="-&gt;Services" descr="C:\Program Files\Microsoft Resource DVD Artwork\DVD_ART\BoxShots_Logos\MSDN\MSDN arrow illuminated.png"/>
          <p:cNvPicPr>
            <a:picLocks noChangeAspect="1" noChangeArrowheads="1"/>
          </p:cNvPicPr>
          <p:nvPr/>
        </p:nvPicPr>
        <p:blipFill>
          <a:blip r:embed="rId6" cstate="print"/>
          <a:srcRect/>
          <a:stretch>
            <a:fillRect/>
          </a:stretch>
        </p:blipFill>
        <p:spPr bwMode="auto">
          <a:xfrm rot="17961494" flipV="1">
            <a:off x="3777998" y="3362539"/>
            <a:ext cx="1856971" cy="745110"/>
          </a:xfrm>
          <a:prstGeom prst="rect">
            <a:avLst/>
          </a:prstGeom>
          <a:noFill/>
        </p:spPr>
      </p:pic>
      <p:pic>
        <p:nvPicPr>
          <p:cNvPr id="14" name="Picture 1" descr="C:\Program Files\Microsoft Office\MEDIA\OFFICE12\Bullets\BD21298_.gif"/>
          <p:cNvPicPr>
            <a:picLocks noChangeAspect="1" noChangeArrowheads="1"/>
          </p:cNvPicPr>
          <p:nvPr/>
        </p:nvPicPr>
        <p:blipFill>
          <a:blip r:embed="rId7"/>
          <a:srcRect/>
          <a:stretch>
            <a:fillRect/>
          </a:stretch>
        </p:blipFill>
        <p:spPr bwMode="auto">
          <a:xfrm rot="5400000">
            <a:off x="7153274" y="3895726"/>
            <a:ext cx="609601" cy="285750"/>
          </a:xfrm>
          <a:prstGeom prst="rect">
            <a:avLst/>
          </a:prstGeom>
          <a:noFill/>
        </p:spPr>
      </p:pic>
      <p:sp>
        <p:nvSpPr>
          <p:cNvPr id="11" name="TextBox 10"/>
          <p:cNvSpPr txBox="1"/>
          <p:nvPr/>
        </p:nvSpPr>
        <p:spPr>
          <a:xfrm>
            <a:off x="304800" y="6019800"/>
            <a:ext cx="5110694" cy="707886"/>
          </a:xfrm>
          <a:prstGeom prst="rect">
            <a:avLst/>
          </a:prstGeom>
          <a:noFill/>
        </p:spPr>
        <p:txBody>
          <a:bodyPr wrap="none" rtlCol="0">
            <a:spAutoFit/>
          </a:bodyPr>
          <a:lstStyle/>
          <a:p>
            <a:r>
              <a:rPr lang="en-US" sz="2000" dirty="0" smtClean="0">
                <a:hlinkClick r:id="rId8"/>
              </a:rPr>
              <a:t>https://login.live.com/beta/ManageCards.srf</a:t>
            </a:r>
            <a:endParaRPr lang="en-US" sz="2000" dirty="0" smtClean="0"/>
          </a:p>
          <a:p>
            <a:endParaRPr lang="en-US" sz="2000" dirty="0" err="1" smtClean="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80900"/>
                                        </p:tgtEl>
                                        <p:attrNameLst>
                                          <p:attrName>style.visibility</p:attrName>
                                        </p:attrNameLst>
                                      </p:cBhvr>
                                      <p:to>
                                        <p:strVal val="visible"/>
                                      </p:to>
                                    </p:set>
                                    <p:animEffect transition="in" filter="box(in)">
                                      <p:cBhvr>
                                        <p:cTn id="7" dur="500"/>
                                        <p:tgtEl>
                                          <p:spTgt spid="8090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par>
                          <p:cTn id="11" fill="hold">
                            <p:stCondLst>
                              <p:cond delay="500"/>
                            </p:stCondLst>
                            <p:childTnLst>
                              <p:par>
                                <p:cTn id="12" presetID="4" presetClass="entr" presetSubtype="16"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box(in)">
                                      <p:cBhvr>
                                        <p:cTn id="14" dur="500"/>
                                        <p:tgtEl>
                                          <p:spTgt spid="13"/>
                                        </p:tgtEl>
                                      </p:cBhvr>
                                    </p:animEffect>
                                  </p:childTnLst>
                                </p:cTn>
                              </p:par>
                            </p:childTnLst>
                          </p:cTn>
                        </p:par>
                        <p:par>
                          <p:cTn id="15" fill="hold">
                            <p:stCondLst>
                              <p:cond delay="1000"/>
                            </p:stCondLst>
                            <p:childTnLst>
                              <p:par>
                                <p:cTn id="16" presetID="4" presetClass="entr" presetSubtype="16" fill="hold" nodeType="afterEffect">
                                  <p:stCondLst>
                                    <p:cond delay="0"/>
                                  </p:stCondLst>
                                  <p:childTnLst>
                                    <p:set>
                                      <p:cBhvr>
                                        <p:cTn id="17" dur="1" fill="hold">
                                          <p:stCondLst>
                                            <p:cond delay="0"/>
                                          </p:stCondLst>
                                        </p:cTn>
                                        <p:tgtEl>
                                          <p:spTgt spid="80899"/>
                                        </p:tgtEl>
                                        <p:attrNameLst>
                                          <p:attrName>style.visibility</p:attrName>
                                        </p:attrNameLst>
                                      </p:cBhvr>
                                      <p:to>
                                        <p:strVal val="visible"/>
                                      </p:to>
                                    </p:set>
                                    <p:animEffect transition="in" filter="box(in)">
                                      <p:cBhvr>
                                        <p:cTn id="18" dur="500"/>
                                        <p:tgtEl>
                                          <p:spTgt spid="80899"/>
                                        </p:tgtEl>
                                      </p:cBhvr>
                                    </p:animEffect>
                                  </p:childTnLst>
                                </p:cTn>
                              </p:par>
                            </p:childTnLst>
                          </p:cTn>
                        </p:par>
                        <p:par>
                          <p:cTn id="19" fill="hold">
                            <p:stCondLst>
                              <p:cond delay="1500"/>
                            </p:stCondLst>
                            <p:childTnLst>
                              <p:par>
                                <p:cTn id="20" presetID="4" presetClass="entr" presetSubtype="16"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ox(in)">
                                      <p:cBhvr>
                                        <p:cTn id="22" dur="500"/>
                                        <p:tgtEl>
                                          <p:spTgt spid="14"/>
                                        </p:tgtEl>
                                      </p:cBhvr>
                                    </p:animEffect>
                                  </p:childTnLst>
                                </p:cTn>
                              </p:par>
                            </p:childTnLst>
                          </p:cTn>
                        </p:par>
                        <p:par>
                          <p:cTn id="23" fill="hold">
                            <p:stCondLst>
                              <p:cond delay="2000"/>
                            </p:stCondLst>
                            <p:childTnLst>
                              <p:par>
                                <p:cTn id="24" presetID="4" presetClass="entr" presetSubtype="16"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ox(in)">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smtClean="0">
                <a:latin typeface="Calibri" pitchFamily="34" charset="0"/>
              </a:rPr>
              <a:t>Linked IDs (Personas) Overview</a:t>
            </a:r>
          </a:p>
        </p:txBody>
      </p:sp>
      <p:sp>
        <p:nvSpPr>
          <p:cNvPr id="28675" name="Rectangle 3"/>
          <p:cNvSpPr>
            <a:spLocks noGrp="1" noChangeArrowheads="1"/>
          </p:cNvSpPr>
          <p:nvPr>
            <p:ph type="body" idx="1"/>
          </p:nvPr>
        </p:nvSpPr>
        <p:spPr>
          <a:xfrm>
            <a:off x="381000" y="1143001"/>
            <a:ext cx="8382000" cy="5334000"/>
          </a:xfrm>
        </p:spPr>
        <p:txBody>
          <a:bodyPr>
            <a:normAutofit/>
          </a:bodyPr>
          <a:lstStyle/>
          <a:p>
            <a:pPr>
              <a:lnSpc>
                <a:spcPct val="80000"/>
              </a:lnSpc>
            </a:pPr>
            <a:r>
              <a:rPr lang="en-US" sz="1800" b="1" dirty="0" smtClean="0">
                <a:latin typeface="Calibri" pitchFamily="34" charset="0"/>
              </a:rPr>
              <a:t>Personas problem:  </a:t>
            </a:r>
            <a:r>
              <a:rPr lang="en-US" sz="1800" dirty="0" smtClean="0">
                <a:latin typeface="Calibri" pitchFamily="34" charset="0"/>
              </a:rPr>
              <a:t>users need to represent themselves differently:  family, work, dating, gaming.</a:t>
            </a:r>
          </a:p>
          <a:p>
            <a:pPr>
              <a:lnSpc>
                <a:spcPct val="80000"/>
              </a:lnSpc>
            </a:pPr>
            <a:r>
              <a:rPr lang="en-US" sz="1800" dirty="0" smtClean="0">
                <a:latin typeface="Calibri" pitchFamily="34" charset="0"/>
              </a:rPr>
              <a:t>Many users maintain multiple Live IDs to manage their personas. </a:t>
            </a:r>
          </a:p>
          <a:p>
            <a:pPr>
              <a:lnSpc>
                <a:spcPct val="80000"/>
              </a:lnSpc>
            </a:pPr>
            <a:r>
              <a:rPr lang="en-US" sz="1800" dirty="0" smtClean="0">
                <a:latin typeface="Calibri" pitchFamily="34" charset="0"/>
              </a:rPr>
              <a:t>Microsoft previously did not know that multiple IDs belong to the same user. </a:t>
            </a:r>
            <a:endParaRPr lang="en-US" sz="1800" u="sng" dirty="0" smtClean="0">
              <a:latin typeface="Calibri" pitchFamily="34" charset="0"/>
            </a:endParaRPr>
          </a:p>
          <a:p>
            <a:pPr>
              <a:lnSpc>
                <a:spcPct val="80000"/>
              </a:lnSpc>
            </a:pPr>
            <a:r>
              <a:rPr lang="en-US" sz="1800" b="1" dirty="0" smtClean="0">
                <a:latin typeface="Calibri" pitchFamily="34" charset="0"/>
              </a:rPr>
              <a:t>Solution:  </a:t>
            </a:r>
            <a:r>
              <a:rPr lang="en-US" sz="1800" dirty="0" smtClean="0">
                <a:latin typeface="Calibri" pitchFamily="34" charset="0"/>
              </a:rPr>
              <a:t>Allow users to link together and sign in with multiple identities, with easy switching between personas.</a:t>
            </a:r>
          </a:p>
          <a:p>
            <a:pPr eaLnBrk="1" hangingPunct="1">
              <a:buFontTx/>
              <a:buNone/>
            </a:pPr>
            <a:endParaRPr lang="en-US" sz="2000" dirty="0" smtClean="0">
              <a:latin typeface="Calibri" pitchFamily="34" charset="0"/>
            </a:endParaRPr>
          </a:p>
          <a:p>
            <a:pPr eaLnBrk="1" hangingPunct="1">
              <a:lnSpc>
                <a:spcPct val="80000"/>
              </a:lnSpc>
              <a:buFontTx/>
              <a:buNone/>
            </a:pPr>
            <a:r>
              <a:rPr lang="en-US" sz="2000" b="1" dirty="0" smtClean="0">
                <a:latin typeface="Calibri" pitchFamily="34" charset="0"/>
              </a:rPr>
              <a:t>Scenarios: </a:t>
            </a:r>
          </a:p>
          <a:p>
            <a:pPr>
              <a:lnSpc>
                <a:spcPct val="90000"/>
              </a:lnSpc>
            </a:pPr>
            <a:r>
              <a:rPr lang="en-US" sz="1800" b="1" u="sng" dirty="0" smtClean="0">
                <a:latin typeface="Calibri" pitchFamily="34" charset="0"/>
              </a:rPr>
              <a:t>Live Mail</a:t>
            </a:r>
            <a:r>
              <a:rPr lang="en-US" sz="1800" b="1" dirty="0" smtClean="0">
                <a:latin typeface="Calibri" pitchFamily="34" charset="0"/>
              </a:rPr>
              <a:t>:</a:t>
            </a:r>
            <a:r>
              <a:rPr lang="en-US" sz="1800" dirty="0" smtClean="0">
                <a:latin typeface="Calibri" pitchFamily="34" charset="0"/>
              </a:rPr>
              <a:t> unified inbox</a:t>
            </a:r>
          </a:p>
          <a:p>
            <a:pPr>
              <a:lnSpc>
                <a:spcPct val="90000"/>
              </a:lnSpc>
            </a:pPr>
            <a:r>
              <a:rPr lang="en-US" sz="1800" b="1" u="sng" dirty="0" smtClean="0">
                <a:latin typeface="Calibri" pitchFamily="34" charset="0"/>
              </a:rPr>
              <a:t>Windows Live</a:t>
            </a:r>
            <a:r>
              <a:rPr lang="en-US" sz="1800" b="1" dirty="0" smtClean="0">
                <a:latin typeface="Calibri" pitchFamily="34" charset="0"/>
              </a:rPr>
              <a:t>:</a:t>
            </a:r>
            <a:r>
              <a:rPr lang="en-US" sz="1800" dirty="0" smtClean="0">
                <a:latin typeface="Calibri" pitchFamily="34" charset="0"/>
              </a:rPr>
              <a:t> easy user switching</a:t>
            </a:r>
          </a:p>
          <a:p>
            <a:pPr>
              <a:lnSpc>
                <a:spcPct val="90000"/>
              </a:lnSpc>
            </a:pPr>
            <a:r>
              <a:rPr lang="en-US" sz="1800" b="1" u="sng" dirty="0" smtClean="0">
                <a:latin typeface="Calibri" pitchFamily="34" charset="0"/>
              </a:rPr>
              <a:t>Windows Live Mesh</a:t>
            </a:r>
            <a:r>
              <a:rPr lang="en-US" sz="1800" b="1" dirty="0" smtClean="0">
                <a:latin typeface="Calibri" pitchFamily="34" charset="0"/>
              </a:rPr>
              <a:t>:</a:t>
            </a:r>
            <a:r>
              <a:rPr lang="en-US" sz="1800" dirty="0" smtClean="0">
                <a:latin typeface="Calibri" pitchFamily="34" charset="0"/>
              </a:rPr>
              <a:t> mesh of all devices, data, apps, </a:t>
            </a:r>
          </a:p>
          <a:p>
            <a:pPr>
              <a:lnSpc>
                <a:spcPct val="90000"/>
              </a:lnSpc>
              <a:buFontTx/>
              <a:buNone/>
            </a:pPr>
            <a:r>
              <a:rPr lang="en-US" sz="1800" dirty="0" smtClean="0">
                <a:latin typeface="Calibri" pitchFamily="34" charset="0"/>
              </a:rPr>
              <a:t>	and contacts </a:t>
            </a:r>
            <a:endParaRPr lang="en-US" sz="1800" b="1" dirty="0" smtClean="0">
              <a:latin typeface="Calibri" pitchFamily="34" charset="0"/>
            </a:endParaRPr>
          </a:p>
          <a:p>
            <a:pPr>
              <a:lnSpc>
                <a:spcPct val="90000"/>
              </a:lnSpc>
            </a:pPr>
            <a:r>
              <a:rPr lang="en-US" sz="1800" b="1" u="sng" dirty="0" smtClean="0">
                <a:latin typeface="Calibri" pitchFamily="34" charset="0"/>
              </a:rPr>
              <a:t>Live Messenger</a:t>
            </a:r>
            <a:r>
              <a:rPr lang="en-US" sz="1800" b="1" dirty="0" smtClean="0">
                <a:latin typeface="Calibri" pitchFamily="34" charset="0"/>
              </a:rPr>
              <a:t>:</a:t>
            </a:r>
            <a:r>
              <a:rPr lang="en-US" sz="1800" dirty="0" smtClean="0">
                <a:latin typeface="Calibri" pitchFamily="34" charset="0"/>
              </a:rPr>
              <a:t> unified messaging, presence &amp; status</a:t>
            </a:r>
          </a:p>
          <a:p>
            <a:pPr>
              <a:lnSpc>
                <a:spcPct val="90000"/>
              </a:lnSpc>
              <a:buFontTx/>
              <a:buNone/>
            </a:pPr>
            <a:r>
              <a:rPr lang="en-US" sz="1800" dirty="0" smtClean="0">
                <a:latin typeface="Calibri" pitchFamily="34" charset="0"/>
              </a:rPr>
              <a:t>       by group</a:t>
            </a:r>
          </a:p>
          <a:p>
            <a:pPr>
              <a:lnSpc>
                <a:spcPct val="90000"/>
              </a:lnSpc>
            </a:pPr>
            <a:r>
              <a:rPr lang="en-US" sz="1800" b="1" u="sng" dirty="0" smtClean="0">
                <a:latin typeface="Calibri" pitchFamily="34" charset="0"/>
              </a:rPr>
              <a:t>Office Live</a:t>
            </a:r>
            <a:r>
              <a:rPr lang="en-US" sz="1800" b="1" dirty="0" smtClean="0">
                <a:latin typeface="Calibri" pitchFamily="34" charset="0"/>
              </a:rPr>
              <a:t>:</a:t>
            </a:r>
            <a:r>
              <a:rPr lang="en-US" sz="1800" dirty="0" smtClean="0">
                <a:latin typeface="Calibri" pitchFamily="34" charset="0"/>
              </a:rPr>
              <a:t> coexistence of work and home IDs</a:t>
            </a:r>
          </a:p>
          <a:p>
            <a:pPr>
              <a:lnSpc>
                <a:spcPct val="90000"/>
              </a:lnSpc>
            </a:pPr>
            <a:r>
              <a:rPr lang="en-US" sz="1800" b="1" u="sng" dirty="0" smtClean="0">
                <a:latin typeface="Calibri" pitchFamily="34" charset="0"/>
              </a:rPr>
              <a:t>Xbox Live</a:t>
            </a:r>
            <a:r>
              <a:rPr lang="en-US" sz="1800" b="1" dirty="0" smtClean="0">
                <a:latin typeface="Calibri" pitchFamily="34" charset="0"/>
              </a:rPr>
              <a:t>:</a:t>
            </a:r>
            <a:r>
              <a:rPr lang="en-US" sz="1800" dirty="0" smtClean="0">
                <a:latin typeface="Calibri" pitchFamily="34" charset="0"/>
              </a:rPr>
              <a:t>  shared points balance across multiple IDs</a:t>
            </a:r>
          </a:p>
          <a:p>
            <a:pPr>
              <a:lnSpc>
                <a:spcPct val="90000"/>
              </a:lnSpc>
            </a:pPr>
            <a:r>
              <a:rPr lang="en-US" sz="1800" b="1" u="sng" dirty="0" smtClean="0">
                <a:latin typeface="Calibri" pitchFamily="34" charset="0"/>
              </a:rPr>
              <a:t>Syndication:</a:t>
            </a:r>
            <a:r>
              <a:rPr lang="en-US" sz="1800" u="sng" dirty="0" smtClean="0">
                <a:latin typeface="Calibri" pitchFamily="34" charset="0"/>
              </a:rPr>
              <a:t>  </a:t>
            </a:r>
            <a:r>
              <a:rPr lang="en-US" sz="1800" dirty="0" smtClean="0">
                <a:latin typeface="Calibri" pitchFamily="34" charset="0"/>
              </a:rPr>
              <a:t>Coexistence of internal and external IDs   </a:t>
            </a:r>
          </a:p>
          <a:p>
            <a:pPr eaLnBrk="1" hangingPunct="1">
              <a:buFontTx/>
              <a:buNone/>
            </a:pPr>
            <a:endParaRPr lang="en-US" sz="1800" dirty="0" smtClean="0">
              <a:latin typeface="Calibri" pitchFamily="34" charset="0"/>
            </a:endParaRPr>
          </a:p>
          <a:p>
            <a:pPr eaLnBrk="1" hangingPunct="1"/>
            <a:endParaRPr lang="en-US" sz="1800" dirty="0" smtClean="0">
              <a:latin typeface="Calibri" pitchFamily="34" charset="0"/>
            </a:endParaRPr>
          </a:p>
        </p:txBody>
      </p:sp>
      <p:sp>
        <p:nvSpPr>
          <p:cNvPr id="28677" name="Rectangle 4"/>
          <p:cNvSpPr>
            <a:spLocks noGrp="1" noChangeArrowheads="1"/>
          </p:cNvSpPr>
          <p:nvPr>
            <p:ph type="ftr" sz="quarter" idx="10"/>
          </p:nvPr>
        </p:nvSpPr>
        <p:spPr bwMode="auto">
          <a:noFill/>
          <a:ln>
            <a:miter lim="800000"/>
            <a:headEnd/>
            <a:tailEnd/>
          </a:ln>
        </p:spPr>
        <p:txBody>
          <a:bodyPr vert="horz" wrap="square" lIns="91440" tIns="45720" rIns="91440" bIns="45720" numCol="1" anchorCtr="0" compatLnSpc="1">
            <a:prstTxWarp prst="textNoShape">
              <a:avLst/>
            </a:prstTxWarp>
          </a:bodyPr>
          <a:lstStyle/>
          <a:p>
            <a:r>
              <a:rPr lang="en-US" smtClean="0">
                <a:latin typeface="Calibri" pitchFamily="34" charset="0"/>
                <a:cs typeface="Arial" charset="0"/>
              </a:rPr>
              <a:t>Microsoft Confidential</a:t>
            </a:r>
          </a:p>
        </p:txBody>
      </p:sp>
      <p:sp>
        <p:nvSpPr>
          <p:cNvPr id="28678" name="Rectangle 5"/>
          <p:cNvSpPr>
            <a:spLocks noGrp="1" noChangeArrowheads="1"/>
          </p:cNvSpPr>
          <p:nvPr>
            <p:ph type="sldNum" sz="quarter" idx="11"/>
          </p:nvPr>
        </p:nvSpPr>
        <p:spPr bwMode="auto">
          <a:noFill/>
          <a:ln>
            <a:miter lim="800000"/>
            <a:headEnd/>
            <a:tailEnd/>
          </a:ln>
        </p:spPr>
        <p:txBody>
          <a:bodyPr vert="horz" wrap="square" lIns="91440" tIns="45720" rIns="91440" bIns="45720" numCol="1" anchorCtr="0" compatLnSpc="1">
            <a:prstTxWarp prst="textNoShape">
              <a:avLst/>
            </a:prstTxWarp>
          </a:bodyPr>
          <a:lstStyle/>
          <a:p>
            <a:pPr lvl="4"/>
            <a:fld id="{12E7A6F3-712C-4FE6-B4B0-56C3863D6965}" type="slidenum">
              <a:rPr lang="en-US" smtClean="0">
                <a:latin typeface="Calibri" pitchFamily="34" charset="0"/>
                <a:cs typeface="Arial" charset="0"/>
              </a:rPr>
              <a:pPr lvl="4"/>
              <a:t>11</a:t>
            </a:fld>
            <a:endParaRPr lang="en-US" smtClean="0">
              <a:solidFill>
                <a:schemeClr val="tx1"/>
              </a:solidFill>
              <a:latin typeface="Calibri" pitchFamily="34" charset="0"/>
              <a:cs typeface="Arial" charset="0"/>
            </a:endParaRPr>
          </a:p>
        </p:txBody>
      </p:sp>
      <p:grpSp>
        <p:nvGrpSpPr>
          <p:cNvPr id="2" name="Group 13"/>
          <p:cNvGrpSpPr>
            <a:grpSpLocks/>
          </p:cNvGrpSpPr>
          <p:nvPr/>
        </p:nvGrpSpPr>
        <p:grpSpPr bwMode="auto">
          <a:xfrm>
            <a:off x="5626100" y="2438400"/>
            <a:ext cx="3594100" cy="4114800"/>
            <a:chOff x="2734776" y="-833193"/>
            <a:chExt cx="6244064" cy="5759451"/>
          </a:xfrm>
        </p:grpSpPr>
        <p:pic>
          <p:nvPicPr>
            <p:cNvPr id="28679" name="Picture 4" descr="messenger_lois"/>
            <p:cNvPicPr>
              <a:picLocks noChangeAspect="1" noChangeArrowheads="1"/>
            </p:cNvPicPr>
            <p:nvPr/>
          </p:nvPicPr>
          <p:blipFill>
            <a:blip r:embed="rId3"/>
            <a:srcRect b="17374"/>
            <a:stretch>
              <a:fillRect/>
            </a:stretch>
          </p:blipFill>
          <p:spPr bwMode="auto">
            <a:xfrm>
              <a:off x="2734776" y="-833193"/>
              <a:ext cx="4429124" cy="5759451"/>
            </a:xfrm>
            <a:prstGeom prst="rect">
              <a:avLst/>
            </a:prstGeom>
            <a:noFill/>
            <a:ln w="9525">
              <a:noFill/>
              <a:miter lim="800000"/>
              <a:headEnd/>
              <a:tailEnd/>
            </a:ln>
          </p:spPr>
        </p:pic>
        <p:pic>
          <p:nvPicPr>
            <p:cNvPr id="28680" name="Picture 3" descr="messenger_superman2"/>
            <p:cNvPicPr>
              <a:picLocks noChangeAspect="1" noChangeArrowheads="1"/>
            </p:cNvPicPr>
            <p:nvPr/>
          </p:nvPicPr>
          <p:blipFill>
            <a:blip r:embed="rId4"/>
            <a:srcRect b="17284"/>
            <a:stretch>
              <a:fillRect/>
            </a:stretch>
          </p:blipFill>
          <p:spPr bwMode="auto">
            <a:xfrm>
              <a:off x="4587817" y="-833193"/>
              <a:ext cx="4391023" cy="5715000"/>
            </a:xfrm>
            <a:prstGeom prst="rect">
              <a:avLst/>
            </a:prstGeom>
            <a:noFill/>
            <a:ln w="9525">
              <a:noFill/>
              <a:miter lim="800000"/>
              <a:headEnd/>
              <a:tailEnd/>
            </a:ln>
          </p:spPr>
        </p:pic>
      </p:grpSp>
    </p:spTree>
  </p:cSld>
  <p:clrMapOvr>
    <a:masterClrMapping/>
  </p:clrMapOvr>
  <p:transition>
    <p:strips dir="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Anti-SPAM – User Reputation System</a:t>
            </a:r>
            <a:endParaRPr lang="en-US" sz="3600" dirty="0"/>
          </a:p>
        </p:txBody>
      </p:sp>
      <p:sp>
        <p:nvSpPr>
          <p:cNvPr id="3" name="Content Placeholder 2"/>
          <p:cNvSpPr>
            <a:spLocks noGrp="1"/>
          </p:cNvSpPr>
          <p:nvPr>
            <p:ph idx="1"/>
          </p:nvPr>
        </p:nvSpPr>
        <p:spPr>
          <a:xfrm>
            <a:off x="457200" y="1524001"/>
            <a:ext cx="8229600" cy="4876800"/>
          </a:xfrm>
        </p:spPr>
        <p:txBody>
          <a:bodyPr>
            <a:normAutofit fontScale="77500" lnSpcReduction="20000"/>
          </a:bodyPr>
          <a:lstStyle/>
          <a:p>
            <a:r>
              <a:rPr lang="en-US" sz="3300" dirty="0" smtClean="0"/>
              <a:t>Spam Economics 101</a:t>
            </a:r>
          </a:p>
          <a:p>
            <a:pPr lvl="1"/>
            <a:endParaRPr lang="en-US" sz="3300" dirty="0" smtClean="0">
              <a:solidFill>
                <a:srgbClr val="FFC000"/>
              </a:solidFill>
            </a:endParaRPr>
          </a:p>
          <a:p>
            <a:pPr lvl="1"/>
            <a:r>
              <a:rPr lang="en-US" sz="3300" dirty="0" smtClean="0">
                <a:solidFill>
                  <a:srgbClr val="FFC000"/>
                </a:solidFill>
              </a:rPr>
              <a:t>Value of account = </a:t>
            </a:r>
          </a:p>
          <a:p>
            <a:pPr lvl="2"/>
            <a:r>
              <a:rPr lang="en-US" sz="3600" dirty="0" smtClean="0">
                <a:solidFill>
                  <a:srgbClr val="FFC000"/>
                </a:solidFill>
              </a:rPr>
              <a:t>Cost to create + Cost to use account</a:t>
            </a:r>
          </a:p>
          <a:p>
            <a:endParaRPr lang="en-US" sz="2400" dirty="0" smtClean="0"/>
          </a:p>
          <a:p>
            <a:r>
              <a:rPr lang="en-US" sz="2400" dirty="0" smtClean="0"/>
              <a:t>Massive SPAM problem</a:t>
            </a:r>
          </a:p>
          <a:p>
            <a:pPr lvl="1"/>
            <a:r>
              <a:rPr lang="en-US" sz="2000" dirty="0" smtClean="0"/>
              <a:t>Spam account creation in the thousands to millions per day </a:t>
            </a:r>
          </a:p>
          <a:p>
            <a:pPr lvl="1"/>
            <a:r>
              <a:rPr lang="en-US" sz="2000" dirty="0" smtClean="0"/>
              <a:t>Express team firefighting spammers every day </a:t>
            </a:r>
          </a:p>
          <a:p>
            <a:pPr lvl="1"/>
            <a:r>
              <a:rPr lang="en-US" sz="2000" dirty="0" smtClean="0"/>
              <a:t>1 million spam sign ups blocked per day by static IP blocking alone! </a:t>
            </a:r>
          </a:p>
          <a:p>
            <a:r>
              <a:rPr lang="en-US" sz="2400" dirty="0" smtClean="0"/>
              <a:t>Solution:  Make SPAM accounts difficult to create</a:t>
            </a:r>
          </a:p>
          <a:p>
            <a:pPr lvl="1"/>
            <a:r>
              <a:rPr lang="en-US" sz="2000" dirty="0" smtClean="0"/>
              <a:t>Real-time IP blocking system using IP reputation system</a:t>
            </a:r>
          </a:p>
          <a:p>
            <a:pPr lvl="1"/>
            <a:r>
              <a:rPr lang="en-US" sz="2000" dirty="0" smtClean="0"/>
              <a:t>Measures to make signup automation harder</a:t>
            </a:r>
          </a:p>
          <a:p>
            <a:pPr lvl="1"/>
            <a:r>
              <a:rPr lang="en-US" sz="2000" dirty="0" smtClean="0"/>
              <a:t>Apply Device ID to make signup secure</a:t>
            </a:r>
          </a:p>
          <a:p>
            <a:r>
              <a:rPr lang="en-US" sz="2400" dirty="0" smtClean="0"/>
              <a:t>Solution:  Reduce outbound SPAM and account abuse</a:t>
            </a:r>
          </a:p>
          <a:p>
            <a:pPr lvl="1"/>
            <a:r>
              <a:rPr lang="en-US" sz="2000" dirty="0" smtClean="0"/>
              <a:t>Difficult to use SPAM accounts via User Reputation System</a:t>
            </a:r>
          </a:p>
          <a:p>
            <a:r>
              <a:rPr lang="en-US" sz="2400" dirty="0" smtClean="0"/>
              <a:t>End user experience</a:t>
            </a:r>
          </a:p>
          <a:p>
            <a:pPr lvl="1"/>
            <a:r>
              <a:rPr lang="en-US" sz="2000" dirty="0" smtClean="0"/>
              <a:t>Less spam for everybody</a:t>
            </a:r>
          </a:p>
          <a:p>
            <a:pPr lvl="1"/>
            <a:r>
              <a:rPr lang="en-US" sz="2000" dirty="0" smtClean="0"/>
              <a:t>Legit user will see improved user experience in seeing less prompts</a:t>
            </a:r>
          </a:p>
        </p:txBody>
      </p:sp>
      <p:sp>
        <p:nvSpPr>
          <p:cNvPr id="4" name="Footer Placeholder 2"/>
          <p:cNvSpPr>
            <a:spLocks noGrp="1"/>
          </p:cNvSpPr>
          <p:nvPr>
            <p:ph type="ftr" sz="quarter" idx="10"/>
          </p:nvPr>
        </p:nvSpPr>
        <p:spPr>
          <a:xfrm>
            <a:off x="3124200" y="6356350"/>
            <a:ext cx="2895600" cy="365125"/>
          </a:xfrm>
        </p:spPr>
        <p:txBody>
          <a:bodyPr/>
          <a:lstStyle/>
          <a:p>
            <a:r>
              <a:rPr lang="en-US" smtClean="0"/>
              <a:t>Microsoft Confidential</a:t>
            </a:r>
            <a:endParaRPr lang="en-US" dirty="0"/>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Live ID - Integration SDKs</a:t>
            </a:r>
            <a:endParaRPr lang="en-US" dirty="0"/>
          </a:p>
        </p:txBody>
      </p:sp>
      <p:sp>
        <p:nvSpPr>
          <p:cNvPr id="3" name="Text Placeholder 2"/>
          <p:cNvSpPr>
            <a:spLocks noGrp="1"/>
          </p:cNvSpPr>
          <p:nvPr>
            <p:ph type="body" sz="quarter" idx="10"/>
          </p:nvPr>
        </p:nvSpPr>
        <p:spPr>
          <a:xfrm>
            <a:off x="381000" y="1143000"/>
            <a:ext cx="8382000" cy="5181599"/>
          </a:xfrm>
        </p:spPr>
        <p:txBody>
          <a:bodyPr>
            <a:normAutofit fontScale="92500" lnSpcReduction="20000"/>
          </a:bodyPr>
          <a:lstStyle/>
          <a:p>
            <a:pPr>
              <a:lnSpc>
                <a:spcPct val="170000"/>
              </a:lnSpc>
              <a:spcBef>
                <a:spcPts val="0"/>
              </a:spcBef>
            </a:pPr>
            <a:r>
              <a:rPr lang="en-US" sz="2000" dirty="0" smtClean="0"/>
              <a:t>Live ID Client SDK</a:t>
            </a:r>
          </a:p>
          <a:p>
            <a:pPr lvl="1">
              <a:lnSpc>
                <a:spcPct val="170000"/>
              </a:lnSpc>
              <a:spcBef>
                <a:spcPts val="0"/>
              </a:spcBef>
            </a:pPr>
            <a:r>
              <a:rPr lang="en-US" sz="1600" dirty="0" smtClean="0"/>
              <a:t>Smart client applications</a:t>
            </a:r>
          </a:p>
          <a:p>
            <a:pPr>
              <a:lnSpc>
                <a:spcPct val="170000"/>
              </a:lnSpc>
              <a:spcBef>
                <a:spcPts val="0"/>
              </a:spcBef>
            </a:pPr>
            <a:r>
              <a:rPr lang="en-US" sz="2000" dirty="0" smtClean="0"/>
              <a:t>Live ID Relying Party Suite (RPS – aka Live ID Server SDK)</a:t>
            </a:r>
          </a:p>
          <a:p>
            <a:pPr lvl="1">
              <a:lnSpc>
                <a:spcPct val="170000"/>
              </a:lnSpc>
              <a:spcBef>
                <a:spcPts val="0"/>
              </a:spcBef>
            </a:pPr>
            <a:r>
              <a:rPr lang="en-US" sz="1600" dirty="0" smtClean="0"/>
              <a:t>Runs on Windows Server OS</a:t>
            </a:r>
          </a:p>
          <a:p>
            <a:pPr lvl="1">
              <a:lnSpc>
                <a:spcPct val="170000"/>
              </a:lnSpc>
              <a:spcBef>
                <a:spcPts val="0"/>
              </a:spcBef>
            </a:pPr>
            <a:r>
              <a:rPr lang="en-US" sz="1600" dirty="0" smtClean="0"/>
              <a:t>Depth partners</a:t>
            </a:r>
          </a:p>
          <a:p>
            <a:pPr>
              <a:lnSpc>
                <a:spcPct val="170000"/>
              </a:lnSpc>
              <a:spcBef>
                <a:spcPts val="0"/>
              </a:spcBef>
            </a:pPr>
            <a:r>
              <a:rPr lang="en-US" sz="2000" dirty="0" smtClean="0"/>
              <a:t>Live ID Web Authentication SDK (WebAuth)</a:t>
            </a:r>
          </a:p>
          <a:p>
            <a:pPr lvl="1">
              <a:lnSpc>
                <a:spcPct val="170000"/>
              </a:lnSpc>
              <a:spcBef>
                <a:spcPts val="0"/>
              </a:spcBef>
            </a:pPr>
            <a:r>
              <a:rPr lang="en-US" sz="1600" dirty="0" smtClean="0"/>
              <a:t>Open source samples in 6 languages – ASP.NET, Java, Perl, PHP, Ruby, Python</a:t>
            </a:r>
          </a:p>
          <a:p>
            <a:pPr lvl="1">
              <a:lnSpc>
                <a:spcPct val="170000"/>
              </a:lnSpc>
              <a:spcBef>
                <a:spcPts val="0"/>
              </a:spcBef>
            </a:pPr>
            <a:r>
              <a:rPr lang="en-US" sz="1600" dirty="0" smtClean="0"/>
              <a:t>Breadth partners</a:t>
            </a:r>
          </a:p>
          <a:p>
            <a:pPr>
              <a:lnSpc>
                <a:spcPct val="170000"/>
              </a:lnSpc>
              <a:spcBef>
                <a:spcPts val="0"/>
              </a:spcBef>
            </a:pPr>
            <a:r>
              <a:rPr lang="en-US" sz="2000" dirty="0" smtClean="0"/>
              <a:t>Live ID Delegated Authentication SDK (DelAuth)</a:t>
            </a:r>
          </a:p>
          <a:p>
            <a:pPr lvl="1">
              <a:lnSpc>
                <a:spcPct val="170000"/>
              </a:lnSpc>
              <a:spcBef>
                <a:spcPts val="0"/>
              </a:spcBef>
            </a:pPr>
            <a:r>
              <a:rPr lang="en-US" sz="1600" dirty="0" smtClean="0"/>
              <a:t>Open source samples in 6 languages – ASP.NET, Java, Perl, PHP, Ruby, Python</a:t>
            </a:r>
          </a:p>
          <a:p>
            <a:pPr lvl="1">
              <a:lnSpc>
                <a:spcPct val="170000"/>
              </a:lnSpc>
              <a:spcBef>
                <a:spcPts val="0"/>
              </a:spcBef>
            </a:pPr>
            <a:r>
              <a:rPr lang="en-US" sz="1600" dirty="0" smtClean="0"/>
              <a:t>Third-party application providers</a:t>
            </a:r>
          </a:p>
          <a:p>
            <a:pPr>
              <a:lnSpc>
                <a:spcPct val="170000"/>
              </a:lnSpc>
              <a:spcBef>
                <a:spcPts val="0"/>
              </a:spcBef>
            </a:pPr>
            <a:r>
              <a:rPr lang="en-US" sz="2000" dirty="0" smtClean="0"/>
              <a:t>Windows Live Tools for Visual Studio</a:t>
            </a:r>
          </a:p>
          <a:p>
            <a:pPr lvl="1">
              <a:lnSpc>
                <a:spcPct val="170000"/>
              </a:lnSpc>
              <a:spcBef>
                <a:spcPts val="0"/>
              </a:spcBef>
            </a:pPr>
            <a:r>
              <a:rPr lang="en-US" sz="1600" dirty="0" smtClean="0"/>
              <a:t>Includes 4 ASP.NET controls to simplify integration with Live ID / Windows Live:</a:t>
            </a:r>
            <a:br>
              <a:rPr lang="en-US" sz="1600" dirty="0" smtClean="0"/>
            </a:br>
            <a:r>
              <a:rPr lang="en-US" sz="1200" dirty="0" smtClean="0"/>
              <a:t>Contacts, </a:t>
            </a:r>
            <a:r>
              <a:rPr lang="en-US" sz="1200" dirty="0" err="1" smtClean="0"/>
              <a:t>IDLogin</a:t>
            </a:r>
            <a:r>
              <a:rPr lang="en-US" sz="1200" dirty="0" smtClean="0"/>
              <a:t>, </a:t>
            </a:r>
            <a:r>
              <a:rPr lang="en-US" sz="1200" dirty="0" err="1" smtClean="0"/>
              <a:t>IDLoginView</a:t>
            </a:r>
            <a:r>
              <a:rPr lang="en-US" sz="1200" dirty="0" smtClean="0"/>
              <a:t>, </a:t>
            </a:r>
            <a:r>
              <a:rPr lang="en-US" sz="1200" dirty="0" err="1" smtClean="0"/>
              <a:t>SilverlightStreamingMedia</a:t>
            </a:r>
            <a:endParaRPr lang="en-US" sz="1200" dirty="0" smtClean="0"/>
          </a:p>
          <a:p>
            <a:pPr lvl="1">
              <a:lnSpc>
                <a:spcPct val="170000"/>
              </a:lnSpc>
              <a:spcBef>
                <a:spcPts val="0"/>
              </a:spcBef>
            </a:pPr>
            <a:endParaRPr lang="en-US" sz="1600" dirty="0" smtClean="0"/>
          </a:p>
        </p:txBody>
      </p:sp>
      <p:sp>
        <p:nvSpPr>
          <p:cNvPr id="4" name="Footer Placeholder 3"/>
          <p:cNvSpPr>
            <a:spLocks noGrp="1"/>
          </p:cNvSpPr>
          <p:nvPr>
            <p:ph type="ftr" sz="quarter" idx="11"/>
          </p:nvPr>
        </p:nvSpPr>
        <p:spPr/>
        <p:txBody>
          <a:bodyPr/>
          <a:lstStyle/>
          <a:p>
            <a:r>
              <a:rPr lang="en-US" dirty="0" smtClean="0"/>
              <a:t>Microsoft Confidential</a:t>
            </a:r>
            <a:endParaRPr lang="en-US" dirty="0"/>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mtClean="0"/>
              <a:t>Windows Live ID Roadmap</a:t>
            </a:r>
            <a:endParaRPr lang="en-US" dirty="0"/>
          </a:p>
        </p:txBody>
      </p:sp>
      <p:sp>
        <p:nvSpPr>
          <p:cNvPr id="3" name="Subtitle 2"/>
          <p:cNvSpPr>
            <a:spLocks noGrp="1"/>
          </p:cNvSpPr>
          <p:nvPr>
            <p:ph type="subTitle" idx="1"/>
          </p:nvPr>
        </p:nvSpPr>
        <p:spPr/>
        <p:txBody>
          <a:bodyPr/>
          <a:lstStyle/>
          <a:p>
            <a:r>
              <a:rPr lang="en-US" dirty="0" smtClean="0">
                <a:solidFill>
                  <a:schemeClr val="tx2"/>
                </a:solidFill>
              </a:rPr>
              <a:t>Where are we heading next?</a:t>
            </a:r>
            <a:endParaRPr lang="en-US" dirty="0">
              <a:solidFill>
                <a:schemeClr val="tx2"/>
              </a:solidFill>
            </a:endParaRPr>
          </a:p>
        </p:txBody>
      </p:sp>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Live ID - Wave 3 Innovations</a:t>
            </a:r>
            <a:endParaRPr lang="en-US" dirty="0"/>
          </a:p>
        </p:txBody>
      </p:sp>
      <p:graphicFrame>
        <p:nvGraphicFramePr>
          <p:cNvPr id="7" name="Content Placeholder 6"/>
          <p:cNvGraphicFramePr>
            <a:graphicFrameLocks noGrp="1"/>
          </p:cNvGraphicFramePr>
          <p:nvPr>
            <p:ph idx="1"/>
          </p:nvPr>
        </p:nvGraphicFramePr>
        <p:xfrm>
          <a:off x="457200" y="1774825"/>
          <a:ext cx="8229600" cy="4625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4"/>
          <p:cNvSpPr>
            <a:spLocks noGrp="1"/>
          </p:cNvSpPr>
          <p:nvPr>
            <p:ph type="ftr" sz="quarter" idx="4294967295"/>
          </p:nvPr>
        </p:nvSpPr>
        <p:spPr>
          <a:xfrm>
            <a:off x="3429000" y="6416675"/>
            <a:ext cx="2895600" cy="365125"/>
          </a:xfrm>
          <a:prstGeom prst="rect">
            <a:avLst/>
          </a:prstGeom>
        </p:spPr>
        <p:txBody>
          <a:bodyPr/>
          <a:lstStyle/>
          <a:p>
            <a:r>
              <a:rPr kumimoji="0" lang="en-US" sz="1800" dirty="0" smtClean="0">
                <a:solidFill>
                  <a:schemeClr val="tx1"/>
                </a:solidFill>
              </a:rPr>
              <a:t>Microsoft Confidential</a:t>
            </a:r>
            <a:endParaRPr kumimoji="0" lang="en-US" sz="1800" dirty="0">
              <a:solidFill>
                <a:schemeClr val="tx1"/>
              </a:solidFill>
            </a:endParaRPr>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58200" cy="563562"/>
          </a:xfrm>
        </p:spPr>
        <p:txBody>
          <a:bodyPr>
            <a:normAutofit fontScale="90000"/>
          </a:bodyPr>
          <a:lstStyle/>
          <a:p>
            <a:r>
              <a:rPr lang="en-US" dirty="0" smtClean="0"/>
              <a:t>Simple Sign-in Screen Customization</a:t>
            </a:r>
            <a:endParaRPr lang="en-US" dirty="0"/>
          </a:p>
        </p:txBody>
      </p:sp>
      <p:pic>
        <p:nvPicPr>
          <p:cNvPr id="1026" name="Picture 2"/>
          <p:cNvPicPr>
            <a:picLocks noChangeAspect="1" noChangeArrowheads="1"/>
          </p:cNvPicPr>
          <p:nvPr/>
        </p:nvPicPr>
        <p:blipFill>
          <a:blip r:embed="rId2"/>
          <a:srcRect/>
          <a:stretch>
            <a:fillRect/>
          </a:stretch>
        </p:blipFill>
        <p:spPr bwMode="auto">
          <a:xfrm>
            <a:off x="152399" y="914400"/>
            <a:ext cx="3909688" cy="3124200"/>
          </a:xfrm>
          <a:prstGeom prst="rect">
            <a:avLst/>
          </a:prstGeom>
          <a:noFill/>
          <a:ln w="9525">
            <a:solidFill>
              <a:schemeClr val="accent1"/>
            </a:solidFill>
            <a:miter lim="800000"/>
            <a:headEnd/>
            <a:tailEnd/>
          </a:ln>
          <a:effectLst>
            <a:outerShdw blurRad="50800" dist="38100" dir="2700000" algn="tl" rotWithShape="0">
              <a:prstClr val="black">
                <a:alpha val="40000"/>
              </a:prstClr>
            </a:outerShdw>
          </a:effectLst>
        </p:spPr>
      </p:pic>
      <p:pic>
        <p:nvPicPr>
          <p:cNvPr id="3" name="Picture 2"/>
          <p:cNvPicPr>
            <a:picLocks noChangeAspect="1" noChangeArrowheads="1"/>
          </p:cNvPicPr>
          <p:nvPr/>
        </p:nvPicPr>
        <p:blipFill>
          <a:blip r:embed="rId3"/>
          <a:srcRect/>
          <a:stretch>
            <a:fillRect/>
          </a:stretch>
        </p:blipFill>
        <p:spPr bwMode="auto">
          <a:xfrm>
            <a:off x="2514600" y="2362200"/>
            <a:ext cx="4100404" cy="32766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5105400" y="3505200"/>
            <a:ext cx="3962400" cy="3170820"/>
          </a:xfrm>
          <a:prstGeom prst="rect">
            <a:avLst/>
          </a:prstGeom>
          <a:noFill/>
          <a:ln w="9525">
            <a:solidFill>
              <a:schemeClr val="accent1"/>
            </a:solidFill>
            <a:miter lim="800000"/>
            <a:headEnd/>
            <a:tailEnd/>
          </a:ln>
          <a:effectLst>
            <a:outerShdw blurRad="50800" dist="38100" dir="2700000" algn="tl" rotWithShape="0">
              <a:prstClr val="black">
                <a:alpha val="40000"/>
              </a:prstClr>
            </a:outerShdw>
          </a:effectLst>
        </p:spPr>
      </p:pic>
      <p:sp>
        <p:nvSpPr>
          <p:cNvPr id="6" name="Text Placeholder 6"/>
          <p:cNvSpPr txBox="1">
            <a:spLocks/>
          </p:cNvSpPr>
          <p:nvPr/>
        </p:nvSpPr>
        <p:spPr>
          <a:xfrm>
            <a:off x="4648200" y="990600"/>
            <a:ext cx="4114800" cy="1447800"/>
          </a:xfrm>
          <a:prstGeom prst="rect">
            <a:avLst/>
          </a:prstGeom>
        </p:spPr>
        <p:txBody>
          <a:bodyPr vert="horz" lIns="91440" tIns="45720" rIns="91440" bIns="45720" rtlCol="0" anchor="ctr"/>
          <a:lstStyle/>
          <a:p>
            <a:pPr marL="0" marR="0" lvl="0" indent="0" algn="ctr" defTabSz="914363"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chemeClr val="tx1">
                    <a:tint val="75000"/>
                  </a:schemeClr>
                </a:solidFill>
                <a:effectLst/>
                <a:uLnTx/>
                <a:uFillTx/>
                <a:latin typeface="+mn-lt"/>
                <a:ea typeface="+mn-ea"/>
                <a:cs typeface="+mn-cs"/>
              </a:rPr>
              <a:t>RPS sites can customize the sign-in screen presented to their users</a:t>
            </a:r>
          </a:p>
          <a:p>
            <a:pPr marL="0" marR="0" lvl="0" indent="0" algn="ctr" defTabSz="914363"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81000" y="230188"/>
            <a:ext cx="8382000" cy="1217611"/>
          </a:xfrm>
        </p:spPr>
        <p:txBody>
          <a:bodyPr/>
          <a:lstStyle/>
          <a:p>
            <a:r>
              <a:rPr smtClean="0"/>
              <a:t>Advanced Sign-in Screen Customization</a:t>
            </a:r>
            <a:endParaRPr lang="en-US" dirty="0"/>
          </a:p>
        </p:txBody>
      </p:sp>
      <p:sp>
        <p:nvSpPr>
          <p:cNvPr id="7" name="Text Placeholder 6"/>
          <p:cNvSpPr>
            <a:spLocks noGrp="1"/>
          </p:cNvSpPr>
          <p:nvPr>
            <p:ph type="body" sz="quarter" idx="10"/>
          </p:nvPr>
        </p:nvSpPr>
        <p:spPr>
          <a:xfrm>
            <a:off x="381000" y="1543717"/>
            <a:ext cx="8382000" cy="886397"/>
          </a:xfrm>
        </p:spPr>
        <p:txBody>
          <a:bodyPr/>
          <a:lstStyle/>
          <a:p>
            <a:r>
              <a:rPr lang="en-US" dirty="0" smtClean="0"/>
              <a:t>Flexible RPS sign-in customization options allow creativity</a:t>
            </a:r>
          </a:p>
        </p:txBody>
      </p:sp>
      <p:sp>
        <p:nvSpPr>
          <p:cNvPr id="5" name="Footer Placeholder 4"/>
          <p:cNvSpPr>
            <a:spLocks noGrp="1"/>
          </p:cNvSpPr>
          <p:nvPr>
            <p:ph type="ftr" sz="quarter" idx="11"/>
          </p:nvPr>
        </p:nvSpPr>
        <p:spPr/>
        <p:txBody>
          <a:bodyPr/>
          <a:lstStyle/>
          <a:p>
            <a:r>
              <a:rPr lang="en-US" smtClean="0"/>
              <a:t>Microsoft Confidential</a:t>
            </a:r>
            <a:endParaRPr lang="en-US" dirty="0"/>
          </a:p>
        </p:txBody>
      </p:sp>
      <p:pic>
        <p:nvPicPr>
          <p:cNvPr id="56321" name="Picture 1"/>
          <p:cNvPicPr>
            <a:picLocks noChangeAspect="1" noChangeArrowheads="1"/>
          </p:cNvPicPr>
          <p:nvPr/>
        </p:nvPicPr>
        <p:blipFill>
          <a:blip r:embed="rId2"/>
          <a:srcRect/>
          <a:stretch>
            <a:fillRect/>
          </a:stretch>
        </p:blipFill>
        <p:spPr bwMode="auto">
          <a:xfrm>
            <a:off x="4724400" y="2286001"/>
            <a:ext cx="4303054" cy="3237758"/>
          </a:xfrm>
          <a:prstGeom prst="rect">
            <a:avLst/>
          </a:prstGeom>
          <a:noFill/>
          <a:ln w="9525">
            <a:noFill/>
            <a:miter lim="800000"/>
            <a:headEnd/>
            <a:tailEnd/>
          </a:ln>
          <a:effectLst/>
        </p:spPr>
      </p:pic>
      <p:pic>
        <p:nvPicPr>
          <p:cNvPr id="56322" name="Picture 2"/>
          <p:cNvPicPr>
            <a:picLocks noChangeAspect="1" noChangeArrowheads="1"/>
          </p:cNvPicPr>
          <p:nvPr/>
        </p:nvPicPr>
        <p:blipFill>
          <a:blip r:embed="rId3"/>
          <a:srcRect/>
          <a:stretch>
            <a:fillRect/>
          </a:stretch>
        </p:blipFill>
        <p:spPr bwMode="auto">
          <a:xfrm>
            <a:off x="228600" y="2895600"/>
            <a:ext cx="4419600" cy="3432364"/>
          </a:xfrm>
          <a:prstGeom prst="rect">
            <a:avLst/>
          </a:prstGeom>
          <a:noFill/>
          <a:ln w="9525">
            <a:noFill/>
            <a:miter lim="800000"/>
            <a:headEnd/>
            <a:tailEnd/>
          </a:ln>
          <a:effectLst/>
        </p:spPr>
      </p:pic>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30188"/>
            <a:ext cx="8458200" cy="1141412"/>
          </a:xfrm>
        </p:spPr>
        <p:txBody>
          <a:bodyPr>
            <a:normAutofit fontScale="90000"/>
          </a:bodyPr>
          <a:lstStyle/>
          <a:p>
            <a:r>
              <a:rPr/>
              <a:t>Customizable Sign-in </a:t>
            </a:r>
            <a:r>
              <a:rPr smtClean="0"/>
              <a:t>Screen - Future</a:t>
            </a:r>
            <a:endParaRPr lang="en-US" dirty="0"/>
          </a:p>
        </p:txBody>
      </p:sp>
      <p:sp>
        <p:nvSpPr>
          <p:cNvPr id="3" name="Text Placeholder 2"/>
          <p:cNvSpPr>
            <a:spLocks noGrp="1"/>
          </p:cNvSpPr>
          <p:nvPr>
            <p:ph type="body" sz="quarter" idx="10"/>
          </p:nvPr>
        </p:nvSpPr>
        <p:spPr>
          <a:xfrm>
            <a:off x="381000" y="1411552"/>
            <a:ext cx="8382000" cy="886397"/>
          </a:xfrm>
        </p:spPr>
        <p:txBody>
          <a:bodyPr/>
          <a:lstStyle/>
          <a:p>
            <a:r>
              <a:rPr lang="en-US" dirty="0" smtClean="0"/>
              <a:t>In future, both RPS and WebAuth sites will have equivalent customization support</a:t>
            </a:r>
            <a:endParaRPr lang="en-US" dirty="0"/>
          </a:p>
        </p:txBody>
      </p:sp>
      <p:sp>
        <p:nvSpPr>
          <p:cNvPr id="4" name="Footer Placeholder 3"/>
          <p:cNvSpPr>
            <a:spLocks noGrp="1"/>
          </p:cNvSpPr>
          <p:nvPr>
            <p:ph type="ftr" sz="quarter" idx="11"/>
          </p:nvPr>
        </p:nvSpPr>
        <p:spPr/>
        <p:txBody>
          <a:bodyPr/>
          <a:lstStyle/>
          <a:p>
            <a:r>
              <a:rPr lang="en-US" smtClean="0"/>
              <a:t>Microsoft Confidential</a:t>
            </a:r>
            <a:endParaRPr lang="en-US" dirty="0"/>
          </a:p>
        </p:txBody>
      </p:sp>
      <p:pic>
        <p:nvPicPr>
          <p:cNvPr id="5" name="Picture 4"/>
          <p:cNvPicPr/>
          <p:nvPr/>
        </p:nvPicPr>
        <p:blipFill>
          <a:blip r:embed="rId2"/>
          <a:srcRect/>
          <a:stretch>
            <a:fillRect/>
          </a:stretch>
        </p:blipFill>
        <p:spPr bwMode="auto">
          <a:xfrm>
            <a:off x="152400" y="2514601"/>
            <a:ext cx="5139763" cy="3276599"/>
          </a:xfrm>
          <a:prstGeom prst="rect">
            <a:avLst/>
          </a:prstGeom>
          <a:noFill/>
          <a:ln w="9525">
            <a:noFill/>
            <a:miter lim="800000"/>
            <a:headEnd/>
            <a:tailEnd/>
          </a:ln>
        </p:spPr>
      </p:pic>
      <p:sp>
        <p:nvSpPr>
          <p:cNvPr id="6" name="TextBox 5"/>
          <p:cNvSpPr txBox="1"/>
          <p:nvPr/>
        </p:nvSpPr>
        <p:spPr>
          <a:xfrm>
            <a:off x="5334000" y="2514600"/>
            <a:ext cx="3810000" cy="4038600"/>
          </a:xfrm>
          <a:prstGeom prst="rect">
            <a:avLst/>
          </a:prstGeom>
          <a:noFill/>
        </p:spPr>
        <p:txBody>
          <a:bodyPr wrap="square" rtlCol="0">
            <a:normAutofit fontScale="62500" lnSpcReduction="20000"/>
          </a:bodyPr>
          <a:lstStyle/>
          <a:p>
            <a:pPr lvl="0"/>
            <a:r>
              <a:rPr lang="en-US" sz="2400" b="1" dirty="0" smtClean="0">
                <a:solidFill>
                  <a:srgbClr val="FFC000"/>
                </a:solidFill>
              </a:rPr>
              <a:t>Customizable Contents Area – Orange</a:t>
            </a:r>
          </a:p>
          <a:p>
            <a:pPr lvl="0"/>
            <a:endParaRPr lang="en-US" sz="2400" b="1" dirty="0" smtClean="0"/>
          </a:p>
          <a:p>
            <a:pPr lvl="0"/>
            <a:r>
              <a:rPr lang="en-US" sz="2400" dirty="0" smtClean="0">
                <a:solidFill>
                  <a:prstClr val="white"/>
                </a:solidFill>
              </a:rPr>
              <a:t>Contents element that can be customized. </a:t>
            </a:r>
          </a:p>
          <a:p>
            <a:pPr lvl="1">
              <a:buFont typeface="Wingdings" pitchFamily="2" charset="2"/>
              <a:buChar char="Ø"/>
            </a:pPr>
            <a:r>
              <a:rPr lang="en-US" sz="2400" dirty="0" smtClean="0"/>
              <a:t>Partner Logo</a:t>
            </a:r>
          </a:p>
          <a:p>
            <a:pPr lvl="1">
              <a:buFont typeface="Wingdings" pitchFamily="2" charset="2"/>
              <a:buChar char="Ø"/>
            </a:pPr>
            <a:r>
              <a:rPr lang="en-US" sz="2400" dirty="0" smtClean="0"/>
              <a:t>Task integration description statement</a:t>
            </a:r>
          </a:p>
          <a:p>
            <a:pPr lvl="1">
              <a:buFont typeface="Wingdings" pitchFamily="2" charset="2"/>
              <a:buChar char="Ø"/>
            </a:pPr>
            <a:r>
              <a:rPr lang="en-US" sz="2400" dirty="0" smtClean="0"/>
              <a:t>Product description</a:t>
            </a:r>
          </a:p>
          <a:p>
            <a:pPr lvl="1">
              <a:buFont typeface="Wingdings" pitchFamily="2" charset="2"/>
              <a:buChar char="Ø"/>
            </a:pPr>
            <a:r>
              <a:rPr lang="en-US" sz="2400" dirty="0" smtClean="0"/>
              <a:t>Sign up section</a:t>
            </a:r>
          </a:p>
          <a:p>
            <a:pPr lvl="1">
              <a:buFont typeface="Arial" pitchFamily="34" charset="0"/>
              <a:buChar char="•"/>
            </a:pPr>
            <a:endParaRPr lang="en-US" sz="2400" dirty="0" smtClean="0"/>
          </a:p>
          <a:p>
            <a:pPr lvl="0"/>
            <a:r>
              <a:rPr lang="en-US" sz="2400" b="1" dirty="0" smtClean="0">
                <a:solidFill>
                  <a:srgbClr val="00B0F0"/>
                </a:solidFill>
              </a:rPr>
              <a:t>Customizable Theme Area – </a:t>
            </a:r>
            <a:r>
              <a:rPr lang="en-US" sz="2300" b="1" dirty="0" smtClean="0">
                <a:solidFill>
                  <a:srgbClr val="00B0F0"/>
                </a:solidFill>
              </a:rPr>
              <a:t>Blue</a:t>
            </a:r>
            <a:endParaRPr lang="en-US" sz="2400" b="1" dirty="0" smtClean="0">
              <a:solidFill>
                <a:srgbClr val="00B0F0"/>
              </a:solidFill>
            </a:endParaRPr>
          </a:p>
          <a:p>
            <a:pPr lvl="0"/>
            <a:endParaRPr lang="en-US" sz="2400" dirty="0" smtClean="0"/>
          </a:p>
          <a:p>
            <a:r>
              <a:rPr lang="en-US" sz="2400" dirty="0" smtClean="0"/>
              <a:t>Contents element cannot be but look and feel can be customized. </a:t>
            </a:r>
          </a:p>
          <a:p>
            <a:pPr lvl="1">
              <a:buFont typeface="Wingdings" pitchFamily="2" charset="2"/>
              <a:buChar char="Ø"/>
            </a:pPr>
            <a:r>
              <a:rPr lang="en-US" sz="2400" dirty="0" smtClean="0"/>
              <a:t>Font color</a:t>
            </a:r>
          </a:p>
          <a:p>
            <a:pPr lvl="1">
              <a:buFont typeface="Wingdings" pitchFamily="2" charset="2"/>
              <a:buChar char="Ø"/>
            </a:pPr>
            <a:r>
              <a:rPr lang="en-US" sz="2400" dirty="0" smtClean="0"/>
              <a:t>Background color</a:t>
            </a:r>
          </a:p>
          <a:p>
            <a:pPr lvl="1">
              <a:buFont typeface="Wingdings" pitchFamily="2" charset="2"/>
              <a:buChar char="Ø"/>
            </a:pPr>
            <a:r>
              <a:rPr lang="en-US" sz="2400" dirty="0" smtClean="0"/>
              <a:t>Button color</a:t>
            </a:r>
          </a:p>
          <a:p>
            <a:pPr lvl="1">
              <a:buFont typeface="Wingdings" pitchFamily="2" charset="2"/>
              <a:buChar char="Ø"/>
            </a:pPr>
            <a:r>
              <a:rPr lang="en-US" sz="2400" dirty="0" smtClean="0"/>
              <a:t>Tile color. </a:t>
            </a:r>
          </a:p>
          <a:p>
            <a:pPr lvl="1">
              <a:buFont typeface="Wingdings" pitchFamily="2" charset="2"/>
              <a:buChar char="Ø"/>
            </a:pPr>
            <a:r>
              <a:rPr lang="en-US" sz="2400" dirty="0" smtClean="0"/>
              <a:t>Live ID value proposition description font color</a:t>
            </a:r>
          </a:p>
          <a:p>
            <a:endParaRPr lang="en-US" sz="2400" dirty="0" err="1" smtClean="0"/>
          </a:p>
        </p:txBody>
      </p:sp>
      <p:sp>
        <p:nvSpPr>
          <p:cNvPr id="8" name="Rectangle 7"/>
          <p:cNvSpPr/>
          <p:nvPr/>
        </p:nvSpPr>
        <p:spPr>
          <a:xfrm rot="18859582">
            <a:off x="1712036" y="4046318"/>
            <a:ext cx="4626588" cy="1323439"/>
          </a:xfrm>
          <a:prstGeom prst="rect">
            <a:avLst/>
          </a:prstGeom>
          <a:noFill/>
        </p:spPr>
        <p:txBody>
          <a:bodyPr wrap="none" lIns="91440" tIns="45720" rIns="91440" bIns="45720">
            <a:spAutoFit/>
          </a:bodyPr>
          <a:lstStyle/>
          <a:p>
            <a:pPr algn="ctr"/>
            <a:r>
              <a:rPr lang="en-US" sz="8000" b="1" cap="none"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Proposal</a:t>
            </a:r>
            <a:endParaRPr lang="en-US" sz="8000" b="1" cap="none"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mtClean="0"/>
              <a:t>Windows Live ID Federation &amp; Provisioning</a:t>
            </a:r>
            <a:endParaRPr lang="en-US" dirty="0"/>
          </a:p>
        </p:txBody>
      </p:sp>
      <p:sp>
        <p:nvSpPr>
          <p:cNvPr id="3" name="Subtitle 2"/>
          <p:cNvSpPr>
            <a:spLocks noGrp="1"/>
          </p:cNvSpPr>
          <p:nvPr>
            <p:ph type="subTitle" idx="1"/>
          </p:nvPr>
        </p:nvSpPr>
        <p:spPr/>
        <p:txBody>
          <a:bodyPr/>
          <a:lstStyle/>
          <a:p>
            <a:r>
              <a:rPr lang="en-US" dirty="0" smtClean="0">
                <a:solidFill>
                  <a:schemeClr val="tx2"/>
                </a:solidFill>
              </a:rPr>
              <a:t>Enabling the enterprise…</a:t>
            </a:r>
            <a:endParaRPr lang="en-US" dirty="0">
              <a:solidFill>
                <a:schemeClr val="tx2"/>
              </a:solidFill>
            </a:endParaRPr>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304800" y="533400"/>
            <a:ext cx="7924800" cy="609600"/>
          </a:xfrm>
        </p:spPr>
        <p:txBody>
          <a:bodyPr>
            <a:normAutofit fontScale="90000"/>
          </a:bodyPr>
          <a:lstStyle/>
          <a:p>
            <a:pPr eaLnBrk="1" hangingPunct="1"/>
            <a:r>
              <a:rPr lang="en-US" dirty="0" smtClean="0"/>
              <a:t>Federated Authentication Flow</a:t>
            </a:r>
          </a:p>
        </p:txBody>
      </p:sp>
      <p:sp>
        <p:nvSpPr>
          <p:cNvPr id="3" name="Text Placeholder 2"/>
          <p:cNvSpPr>
            <a:spLocks noGrp="1"/>
          </p:cNvSpPr>
          <p:nvPr>
            <p:ph type="body" sz="half" idx="1"/>
          </p:nvPr>
        </p:nvSpPr>
        <p:spPr>
          <a:xfrm>
            <a:off x="228600" y="1295400"/>
            <a:ext cx="4343400" cy="5410200"/>
          </a:xfrm>
        </p:spPr>
        <p:txBody>
          <a:bodyPr/>
          <a:lstStyle/>
          <a:p>
            <a:pPr marL="0" indent="3175" eaLnBrk="1" hangingPunct="1">
              <a:buFontTx/>
              <a:buNone/>
              <a:defRPr/>
            </a:pPr>
            <a:endParaRPr lang="en-US" sz="1600" b="1" u="sng" dirty="0" smtClean="0"/>
          </a:p>
          <a:p>
            <a:pPr marL="0" indent="3175" eaLnBrk="1" hangingPunct="1">
              <a:buFontTx/>
              <a:buNone/>
              <a:defRPr/>
            </a:pPr>
            <a:r>
              <a:rPr lang="en-US" sz="1600" b="1" u="sng" dirty="0" smtClean="0"/>
              <a:t>Step 1</a:t>
            </a:r>
            <a:r>
              <a:rPr lang="en-US" sz="1600" b="1" dirty="0" smtClean="0"/>
              <a:t> </a:t>
            </a:r>
            <a:r>
              <a:rPr lang="en-US" sz="1400" b="1" dirty="0" smtClean="0"/>
              <a:t>(Realm Discovery)</a:t>
            </a:r>
          </a:p>
          <a:p>
            <a:pPr marL="0" indent="3175" eaLnBrk="1" hangingPunct="1">
              <a:buFontTx/>
              <a:buNone/>
              <a:defRPr/>
            </a:pPr>
            <a:r>
              <a:rPr lang="en-US" sz="1400" dirty="0" smtClean="0"/>
              <a:t>Messenger collects username/password from the user.  Messenger sends the username (</a:t>
            </a:r>
            <a:r>
              <a:rPr lang="en-US" sz="1400" dirty="0" smtClean="0">
                <a:hlinkClick r:id="rId3"/>
              </a:rPr>
              <a:t>user@partner.com</a:t>
            </a:r>
            <a:r>
              <a:rPr lang="en-US" sz="1400" dirty="0" smtClean="0"/>
              <a:t>) to WLID.  WLID responds w/ the partner login URL.</a:t>
            </a:r>
          </a:p>
          <a:p>
            <a:pPr marL="0" indent="3175" eaLnBrk="1" hangingPunct="1">
              <a:buFontTx/>
              <a:buNone/>
              <a:defRPr/>
            </a:pPr>
            <a:endParaRPr lang="en-US" sz="1800" b="1" dirty="0" smtClean="0"/>
          </a:p>
          <a:p>
            <a:pPr marL="0" indent="3175" eaLnBrk="1" hangingPunct="1">
              <a:buFontTx/>
              <a:buNone/>
              <a:defRPr/>
            </a:pPr>
            <a:r>
              <a:rPr lang="en-US" sz="1600" b="1" u="sng" dirty="0" smtClean="0"/>
              <a:t>Step 2</a:t>
            </a:r>
            <a:r>
              <a:rPr lang="en-US" sz="1600" b="1" dirty="0" smtClean="0"/>
              <a:t> </a:t>
            </a:r>
            <a:r>
              <a:rPr lang="en-US" sz="1400" b="1" dirty="0" smtClean="0"/>
              <a:t>(Partner Login)</a:t>
            </a:r>
          </a:p>
          <a:p>
            <a:pPr marL="0" indent="3175" eaLnBrk="1" hangingPunct="1">
              <a:buFontTx/>
              <a:buNone/>
              <a:defRPr/>
            </a:pPr>
            <a:r>
              <a:rPr lang="en-US" sz="1400" dirty="0" smtClean="0"/>
              <a:t>Messenger sends username/password to the partner login URL.  The partner logs the user in and returns a partner login ticket.</a:t>
            </a:r>
          </a:p>
          <a:p>
            <a:pPr marL="0" indent="3175" eaLnBrk="1" hangingPunct="1">
              <a:buFontTx/>
              <a:buNone/>
              <a:defRPr/>
            </a:pPr>
            <a:endParaRPr lang="en-US" sz="1400" dirty="0" smtClean="0"/>
          </a:p>
          <a:p>
            <a:pPr marL="0" indent="3175" eaLnBrk="1" hangingPunct="1">
              <a:buFontTx/>
              <a:buNone/>
              <a:defRPr/>
            </a:pPr>
            <a:r>
              <a:rPr lang="en-US" sz="1600" b="1" u="sng" dirty="0" smtClean="0"/>
              <a:t>Step 3</a:t>
            </a:r>
            <a:r>
              <a:rPr lang="en-US" sz="1600" b="1" dirty="0" smtClean="0"/>
              <a:t> </a:t>
            </a:r>
            <a:r>
              <a:rPr lang="en-US" sz="1400" b="1" dirty="0" smtClean="0"/>
              <a:t>(WLID Login)</a:t>
            </a:r>
          </a:p>
          <a:p>
            <a:pPr marL="0" indent="3175" eaLnBrk="1" hangingPunct="1">
              <a:buFontTx/>
              <a:buNone/>
              <a:defRPr/>
            </a:pPr>
            <a:r>
              <a:rPr lang="en-US" sz="1400" dirty="0" smtClean="0"/>
              <a:t>Messenger sends the partner login ticket to WLID.  WLID logs the user in and returns a WL messenger login ticket.</a:t>
            </a:r>
          </a:p>
          <a:p>
            <a:pPr marL="0" indent="3175" eaLnBrk="1" hangingPunct="1">
              <a:buFontTx/>
              <a:buNone/>
              <a:defRPr/>
            </a:pPr>
            <a:endParaRPr lang="en-US" sz="1400" dirty="0" smtClean="0"/>
          </a:p>
          <a:p>
            <a:pPr marL="0" indent="3175" eaLnBrk="1" hangingPunct="1">
              <a:buFontTx/>
              <a:buNone/>
              <a:defRPr/>
            </a:pPr>
            <a:r>
              <a:rPr lang="en-US" sz="1600" b="1" u="sng" dirty="0" smtClean="0"/>
              <a:t>Step 4</a:t>
            </a:r>
            <a:r>
              <a:rPr lang="en-US" sz="1600" b="1" dirty="0" smtClean="0"/>
              <a:t> </a:t>
            </a:r>
            <a:r>
              <a:rPr lang="en-US" sz="1400" b="1" dirty="0" smtClean="0"/>
              <a:t>(Application Login)</a:t>
            </a:r>
          </a:p>
          <a:p>
            <a:pPr marL="0" indent="3175" eaLnBrk="1" hangingPunct="1">
              <a:buFontTx/>
              <a:buNone/>
              <a:defRPr/>
            </a:pPr>
            <a:r>
              <a:rPr lang="en-US" sz="1400" dirty="0" smtClean="0"/>
              <a:t>Messenger sends the WL messenger login ticket to the messenger service and the user is logged in.</a:t>
            </a:r>
          </a:p>
          <a:p>
            <a:pPr marL="0" indent="3175" eaLnBrk="1" hangingPunct="1">
              <a:buFontTx/>
              <a:buNone/>
              <a:defRPr/>
            </a:pPr>
            <a:endParaRPr lang="en-US" sz="1400" dirty="0" smtClean="0"/>
          </a:p>
          <a:p>
            <a:pPr marL="0" indent="3175" eaLnBrk="1" hangingPunct="1">
              <a:buFontTx/>
              <a:buNone/>
              <a:defRPr/>
            </a:pPr>
            <a:endParaRPr lang="en-US" sz="1400" b="1" u="sng" dirty="0" smtClean="0"/>
          </a:p>
          <a:p>
            <a:pPr eaLnBrk="1" hangingPunct="1">
              <a:buFontTx/>
              <a:buNone/>
              <a:defRPr/>
            </a:pPr>
            <a:endParaRPr lang="en-US" sz="1400" dirty="0" smtClean="0"/>
          </a:p>
          <a:p>
            <a:pPr eaLnBrk="1" hangingPunct="1">
              <a:buFontTx/>
              <a:buNone/>
              <a:defRPr/>
            </a:pPr>
            <a:endParaRPr lang="en-US" sz="1400" dirty="0" smtClean="0"/>
          </a:p>
        </p:txBody>
      </p:sp>
      <p:sp>
        <p:nvSpPr>
          <p:cNvPr id="5" name="Footer Placeholder 4"/>
          <p:cNvSpPr>
            <a:spLocks noGrp="1"/>
          </p:cNvSpPr>
          <p:nvPr>
            <p:ph type="ftr" sz="quarter" idx="10"/>
          </p:nvPr>
        </p:nvSpPr>
        <p:spPr/>
        <p:txBody>
          <a:bodyPr/>
          <a:lstStyle/>
          <a:p>
            <a:r>
              <a:rPr lang="en-US" smtClean="0"/>
              <a:t>Microsoft Confidential</a:t>
            </a:r>
            <a:endParaRPr lang="en-US"/>
          </a:p>
        </p:txBody>
      </p:sp>
      <p:pic>
        <p:nvPicPr>
          <p:cNvPr id="8196" name="Picture 5"/>
          <p:cNvPicPr>
            <a:picLocks noChangeAspect="1" noChangeArrowheads="1"/>
          </p:cNvPicPr>
          <p:nvPr/>
        </p:nvPicPr>
        <p:blipFill>
          <a:blip r:embed="rId4"/>
          <a:srcRect/>
          <a:stretch>
            <a:fillRect/>
          </a:stretch>
        </p:blipFill>
        <p:spPr bwMode="auto">
          <a:xfrm>
            <a:off x="4622800" y="1600200"/>
            <a:ext cx="4216400" cy="39624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latin typeface="Calibri" pitchFamily="34" charset="0"/>
              </a:rPr>
              <a:t>Federation Overview</a:t>
            </a:r>
            <a:endParaRPr lang="en-US" dirty="0"/>
          </a:p>
        </p:txBody>
      </p:sp>
      <p:sp>
        <p:nvSpPr>
          <p:cNvPr id="8" name="Content Placeholder 7"/>
          <p:cNvSpPr>
            <a:spLocks noGrp="1"/>
          </p:cNvSpPr>
          <p:nvPr>
            <p:ph idx="1"/>
          </p:nvPr>
        </p:nvSpPr>
        <p:spPr>
          <a:xfrm>
            <a:off x="381000" y="1219201"/>
            <a:ext cx="8382000" cy="5334000"/>
          </a:xfrm>
        </p:spPr>
        <p:txBody>
          <a:bodyPr>
            <a:noAutofit/>
          </a:bodyPr>
          <a:lstStyle/>
          <a:p>
            <a:pPr marL="52388" lvl="0" indent="-52388">
              <a:buClr>
                <a:schemeClr val="accent3"/>
              </a:buClr>
              <a:buSzPct val="95000"/>
            </a:pPr>
            <a:r>
              <a:rPr lang="en-US" sz="1800" b="1" kern="0" dirty="0" smtClean="0">
                <a:latin typeface="Calibri" pitchFamily="34" charset="0"/>
              </a:rPr>
              <a:t>Federation allows partners to give their users access to Live Services</a:t>
            </a:r>
          </a:p>
          <a:p>
            <a:pPr marL="569913" lvl="1" indent="-52388">
              <a:buClr>
                <a:schemeClr val="accent3"/>
              </a:buClr>
              <a:buSzPct val="95000"/>
            </a:pPr>
            <a:r>
              <a:rPr lang="en-US" sz="1400" kern="0" dirty="0" smtClean="0">
                <a:latin typeface="Calibri" pitchFamily="34" charset="0"/>
              </a:rPr>
              <a:t>Partner is identity provider – for example your ISP</a:t>
            </a:r>
          </a:p>
          <a:p>
            <a:pPr marL="569913" lvl="1" indent="-52388">
              <a:buClr>
                <a:schemeClr val="accent3"/>
              </a:buClr>
              <a:buSzPct val="95000"/>
            </a:pPr>
            <a:r>
              <a:rPr lang="en-US" sz="1400" kern="0" dirty="0" smtClean="0">
                <a:latin typeface="Calibri" pitchFamily="34" charset="0"/>
              </a:rPr>
              <a:t>Partner can include Live Services in their offerings to customer – for example hosted e-mail</a:t>
            </a:r>
          </a:p>
          <a:p>
            <a:pPr marL="52388" indent="-52388">
              <a:buClr>
                <a:schemeClr val="accent3"/>
              </a:buClr>
              <a:buSzPct val="95000"/>
            </a:pPr>
            <a:r>
              <a:rPr lang="en-US" sz="2000" kern="0" dirty="0" smtClean="0">
                <a:latin typeface="Calibri" pitchFamily="34" charset="0"/>
              </a:rPr>
              <a:t>Based on WS-* standards and extended to Service Scenarios:  </a:t>
            </a:r>
          </a:p>
          <a:p>
            <a:pPr marL="569913" lvl="1" indent="-52388">
              <a:buClr>
                <a:schemeClr val="accent3"/>
              </a:buClr>
              <a:buSzPct val="95000"/>
            </a:pPr>
            <a:r>
              <a:rPr lang="en-US" sz="1400" kern="0" dirty="0" smtClean="0">
                <a:latin typeface="Calibri" pitchFamily="34" charset="0"/>
              </a:rPr>
              <a:t>Automated trust provisioning – WS-Fed extension</a:t>
            </a:r>
          </a:p>
          <a:p>
            <a:pPr marL="569913" lvl="1" indent="-52388">
              <a:buClr>
                <a:schemeClr val="accent3"/>
              </a:buClr>
              <a:buSzPct val="95000"/>
            </a:pPr>
            <a:r>
              <a:rPr lang="en-US" sz="1400" kern="0" dirty="0" smtClean="0">
                <a:latin typeface="Calibri" pitchFamily="34" charset="0"/>
              </a:rPr>
              <a:t>Batch request optimization to reduce roundtrip – WS-Trust extension</a:t>
            </a:r>
          </a:p>
          <a:p>
            <a:pPr marL="569913" lvl="1" indent="-52388">
              <a:buClr>
                <a:schemeClr val="accent3"/>
              </a:buClr>
              <a:buSzPct val="95000"/>
            </a:pPr>
            <a:r>
              <a:rPr lang="en-US" sz="1400" kern="0" dirty="0" smtClean="0">
                <a:latin typeface="Calibri" pitchFamily="34" charset="0"/>
              </a:rPr>
              <a:t>Forced sign in, sign-in security level  (strong password, pin) – SAML extension</a:t>
            </a:r>
          </a:p>
          <a:p>
            <a:pPr marL="52388" indent="-52388">
              <a:buClr>
                <a:schemeClr val="accent3"/>
              </a:buClr>
              <a:buSzPct val="95000"/>
            </a:pPr>
            <a:r>
              <a:rPr lang="en-US" sz="2000" kern="0" dirty="0" smtClean="0">
                <a:latin typeface="Calibri" pitchFamily="34" charset="0"/>
              </a:rPr>
              <a:t>Easy partner on-boarding is more than just standard protocols</a:t>
            </a:r>
          </a:p>
          <a:p>
            <a:pPr marL="569913" lvl="1" indent="-52388">
              <a:buClr>
                <a:schemeClr val="accent3"/>
              </a:buClr>
              <a:buSzPct val="95000"/>
            </a:pPr>
            <a:r>
              <a:rPr lang="en-US" sz="1400" kern="0" dirty="0" smtClean="0">
                <a:latin typeface="Calibri" pitchFamily="34" charset="0"/>
              </a:rPr>
              <a:t>Realm discovery to route authentication to the right provider &amp; cache for subsequent visits </a:t>
            </a:r>
          </a:p>
          <a:p>
            <a:pPr marL="569913" lvl="1" indent="-52388">
              <a:buClr>
                <a:schemeClr val="accent3"/>
              </a:buClr>
              <a:buSzPct val="95000"/>
            </a:pPr>
            <a:r>
              <a:rPr lang="en-US" sz="1400" kern="0" dirty="0" smtClean="0">
                <a:latin typeface="Calibri" pitchFamily="34" charset="0"/>
              </a:rPr>
              <a:t>Cleanup namespace - Evict squatters</a:t>
            </a:r>
          </a:p>
          <a:p>
            <a:pPr marL="569913" lvl="1" indent="-52388">
              <a:buClr>
                <a:schemeClr val="accent3"/>
              </a:buClr>
              <a:buSzPct val="95000"/>
            </a:pPr>
            <a:r>
              <a:rPr lang="en-US" sz="1400" kern="0" dirty="0" smtClean="0">
                <a:latin typeface="Calibri" pitchFamily="34" charset="0"/>
              </a:rPr>
              <a:t>Support certificate rollover: store two versions of certs</a:t>
            </a:r>
          </a:p>
          <a:p>
            <a:pPr marL="52388" indent="-52388">
              <a:buClr>
                <a:schemeClr val="accent3"/>
              </a:buClr>
              <a:buSzPct val="95000"/>
            </a:pPr>
            <a:r>
              <a:rPr lang="en-US" sz="2000" kern="0" dirty="0" smtClean="0">
                <a:latin typeface="Calibri" pitchFamily="34" charset="0"/>
              </a:rPr>
              <a:t>Shadow account creation makes federation invisible to Microsoft services: </a:t>
            </a:r>
          </a:p>
          <a:p>
            <a:pPr marL="569913" lvl="1" indent="-52388">
              <a:buClr>
                <a:schemeClr val="accent3"/>
              </a:buClr>
              <a:buSzPct val="95000"/>
            </a:pPr>
            <a:r>
              <a:rPr lang="en-US" sz="1400" kern="0" dirty="0" smtClean="0">
                <a:latin typeface="Calibri" pitchFamily="34" charset="0"/>
              </a:rPr>
              <a:t>Create PUID / shadow account on the fly </a:t>
            </a:r>
          </a:p>
          <a:p>
            <a:pPr marL="569913" lvl="1" indent="-52388">
              <a:buClr>
                <a:schemeClr val="accent3"/>
              </a:buClr>
              <a:buSzPct val="95000"/>
            </a:pPr>
            <a:r>
              <a:rPr lang="en-US" sz="1400" kern="0" dirty="0" smtClean="0">
                <a:latin typeface="Calibri" pitchFamily="34" charset="0"/>
              </a:rPr>
              <a:t>UPN in foreign token as the account name and store email name</a:t>
            </a:r>
          </a:p>
          <a:p>
            <a:pPr marL="569913" lvl="1" indent="-52388">
              <a:buClr>
                <a:schemeClr val="accent3"/>
              </a:buClr>
              <a:buSzPct val="95000"/>
            </a:pPr>
            <a:r>
              <a:rPr lang="en-US" sz="1400" kern="0" dirty="0" smtClean="0">
                <a:latin typeface="Calibri" pitchFamily="34" charset="0"/>
              </a:rPr>
              <a:t>E-mail name is member name to Live service, rename on the fly if e-mail name changes</a:t>
            </a:r>
          </a:p>
          <a:p>
            <a:pPr marL="569913" lvl="1" indent="-52388">
              <a:buClr>
                <a:schemeClr val="accent3"/>
              </a:buClr>
              <a:buSzPct val="95000"/>
            </a:pPr>
            <a:r>
              <a:rPr lang="en-US" sz="1400" kern="0" dirty="0" smtClean="0">
                <a:latin typeface="Calibri" pitchFamily="34" charset="0"/>
              </a:rPr>
              <a:t>Backwards compatible with existing services: auth tokens look the same for fed and WLID users</a:t>
            </a:r>
          </a:p>
          <a:p>
            <a:pPr marL="52388" indent="-52388">
              <a:buClr>
                <a:schemeClr val="accent3"/>
              </a:buClr>
              <a:buSzPct val="95000"/>
            </a:pPr>
            <a:r>
              <a:rPr lang="en-US" sz="2000" kern="0" dirty="0" smtClean="0">
                <a:latin typeface="Calibri" pitchFamily="34" charset="0"/>
              </a:rPr>
              <a:t>Linking with WLID leverages user’s existing investment in Live for best UX</a:t>
            </a:r>
          </a:p>
          <a:p>
            <a:pPr marL="569913" lvl="1" indent="-52388">
              <a:buClr>
                <a:schemeClr val="accent3"/>
              </a:buClr>
              <a:buSzPct val="95000"/>
            </a:pPr>
            <a:r>
              <a:rPr lang="en-US" sz="1400" kern="0" dirty="0" smtClean="0">
                <a:latin typeface="Calibri" pitchFamily="34" charset="0"/>
              </a:rPr>
              <a:t>Account merge: if account has the same name (EASI) merge and keep the PUID for data access </a:t>
            </a:r>
          </a:p>
          <a:p>
            <a:pPr marL="569913" lvl="1" indent="-52388">
              <a:buClr>
                <a:schemeClr val="accent3"/>
              </a:buClr>
              <a:buSzPct val="95000"/>
            </a:pPr>
            <a:r>
              <a:rPr lang="en-US" sz="1400" kern="0" dirty="0" smtClean="0">
                <a:latin typeface="Calibri" pitchFamily="34" charset="0"/>
              </a:rPr>
              <a:t>Link to a different Live ID</a:t>
            </a:r>
          </a:p>
          <a:p>
            <a:pPr marL="569913" lvl="1" indent="-52388">
              <a:buClr>
                <a:schemeClr val="accent3"/>
              </a:buClr>
              <a:buSzPct val="95000"/>
            </a:pPr>
            <a:r>
              <a:rPr lang="en-US" sz="1400" kern="0" dirty="0" smtClean="0">
                <a:latin typeface="Calibri" pitchFamily="34" charset="0"/>
              </a:rPr>
              <a:t>Divorce: Accruing data for password reset allows Microsoft to keep users when they leave the federated partner</a:t>
            </a:r>
          </a:p>
          <a:p>
            <a:pPr marL="569913" lvl="1" indent="-52388">
              <a:buClr>
                <a:schemeClr val="accent3"/>
              </a:buClr>
              <a:buSzPct val="95000"/>
              <a:buNone/>
            </a:pPr>
            <a:endParaRPr lang="en-US" sz="1400" kern="0" dirty="0" smtClean="0">
              <a:latin typeface="Calibri" pitchFamily="34" charset="0"/>
            </a:endParaRPr>
          </a:p>
        </p:txBody>
      </p:sp>
      <p:sp>
        <p:nvSpPr>
          <p:cNvPr id="7" name="Footer Placeholder 6"/>
          <p:cNvSpPr>
            <a:spLocks noGrp="1"/>
          </p:cNvSpPr>
          <p:nvPr>
            <p:ph type="ftr" sz="quarter" idx="10"/>
          </p:nvPr>
        </p:nvSpPr>
        <p:spPr>
          <a:prstGeom prst="rect">
            <a:avLst/>
          </a:prstGeom>
        </p:spPr>
        <p:txBody>
          <a:bodyPr/>
          <a:lstStyle/>
          <a:p>
            <a:r>
              <a:rPr kumimoji="0" lang="en-US" smtClean="0"/>
              <a:t>Microsoft Confidential</a:t>
            </a:r>
            <a:endParaRPr kumimoji="0" lang="en-US"/>
          </a:p>
        </p:txBody>
      </p:sp>
      <p:sp>
        <p:nvSpPr>
          <p:cNvPr id="6" name="Slide Number Placeholder 5"/>
          <p:cNvSpPr>
            <a:spLocks noGrp="1"/>
          </p:cNvSpPr>
          <p:nvPr>
            <p:ph type="sldNum" sz="quarter" idx="4294967295"/>
          </p:nvPr>
        </p:nvSpPr>
        <p:spPr>
          <a:xfrm>
            <a:off x="8382000" y="6356350"/>
            <a:ext cx="762000" cy="365125"/>
          </a:xfrm>
          <a:prstGeom prst="rect">
            <a:avLst/>
          </a:prstGeom>
        </p:spPr>
        <p:txBody>
          <a:bodyPr/>
          <a:lstStyle/>
          <a:p>
            <a:fld id="{042AED99-7FB4-404E-8A97-64753DCE42EC}" type="slidenum">
              <a:rPr kumimoji="0" lang="en-US" smtClean="0"/>
              <a:pPr/>
              <a:t>21</a:t>
            </a:fld>
            <a:endParaRPr kumimoji="0" lang="en-US"/>
          </a:p>
        </p:txBody>
      </p:sp>
      <p:sp>
        <p:nvSpPr>
          <p:cNvPr id="5" name="Content Placeholder 2"/>
          <p:cNvSpPr txBox="1">
            <a:spLocks/>
          </p:cNvSpPr>
          <p:nvPr/>
        </p:nvSpPr>
        <p:spPr>
          <a:xfrm>
            <a:off x="381000" y="1600200"/>
            <a:ext cx="8229600" cy="4648200"/>
          </a:xfrm>
          <a:prstGeom prst="rect">
            <a:avLst/>
          </a:prstGeom>
        </p:spPr>
        <p:txBody>
          <a:bodyPr/>
          <a:lstStyle/>
          <a:p>
            <a:pPr marL="52406" indent="352425">
              <a:spcBef>
                <a:spcPct val="20000"/>
              </a:spcBef>
              <a:buClr>
                <a:schemeClr val="accent3"/>
              </a:buClr>
              <a:buSzPct val="95000"/>
              <a:buFont typeface="Wingdings 2" pitchFamily="18" charset="2"/>
              <a:buChar char=""/>
            </a:pPr>
            <a:endParaRPr lang="en-US" sz="2800" kern="0" dirty="0" smtClean="0">
              <a:latin typeface="Calibri" pitchFamily="34" charset="0"/>
            </a:endParaRPr>
          </a:p>
          <a:p>
            <a:pPr marL="284163" marR="0" lvl="0" indent="-284163" algn="l" defTabSz="914400" rtl="0" eaLnBrk="1" fontAlgn="auto" latinLnBrk="0" hangingPunct="1">
              <a:lnSpc>
                <a:spcPct val="100000"/>
              </a:lnSpc>
              <a:spcBef>
                <a:spcPct val="20000"/>
              </a:spcBef>
              <a:spcAft>
                <a:spcPts val="0"/>
              </a:spcAft>
              <a:buClr>
                <a:schemeClr val="accent3"/>
              </a:buClr>
              <a:buSzPct val="95000"/>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mn-cs"/>
            </a:endParaRPr>
          </a:p>
          <a:p>
            <a:pPr marL="284163" marR="0" lvl="0" indent="-284163"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endParaRPr kumimoji="0" lang="en-US" sz="2400" b="0" i="0" u="none" strike="noStrike" kern="1200" cap="none" spc="0" normalizeH="0" baseline="0" noProof="0" dirty="0" smtClean="0">
              <a:ln>
                <a:noFill/>
              </a:ln>
              <a:solidFill>
                <a:schemeClr val="tx1"/>
              </a:solidFill>
              <a:effectLst/>
              <a:uLnTx/>
              <a:uFillTx/>
              <a:latin typeface="Arial" charset="0"/>
              <a:ea typeface="+mn-ea"/>
              <a:cs typeface="+mn-cs"/>
            </a:endParaRPr>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Connector</a:t>
            </a:r>
            <a:endParaRPr lang="en-US" dirty="0"/>
          </a:p>
        </p:txBody>
      </p:sp>
      <p:sp>
        <p:nvSpPr>
          <p:cNvPr id="3" name="Content Placeholder 2"/>
          <p:cNvSpPr>
            <a:spLocks noGrp="1"/>
          </p:cNvSpPr>
          <p:nvPr>
            <p:ph idx="1"/>
          </p:nvPr>
        </p:nvSpPr>
        <p:spPr>
          <a:xfrm>
            <a:off x="381000" y="1412874"/>
            <a:ext cx="8382000" cy="4987925"/>
          </a:xfrm>
        </p:spPr>
        <p:txBody>
          <a:bodyPr>
            <a:normAutofit fontScale="92500" lnSpcReduction="10000"/>
          </a:bodyPr>
          <a:lstStyle/>
          <a:p>
            <a:pPr lvl="0"/>
            <a:r>
              <a:rPr lang="en-US" dirty="0" smtClean="0"/>
              <a:t>Foundation technology for software + service initiative - Goal: “</a:t>
            </a:r>
            <a:r>
              <a:rPr lang="en-US" dirty="0" smtClean="0">
                <a:solidFill>
                  <a:srgbClr val="FFC000"/>
                </a:solidFill>
              </a:rPr>
              <a:t>One-click federation with Live</a:t>
            </a:r>
            <a:r>
              <a:rPr lang="en-US" dirty="0" smtClean="0"/>
              <a:t>”</a:t>
            </a:r>
          </a:p>
          <a:p>
            <a:pPr lvl="0"/>
            <a:r>
              <a:rPr lang="en-US" dirty="0" smtClean="0"/>
              <a:t>Easy delivery of Live and Online to AD-Based Enterprises</a:t>
            </a:r>
          </a:p>
          <a:p>
            <a:pPr lvl="1"/>
            <a:r>
              <a:rPr lang="en-US" dirty="0" smtClean="0"/>
              <a:t>Easy to use : Easy to use wizard for configuration</a:t>
            </a:r>
          </a:p>
          <a:p>
            <a:pPr lvl="1"/>
            <a:r>
              <a:rPr lang="en-US" dirty="0" smtClean="0"/>
              <a:t>Secure : Control the users with access to online services</a:t>
            </a:r>
          </a:p>
          <a:p>
            <a:pPr lvl="0"/>
            <a:r>
              <a:rPr lang="en-US" dirty="0" smtClean="0"/>
              <a:t>Uses standard WS-Federation protocols</a:t>
            </a:r>
          </a:p>
          <a:p>
            <a:pPr lvl="0"/>
            <a:r>
              <a:rPr lang="en-US" dirty="0" smtClean="0"/>
              <a:t>Seamless user access from AD to Live and Online services</a:t>
            </a:r>
          </a:p>
          <a:p>
            <a:pPr lvl="1"/>
            <a:r>
              <a:rPr lang="en-US" dirty="0" smtClean="0"/>
              <a:t>Single sign in with corpnet</a:t>
            </a:r>
          </a:p>
          <a:p>
            <a:pPr lvl="1"/>
            <a:r>
              <a:rPr lang="en-US" dirty="0" smtClean="0"/>
              <a:t>Access Live and Online using corporate account</a:t>
            </a:r>
          </a:p>
        </p:txBody>
      </p:sp>
      <p:sp>
        <p:nvSpPr>
          <p:cNvPr id="4" name="Footer Placeholder 4"/>
          <p:cNvSpPr>
            <a:spLocks noGrp="1"/>
          </p:cNvSpPr>
          <p:nvPr>
            <p:ph type="ftr" sz="quarter" idx="4294967295"/>
          </p:nvPr>
        </p:nvSpPr>
        <p:spPr>
          <a:xfrm>
            <a:off x="3124200" y="6356350"/>
            <a:ext cx="2895600" cy="365125"/>
          </a:xfrm>
          <a:prstGeom prst="rect">
            <a:avLst/>
          </a:prstGeom>
        </p:spPr>
        <p:txBody>
          <a:bodyPr/>
          <a:lstStyle/>
          <a:p>
            <a:r>
              <a:rPr kumimoji="0" lang="en-US" sz="1800" dirty="0" smtClean="0">
                <a:solidFill>
                  <a:schemeClr val="tx1"/>
                </a:solidFill>
              </a:rPr>
              <a:t>Microsoft Confidential</a:t>
            </a:r>
            <a:endParaRPr kumimoji="0" lang="en-US" sz="1800" dirty="0">
              <a:solidFill>
                <a:schemeClr val="tx1"/>
              </a:solidFill>
            </a:endParaRPr>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Service Provisioning Framework</a:t>
            </a:r>
            <a:endParaRPr lang="en-US" dirty="0"/>
          </a:p>
        </p:txBody>
      </p:sp>
      <p:sp>
        <p:nvSpPr>
          <p:cNvPr id="3" name="Content Placeholder 2"/>
          <p:cNvSpPr>
            <a:spLocks noGrp="1"/>
          </p:cNvSpPr>
          <p:nvPr>
            <p:ph type="body" sz="quarter" idx="10"/>
          </p:nvPr>
        </p:nvSpPr>
        <p:spPr>
          <a:xfrm>
            <a:off x="381000" y="1411552"/>
            <a:ext cx="8382000" cy="5065448"/>
          </a:xfrm>
        </p:spPr>
        <p:txBody>
          <a:bodyPr>
            <a:normAutofit fontScale="85000" lnSpcReduction="20000"/>
          </a:bodyPr>
          <a:lstStyle/>
          <a:p>
            <a:r>
              <a:rPr lang="en-US" dirty="0" smtClean="0"/>
              <a:t>Scenario/Requirement</a:t>
            </a:r>
          </a:p>
          <a:p>
            <a:pPr lvl="1"/>
            <a:r>
              <a:rPr lang="en-US" dirty="0" err="1" smtClean="0"/>
              <a:t>CreatePassport</a:t>
            </a:r>
            <a:r>
              <a:rPr lang="en-US" dirty="0" smtClean="0"/>
              <a:t>() API can also provision services that the user has signup for.  (e.g., pre-create inbox so that an welcome email can be sent)</a:t>
            </a:r>
          </a:p>
          <a:p>
            <a:pPr lvl="1"/>
            <a:r>
              <a:rPr lang="en-US" dirty="0" smtClean="0"/>
              <a:t>Service offering changes over time: </a:t>
            </a:r>
          </a:p>
          <a:p>
            <a:pPr lvl="2"/>
            <a:r>
              <a:rPr lang="en-US" dirty="0" smtClean="0"/>
              <a:t>new services can be added; </a:t>
            </a:r>
          </a:p>
          <a:p>
            <a:pPr lvl="2"/>
            <a:r>
              <a:rPr lang="en-US" dirty="0" smtClean="0"/>
              <a:t>an offer can be time bound (</a:t>
            </a:r>
            <a:r>
              <a:rPr lang="en-US" dirty="0" err="1" smtClean="0"/>
              <a:t>eg</a:t>
            </a:r>
            <a:r>
              <a:rPr lang="en-US" dirty="0" smtClean="0"/>
              <a:t>. free trial for 2 month); </a:t>
            </a:r>
          </a:p>
          <a:p>
            <a:pPr lvl="2"/>
            <a:r>
              <a:rPr lang="en-US" dirty="0" smtClean="0"/>
              <a:t>existing users need to retroactively add new services;  </a:t>
            </a:r>
          </a:p>
          <a:p>
            <a:pPr lvl="2"/>
            <a:r>
              <a:rPr lang="en-US" dirty="0" smtClean="0"/>
              <a:t>a user might convert from one offer to another. </a:t>
            </a:r>
          </a:p>
          <a:p>
            <a:pPr lvl="1"/>
            <a:r>
              <a:rPr lang="en-US" dirty="0" smtClean="0"/>
              <a:t>When a user leaves an offer, the system must de-provision</a:t>
            </a:r>
          </a:p>
          <a:p>
            <a:r>
              <a:rPr lang="en-US" dirty="0" smtClean="0"/>
              <a:t>Solution</a:t>
            </a:r>
          </a:p>
          <a:p>
            <a:pPr lvl="1"/>
            <a:r>
              <a:rPr lang="en-US" dirty="0" smtClean="0"/>
              <a:t>Scalable system to 100s of millions of users</a:t>
            </a:r>
          </a:p>
          <a:p>
            <a:pPr lvl="1"/>
            <a:r>
              <a:rPr lang="en-US" dirty="0" smtClean="0"/>
              <a:t>Fully data driven to reconfigure offer and business rules</a:t>
            </a:r>
          </a:p>
          <a:p>
            <a:pPr lvl="1"/>
            <a:r>
              <a:rPr lang="en-US" dirty="0" smtClean="0"/>
              <a:t>Simple on-boarding for net-ops through Windows Live Syndication Central</a:t>
            </a:r>
          </a:p>
          <a:p>
            <a:pPr>
              <a:buNone/>
            </a:pPr>
            <a:endParaRPr lang="en-US" dirty="0"/>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p>
            <a:r>
              <a:rPr kumimoji="0" lang="en-US" sz="1800" dirty="0" smtClean="0">
                <a:solidFill>
                  <a:schemeClr val="tx1"/>
                </a:solidFill>
              </a:rPr>
              <a:t>Microsoft Confidential</a:t>
            </a:r>
            <a:endParaRPr kumimoji="0" lang="en-US" sz="1800" dirty="0">
              <a:solidFill>
                <a:schemeClr val="tx1"/>
              </a:solidFill>
            </a:endParaRPr>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Summary </a:t>
            </a:r>
            <a:r>
              <a:rPr lang="en-US" dirty="0" smtClean="0"/>
              <a:t>–</a:t>
            </a:r>
            <a:r>
              <a:rPr smtClean="0"/>
              <a:t> Windows Live ID</a:t>
            </a:r>
            <a:endParaRPr lang="en-US" dirty="0"/>
          </a:p>
        </p:txBody>
      </p:sp>
      <p:sp>
        <p:nvSpPr>
          <p:cNvPr id="3" name="Text Placeholder 2"/>
          <p:cNvSpPr>
            <a:spLocks noGrp="1"/>
          </p:cNvSpPr>
          <p:nvPr>
            <p:ph type="body" idx="1"/>
          </p:nvPr>
        </p:nvSpPr>
        <p:spPr>
          <a:xfrm>
            <a:off x="381000" y="1412875"/>
            <a:ext cx="8382000" cy="4987926"/>
          </a:xfrm>
        </p:spPr>
        <p:txBody>
          <a:bodyPr>
            <a:normAutofit fontScale="92500"/>
          </a:bodyPr>
          <a:lstStyle/>
          <a:p>
            <a:r>
              <a:rPr lang="en-US" sz="3600" dirty="0" smtClean="0"/>
              <a:t>Windows Live ID is the biggest identity provider on the planet!</a:t>
            </a:r>
          </a:p>
          <a:p>
            <a:r>
              <a:rPr lang="en-US" sz="3600" dirty="0" smtClean="0"/>
              <a:t>… but Live ID platform is much more than just the familiar login box</a:t>
            </a:r>
          </a:p>
          <a:p>
            <a:r>
              <a:rPr lang="en-US" sz="3600" dirty="0" smtClean="0"/>
              <a:t>Various types of users and various </a:t>
            </a:r>
            <a:r>
              <a:rPr lang="en-US" sz="3600" dirty="0" smtClean="0">
                <a:solidFill>
                  <a:srgbClr val="FFC000"/>
                </a:solidFill>
              </a:rPr>
              <a:t>authentication models </a:t>
            </a:r>
            <a:r>
              <a:rPr lang="en-US" sz="3600" dirty="0" smtClean="0"/>
              <a:t>are supported</a:t>
            </a:r>
          </a:p>
          <a:p>
            <a:r>
              <a:rPr lang="en-US" sz="3600" dirty="0" smtClean="0"/>
              <a:t>Increasing focus on enabling </a:t>
            </a:r>
            <a:r>
              <a:rPr lang="en-US" sz="3600" dirty="0" smtClean="0">
                <a:solidFill>
                  <a:srgbClr val="FFC000"/>
                </a:solidFill>
              </a:rPr>
              <a:t>federation </a:t>
            </a:r>
            <a:r>
              <a:rPr lang="en-US" sz="3600" dirty="0" smtClean="0"/>
              <a:t>and enterprise access to online services</a:t>
            </a:r>
          </a:p>
          <a:p>
            <a:r>
              <a:rPr lang="en-US" sz="3600" dirty="0" smtClean="0">
                <a:solidFill>
                  <a:srgbClr val="FFC000"/>
                </a:solidFill>
              </a:rPr>
              <a:t>Ease-of-use </a:t>
            </a:r>
            <a:r>
              <a:rPr lang="en-US" sz="3600" dirty="0" smtClean="0"/>
              <a:t>is always the goal and the challenge!</a:t>
            </a:r>
          </a:p>
        </p:txBody>
      </p:sp>
      <p:sp>
        <p:nvSpPr>
          <p:cNvPr id="4" name="Footer Placeholder 3"/>
          <p:cNvSpPr>
            <a:spLocks noGrp="1"/>
          </p:cNvSpPr>
          <p:nvPr>
            <p:ph type="ftr" sz="quarter" idx="10"/>
          </p:nvPr>
        </p:nvSpPr>
        <p:spPr/>
        <p:txBody>
          <a:bodyPr/>
          <a:lstStyle/>
          <a:p>
            <a:r>
              <a:rPr lang="en-US" smtClean="0"/>
              <a:t>Microsoft Confidential</a:t>
            </a:r>
            <a:endParaRPr lang="en-US"/>
          </a:p>
        </p:txBody>
      </p:sp>
    </p:spTree>
  </p:cSld>
  <p:clrMapOvr>
    <a:masterClrMapping/>
  </p:clrMapOvr>
  <p:transition>
    <p:strips dir="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Live ID - Resources &amp; Links</a:t>
            </a:r>
            <a:endParaRPr lang="en-US" dirty="0"/>
          </a:p>
        </p:txBody>
      </p:sp>
      <p:sp>
        <p:nvSpPr>
          <p:cNvPr id="3" name="Content Placeholder 2"/>
          <p:cNvSpPr>
            <a:spLocks noGrp="1"/>
          </p:cNvSpPr>
          <p:nvPr>
            <p:ph type="body" sz="quarter" idx="10"/>
          </p:nvPr>
        </p:nvSpPr>
        <p:spPr>
          <a:xfrm>
            <a:off x="381000" y="1295400"/>
            <a:ext cx="8382000" cy="5029200"/>
          </a:xfrm>
        </p:spPr>
        <p:txBody>
          <a:bodyPr>
            <a:normAutofit fontScale="85000" lnSpcReduction="20000"/>
          </a:bodyPr>
          <a:lstStyle/>
          <a:p>
            <a:pPr>
              <a:lnSpc>
                <a:spcPct val="120000"/>
              </a:lnSpc>
            </a:pPr>
            <a:r>
              <a:rPr lang="en-US" sz="1400" b="1" dirty="0" smtClean="0"/>
              <a:t>Windows Live ID Developer Center </a:t>
            </a:r>
            <a:r>
              <a:rPr lang="en-US" sz="1400" dirty="0" smtClean="0"/>
              <a:t>- </a:t>
            </a:r>
            <a:r>
              <a:rPr lang="en-US" sz="1200" dirty="0" smtClean="0">
                <a:hlinkClick r:id="rId3"/>
              </a:rPr>
              <a:t>http://dev.live.com/liveid</a:t>
            </a:r>
            <a:r>
              <a:rPr lang="en-US" sz="1200" dirty="0" smtClean="0"/>
              <a:t>   </a:t>
            </a:r>
          </a:p>
          <a:p>
            <a:pPr marL="620423" lvl="2" indent="-339976">
              <a:lnSpc>
                <a:spcPct val="120000"/>
              </a:lnSpc>
              <a:buBlip>
                <a:blip r:embed="rId4"/>
              </a:buBlip>
            </a:pPr>
            <a:r>
              <a:rPr lang="en-US" sz="1100" dirty="0" smtClean="0"/>
              <a:t>Windows Live ID Articles on MSDN  - </a:t>
            </a:r>
            <a:r>
              <a:rPr lang="en-US" sz="1100" dirty="0" smtClean="0">
                <a:hlinkClick r:id="rId5"/>
              </a:rPr>
              <a:t>http://go.microsoft.com/fwlink/?LinkId=111111</a:t>
            </a:r>
            <a:endParaRPr lang="en-US" sz="1100" dirty="0" smtClean="0">
              <a:solidFill>
                <a:srgbClr val="FFFFFF"/>
              </a:solidFill>
              <a:cs typeface="Arial" pitchFamily="34" charset="0"/>
            </a:endParaRPr>
          </a:p>
          <a:p>
            <a:pPr marL="620423" lvl="2" indent="-339976">
              <a:lnSpc>
                <a:spcPct val="120000"/>
              </a:lnSpc>
              <a:buBlip>
                <a:blip r:embed="rId4"/>
              </a:buBlip>
            </a:pPr>
            <a:r>
              <a:rPr lang="en-US" sz="1100" dirty="0" smtClean="0"/>
              <a:t>Windows Live ID Documentation on MSDN - </a:t>
            </a:r>
            <a:r>
              <a:rPr lang="en-US" sz="1100" dirty="0" smtClean="0">
                <a:hlinkClick r:id="rId6"/>
              </a:rPr>
              <a:t>http://msdn2.microsoft.com/en-us/library/bb404787.aspx</a:t>
            </a:r>
            <a:r>
              <a:rPr lang="en-US" sz="1100" dirty="0" smtClean="0"/>
              <a:t>   </a:t>
            </a:r>
          </a:p>
          <a:p>
            <a:pPr marL="620423" lvl="2" indent="-339976">
              <a:lnSpc>
                <a:spcPct val="120000"/>
              </a:lnSpc>
              <a:buBlip>
                <a:blip r:embed="rId4"/>
              </a:buBlip>
            </a:pPr>
            <a:r>
              <a:rPr lang="en-US" sz="1100" dirty="0" smtClean="0"/>
              <a:t>Windows Live ID Developer Forum - </a:t>
            </a:r>
            <a:r>
              <a:rPr lang="en-US" sz="1100" dirty="0" smtClean="0">
                <a:hlinkClick r:id="rId7"/>
              </a:rPr>
              <a:t>http://go.microsoft.com/fwlink/?LinkID=78146</a:t>
            </a:r>
            <a:endParaRPr lang="en-US" sz="1100" dirty="0" smtClean="0"/>
          </a:p>
          <a:p>
            <a:pPr marL="620423" lvl="2" indent="-339976">
              <a:lnSpc>
                <a:spcPct val="120000"/>
              </a:lnSpc>
              <a:buBlip>
                <a:blip r:embed="rId4"/>
              </a:buBlip>
            </a:pPr>
            <a:r>
              <a:rPr lang="en-US" sz="1100" dirty="0" smtClean="0"/>
              <a:t>Windows Live ID Team Blog - </a:t>
            </a:r>
            <a:r>
              <a:rPr lang="en-US" sz="1100" dirty="0" smtClean="0">
                <a:hlinkClick r:id="rId8"/>
              </a:rPr>
              <a:t>http://winliveid.spaces.live.com</a:t>
            </a:r>
            <a:endParaRPr lang="en-US" sz="1100" dirty="0" smtClean="0"/>
          </a:p>
          <a:p>
            <a:pPr marL="620423" lvl="2" indent="-339976">
              <a:lnSpc>
                <a:spcPct val="120000"/>
              </a:lnSpc>
              <a:buBlip>
                <a:blip r:embed="rId4"/>
              </a:buBlip>
            </a:pPr>
            <a:endParaRPr lang="en-US" sz="1100" dirty="0" smtClean="0"/>
          </a:p>
          <a:p>
            <a:pPr>
              <a:lnSpc>
                <a:spcPct val="120000"/>
              </a:lnSpc>
            </a:pPr>
            <a:r>
              <a:rPr lang="en-US" sz="1400" b="1" dirty="0" smtClean="0">
                <a:cs typeface="Arial" pitchFamily="34" charset="0"/>
              </a:rPr>
              <a:t>Windows Live ID Whitepapers</a:t>
            </a:r>
          </a:p>
          <a:p>
            <a:pPr lvl="1">
              <a:lnSpc>
                <a:spcPct val="120000"/>
              </a:lnSpc>
            </a:pPr>
            <a:r>
              <a:rPr lang="en-US" sz="1200" dirty="0" smtClean="0">
                <a:cs typeface="Arial" pitchFamily="34" charset="0"/>
              </a:rPr>
              <a:t>Introduction to Windows Live ID - </a:t>
            </a:r>
            <a:r>
              <a:rPr lang="en-US" sz="1200" dirty="0" smtClean="0">
                <a:solidFill>
                  <a:srgbClr val="FFFFFF"/>
                </a:solidFill>
                <a:cs typeface="Arial" pitchFamily="34" charset="0"/>
                <a:hlinkClick r:id="rId9"/>
              </a:rPr>
              <a:t>http://msdn2.microsoft.com/en-us/library/bb288408.aspx</a:t>
            </a:r>
            <a:endParaRPr lang="en-US" sz="1200" dirty="0" smtClean="0">
              <a:solidFill>
                <a:srgbClr val="FFFFFF"/>
              </a:solidFill>
              <a:cs typeface="Arial" pitchFamily="34" charset="0"/>
            </a:endParaRPr>
          </a:p>
          <a:p>
            <a:pPr lvl="1">
              <a:lnSpc>
                <a:spcPct val="120000"/>
              </a:lnSpc>
            </a:pPr>
            <a:r>
              <a:rPr lang="en-US" sz="1200" dirty="0" smtClean="0">
                <a:solidFill>
                  <a:srgbClr val="FFFFFF"/>
                </a:solidFill>
                <a:cs typeface="Arial" pitchFamily="34" charset="0"/>
              </a:rPr>
              <a:t>Understanding Windows Live Delegated Authentication </a:t>
            </a:r>
            <a:r>
              <a:rPr lang="en-US" sz="1100" dirty="0" smtClean="0">
                <a:solidFill>
                  <a:srgbClr val="FFFFFF"/>
                </a:solidFill>
                <a:cs typeface="Arial" pitchFamily="34" charset="0"/>
              </a:rPr>
              <a:t>- </a:t>
            </a:r>
            <a:r>
              <a:rPr lang="en-US" sz="1100" dirty="0" smtClean="0">
                <a:solidFill>
                  <a:srgbClr val="FFFFFF"/>
                </a:solidFill>
                <a:cs typeface="Arial" pitchFamily="34" charset="0"/>
                <a:hlinkClick r:id="rId10"/>
              </a:rPr>
              <a:t>http://msdn2.microsoft.com/en-us/library/cc287613.aspx</a:t>
            </a:r>
            <a:endParaRPr lang="en-US" sz="1100" dirty="0" smtClean="0">
              <a:solidFill>
                <a:srgbClr val="FFFFFF"/>
              </a:solidFill>
              <a:cs typeface="Arial" pitchFamily="34" charset="0"/>
            </a:endParaRPr>
          </a:p>
          <a:p>
            <a:pPr lvl="1">
              <a:lnSpc>
                <a:spcPct val="120000"/>
              </a:lnSpc>
            </a:pPr>
            <a:r>
              <a:rPr lang="en-US" sz="1200" dirty="0" smtClean="0">
                <a:solidFill>
                  <a:srgbClr val="FFFFFF"/>
                </a:solidFill>
                <a:cs typeface="Arial" pitchFamily="34" charset="0"/>
              </a:rPr>
              <a:t>Windows Live ID Federation - </a:t>
            </a:r>
            <a:r>
              <a:rPr lang="en-US" sz="1200" dirty="0" smtClean="0">
                <a:solidFill>
                  <a:srgbClr val="FFFFFF"/>
                </a:solidFill>
                <a:cs typeface="Arial" pitchFamily="34" charset="0"/>
                <a:hlinkClick r:id="rId11"/>
              </a:rPr>
              <a:t>http://msdn2.microsoft.com/en-us/library/cc287610.aspx</a:t>
            </a:r>
            <a:endParaRPr lang="en-US" sz="1200" dirty="0" smtClean="0">
              <a:solidFill>
                <a:srgbClr val="FFFFFF"/>
              </a:solidFill>
              <a:cs typeface="Arial" pitchFamily="34" charset="0"/>
            </a:endParaRPr>
          </a:p>
          <a:p>
            <a:pPr>
              <a:lnSpc>
                <a:spcPct val="120000"/>
              </a:lnSpc>
              <a:spcBef>
                <a:spcPts val="1200"/>
              </a:spcBef>
            </a:pPr>
            <a:r>
              <a:rPr lang="en-US" sz="1400" b="1" dirty="0" smtClean="0"/>
              <a:t>Windows Live ID Documentation and SDKs</a:t>
            </a:r>
          </a:p>
          <a:p>
            <a:pPr lvl="1">
              <a:lnSpc>
                <a:spcPct val="120000"/>
              </a:lnSpc>
              <a:spcBef>
                <a:spcPts val="1200"/>
              </a:spcBef>
            </a:pPr>
            <a:r>
              <a:rPr lang="en-US" sz="1200" dirty="0" smtClean="0"/>
              <a:t>Windows Live ID Web Authentication 1.1 SDK </a:t>
            </a:r>
            <a:br>
              <a:rPr lang="en-US" sz="1200" dirty="0" smtClean="0"/>
            </a:br>
            <a:r>
              <a:rPr lang="en-US" sz="1100" dirty="0" smtClean="0"/>
              <a:t>Docs </a:t>
            </a:r>
            <a:r>
              <a:rPr lang="en-US" sz="1100" dirty="0" smtClean="0">
                <a:hlinkClick r:id="rId12"/>
              </a:rPr>
              <a:t>http://go.microsoft.com/fwlink/?LinkID=91762</a:t>
            </a:r>
            <a:r>
              <a:rPr lang="en-US" sz="1100" dirty="0" smtClean="0"/>
              <a:t> </a:t>
            </a:r>
            <a:br>
              <a:rPr lang="en-US" sz="1100" dirty="0" smtClean="0"/>
            </a:br>
            <a:r>
              <a:rPr lang="en-US" sz="1100" dirty="0" smtClean="0"/>
              <a:t>SDK Samples </a:t>
            </a:r>
            <a:r>
              <a:rPr lang="en-US" sz="1100" dirty="0" smtClean="0">
                <a:hlinkClick r:id="rId13"/>
              </a:rPr>
              <a:t>http://go.microsoft.com/fwlink/?LinkID=91761</a:t>
            </a:r>
            <a:endParaRPr lang="en-US" sz="1100" dirty="0" smtClean="0"/>
          </a:p>
          <a:p>
            <a:pPr lvl="1">
              <a:lnSpc>
                <a:spcPct val="120000"/>
              </a:lnSpc>
              <a:spcBef>
                <a:spcPts val="1200"/>
              </a:spcBef>
            </a:pPr>
            <a:r>
              <a:rPr lang="en-US" sz="1200" dirty="0" smtClean="0"/>
              <a:t>Windows Live ID Delegated Authentication 1.0 SDK </a:t>
            </a:r>
            <a:br>
              <a:rPr lang="en-US" sz="1200" dirty="0" smtClean="0"/>
            </a:br>
            <a:r>
              <a:rPr lang="en-US" sz="1100" dirty="0" smtClean="0"/>
              <a:t>Docs </a:t>
            </a:r>
            <a:r>
              <a:rPr lang="en-US" sz="1100" dirty="0" smtClean="0">
                <a:hlinkClick r:id="rId14"/>
              </a:rPr>
              <a:t>http://go.microsoft.com/fwlink/?LinkID=107420</a:t>
            </a:r>
            <a:r>
              <a:rPr lang="en-US" sz="1100" dirty="0" smtClean="0"/>
              <a:t> </a:t>
            </a:r>
            <a:br>
              <a:rPr lang="en-US" sz="1100" dirty="0" smtClean="0"/>
            </a:br>
            <a:r>
              <a:rPr lang="en-US" sz="1100" dirty="0" smtClean="0"/>
              <a:t>SDK Samples </a:t>
            </a:r>
            <a:r>
              <a:rPr lang="en-US" sz="1100" dirty="0" smtClean="0">
                <a:hlinkClick r:id="rId15"/>
              </a:rPr>
              <a:t>http://go.microsoft.com/fwlink/?LinkId=107419</a:t>
            </a:r>
            <a:endParaRPr lang="en-US" sz="1100" dirty="0" smtClean="0"/>
          </a:p>
          <a:p>
            <a:pPr lvl="1">
              <a:lnSpc>
                <a:spcPct val="120000"/>
              </a:lnSpc>
              <a:spcBef>
                <a:spcPts val="1200"/>
              </a:spcBef>
            </a:pPr>
            <a:r>
              <a:rPr lang="en-US" sz="1200" dirty="0" smtClean="0"/>
              <a:t>Windows Live ID Client 1.0 SDK download - </a:t>
            </a:r>
            <a:r>
              <a:rPr lang="en-US" sz="1200" dirty="0" smtClean="0">
                <a:hlinkClick r:id="rId16"/>
              </a:rPr>
              <a:t>http://go.microsoft.com/fwlink/?LinkId=86974</a:t>
            </a:r>
            <a:endParaRPr lang="en-US" sz="1200" dirty="0" smtClean="0"/>
          </a:p>
          <a:p>
            <a:pPr>
              <a:lnSpc>
                <a:spcPct val="120000"/>
              </a:lnSpc>
              <a:spcBef>
                <a:spcPts val="1200"/>
              </a:spcBef>
            </a:pPr>
            <a:r>
              <a:rPr lang="en-US" sz="1400" dirty="0" smtClean="0"/>
              <a:t>Windows Live ID Web Authentication app registration page </a:t>
            </a:r>
            <a:r>
              <a:rPr lang="en-US" sz="1400" dirty="0" smtClean="0">
                <a:hlinkClick r:id="rId17"/>
              </a:rPr>
              <a:t>https://msm.live.com/app</a:t>
            </a:r>
            <a:endParaRPr lang="en-US" sz="1400" dirty="0" smtClean="0"/>
          </a:p>
          <a:p>
            <a:pPr>
              <a:lnSpc>
                <a:spcPct val="120000"/>
              </a:lnSpc>
              <a:spcBef>
                <a:spcPts val="1200"/>
              </a:spcBef>
            </a:pPr>
            <a:r>
              <a:rPr lang="en-US" sz="1400" dirty="0" smtClean="0"/>
              <a:t>Delegated Authentication Resource Providers List - </a:t>
            </a:r>
            <a:r>
              <a:rPr lang="en-US" sz="1400" dirty="0" smtClean="0">
                <a:hlinkClick r:id="rId18"/>
              </a:rPr>
              <a:t>http://go.microsoft.com/fwlink/?LinkID=108535</a:t>
            </a:r>
            <a:endParaRPr lang="en-US" sz="1400" dirty="0" smtClean="0"/>
          </a:p>
          <a:p>
            <a:pPr>
              <a:lnSpc>
                <a:spcPct val="120000"/>
              </a:lnSpc>
              <a:spcBef>
                <a:spcPts val="1200"/>
              </a:spcBef>
            </a:pPr>
            <a:r>
              <a:rPr lang="en-US" sz="1400" dirty="0" smtClean="0"/>
              <a:t>Windows Live ID Server SDK (aka RPS) – Speak to your Microsoft Account Manager</a:t>
            </a:r>
          </a:p>
          <a:p>
            <a:pPr>
              <a:lnSpc>
                <a:spcPct val="120000"/>
              </a:lnSpc>
              <a:spcBef>
                <a:spcPts val="1200"/>
              </a:spcBef>
            </a:pPr>
            <a:r>
              <a:rPr lang="en-US" sz="1400" dirty="0" smtClean="0"/>
              <a:t>Windows Live Tools for Visual Studio - </a:t>
            </a:r>
            <a:r>
              <a:rPr lang="en-US" sz="1400" dirty="0" smtClean="0">
                <a:hlinkClick r:id="rId19"/>
              </a:rPr>
              <a:t>http://dev.live.com/tools/</a:t>
            </a:r>
            <a:endParaRPr lang="en-US" sz="1400" dirty="0" smtClean="0"/>
          </a:p>
          <a:p>
            <a:pPr>
              <a:lnSpc>
                <a:spcPct val="120000"/>
              </a:lnSpc>
              <a:spcBef>
                <a:spcPts val="1200"/>
              </a:spcBef>
            </a:pPr>
            <a:endParaRPr lang="en-US" sz="1400" dirty="0" smtClean="0"/>
          </a:p>
        </p:txBody>
      </p:sp>
      <p:sp>
        <p:nvSpPr>
          <p:cNvPr id="5" name="Footer Placeholder 4"/>
          <p:cNvSpPr>
            <a:spLocks noGrp="1"/>
          </p:cNvSpPr>
          <p:nvPr>
            <p:ph type="ftr" sz="quarter" idx="11"/>
          </p:nvPr>
        </p:nvSpPr>
        <p:spPr>
          <a:prstGeom prst="rect">
            <a:avLst/>
          </a:prstGeom>
        </p:spPr>
        <p:txBody>
          <a:bodyPr/>
          <a:lstStyle/>
          <a:p>
            <a:r>
              <a:rPr kumimoji="0" lang="en-US" sz="1800" dirty="0" smtClean="0">
                <a:solidFill>
                  <a:schemeClr val="tx1"/>
                </a:solidFill>
              </a:rPr>
              <a:t>Microsoft Confidential</a:t>
            </a:r>
            <a:endParaRPr kumimoji="0" lang="en-US" sz="1800" dirty="0">
              <a:solidFill>
                <a:schemeClr val="tx1"/>
              </a:solidFill>
            </a:endParaRPr>
          </a:p>
        </p:txBody>
      </p:sp>
      <p:sp>
        <p:nvSpPr>
          <p:cNvPr id="4" name="Slide Number Placeholder 3"/>
          <p:cNvSpPr>
            <a:spLocks noGrp="1"/>
          </p:cNvSpPr>
          <p:nvPr>
            <p:ph type="sldNum" sz="quarter" idx="4294967295"/>
          </p:nvPr>
        </p:nvSpPr>
        <p:spPr>
          <a:xfrm>
            <a:off x="8382000" y="6356350"/>
            <a:ext cx="762000" cy="365125"/>
          </a:xfrm>
          <a:prstGeom prst="rect">
            <a:avLst/>
          </a:prstGeom>
        </p:spPr>
        <p:txBody>
          <a:bodyPr/>
          <a:lstStyle/>
          <a:p>
            <a:fld id="{042AED99-7FB4-404E-8A97-64753DCE42EC}" type="slidenum">
              <a:rPr kumimoji="0" lang="en-US" sz="1800" smtClean="0">
                <a:solidFill>
                  <a:schemeClr val="tx1"/>
                </a:solidFill>
              </a:rPr>
              <a:pPr/>
              <a:t>25</a:t>
            </a:fld>
            <a:endParaRPr kumimoji="0" lang="en-US" sz="1800">
              <a:solidFill>
                <a:schemeClr val="tx1"/>
              </a:solidFill>
            </a:endParaRPr>
          </a:p>
        </p:txBody>
      </p:sp>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icrosoft logo and tagline"/>
          <p:cNvPicPr>
            <a:picLocks noChangeAspect="1" noChangeArrowheads="1"/>
          </p:cNvPicPr>
          <p:nvPr/>
        </p:nvPicPr>
        <p:blipFill>
          <a:blip r:embed="rId3"/>
          <a:srcRect/>
          <a:stretch>
            <a:fillRect/>
          </a:stretch>
        </p:blipFill>
        <p:spPr bwMode="black">
          <a:xfrm>
            <a:off x="1602053" y="2787386"/>
            <a:ext cx="5939896" cy="1283229"/>
          </a:xfrm>
          <a:prstGeom prst="rect">
            <a:avLst/>
          </a:prstGeom>
          <a:noFill/>
        </p:spPr>
      </p:pic>
      <p:sp>
        <p:nvSpPr>
          <p:cNvPr id="5" name="Text Box 3"/>
          <p:cNvSpPr txBox="1">
            <a:spLocks noChangeArrowheads="1"/>
          </p:cNvSpPr>
          <p:nvPr/>
        </p:nvSpPr>
        <p:spPr bwMode="blackWhite">
          <a:xfrm>
            <a:off x="381000" y="6083573"/>
            <a:ext cx="8382000" cy="523206"/>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latin typeface="Trebuchet MS" pitchFamily="34" charset="0"/>
                <a:cs typeface="Arial" charset="0"/>
              </a:rPr>
              <a:t>© </a:t>
            </a:r>
            <a:r>
              <a:rPr lang="en-US" sz="700" dirty="0" smtClean="0">
                <a:latin typeface="Trebuchet MS" pitchFamily="34" charset="0"/>
                <a:cs typeface="Arial" charset="0"/>
              </a:rPr>
              <a:t>2008 Microsoft </a:t>
            </a:r>
            <a:r>
              <a:rPr lang="en-US" sz="700" dirty="0">
                <a:latin typeface="Trebuchet MS" pitchFamily="34" charset="0"/>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latin typeface="Trebuchet MS" pitchFamily="34" charset="0"/>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700" dirty="0">
                <a:latin typeface="Trebuchet MS" pitchFamily="34" charset="0"/>
                <a:cs typeface="Arial" charset="0"/>
              </a:rPr>
            </a:br>
            <a:r>
              <a:rPr lang="en-US" sz="700" dirty="0">
                <a:latin typeface="Trebuchet MS" pitchFamily="34" charset="0"/>
                <a:cs typeface="Arial" charset="0"/>
              </a:rPr>
              <a:t>MICROSOFT MAKES NO WARRANTIES, EXPRESS, IMPLIED OR STATUTORY, AS TO THE INFORMATION IN THIS PRESENTATION.</a:t>
            </a:r>
          </a:p>
        </p:txBody>
      </p:sp>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MVP Summit 2008 4X3 template (2)">
  <a:themeElements>
    <a:clrScheme name="5-00355 MVP Summit 2008">
      <a:dk1>
        <a:sysClr val="windowText" lastClr="000000"/>
      </a:dk1>
      <a:lt1>
        <a:sysClr val="window" lastClr="FFFFFF"/>
      </a:lt1>
      <a:dk2>
        <a:srgbClr val="424456"/>
      </a:dk2>
      <a:lt2>
        <a:srgbClr val="DEDEDE"/>
      </a:lt2>
      <a:accent1>
        <a:srgbClr val="80BFF2"/>
      </a:accent1>
      <a:accent2>
        <a:srgbClr val="DC9366"/>
      </a:accent2>
      <a:accent3>
        <a:srgbClr val="03CDA7"/>
      </a:accent3>
      <a:accent4>
        <a:srgbClr val="FECB09"/>
      </a:accent4>
      <a:accent5>
        <a:srgbClr val="0F6ABD"/>
      </a:accent5>
      <a:accent6>
        <a:srgbClr val="A04DA3"/>
      </a:accent6>
      <a:hlink>
        <a:srgbClr val="FFFF00"/>
      </a:hlink>
      <a:folHlink>
        <a:srgbClr val="C2A874"/>
      </a:folHlink>
    </a:clrScheme>
    <a:fontScheme name="Segoe">
      <a:majorFont>
        <a:latin typeface="Segoe"/>
        <a:ea typeface=""/>
        <a:cs typeface=""/>
      </a:majorFont>
      <a:minorFont>
        <a:latin typeface="Segoe"/>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400" dirty="0" smtClean="0">
            <a:solidFill>
              <a:srgbClr val="FFFFFF"/>
            </a:solidFill>
            <a:effectLst>
              <a:outerShdw blurRad="38100" dist="38100" dir="2700000" algn="tl">
                <a:srgbClr val="000000">
                  <a:alpha val="43137"/>
                </a:srgbClr>
              </a:outerShdw>
            </a:effectLst>
          </a:defRPr>
        </a:defPPr>
      </a:lstStyle>
      <a:style>
        <a:lnRef idx="0">
          <a:schemeClr val="accent2"/>
        </a:lnRef>
        <a:fillRef idx="3">
          <a:schemeClr val="accent2"/>
        </a:fillRef>
        <a:effectRef idx="3">
          <a:schemeClr val="accent2"/>
        </a:effectRef>
        <a:fontRef idx="minor">
          <a:schemeClr val="lt1"/>
        </a:fontRef>
      </a:style>
    </a:spDef>
    <a:txDef>
      <a:spPr>
        <a:noFill/>
      </a:spPr>
      <a:bodyPr wrap="none" rtlCol="0">
        <a:spAutoFit/>
      </a:bodyPr>
      <a:lstStyle>
        <a:defPPr>
          <a:defRPr sz="2400" dirty="0" err="1" smtClean="0"/>
        </a:defPPr>
      </a:lstStyle>
    </a:txDef>
  </a:objectDefaults>
  <a:extraClrSchemeLst/>
</a:theme>
</file>

<file path=ppt/theme/theme2.xml><?xml version="1.0" encoding="utf-8"?>
<a:theme xmlns:a="http://schemas.openxmlformats.org/drawingml/2006/main" name="White with Courier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Blue-Purple TT">
      <a:majorFont>
        <a:latin typeface="Segoe"/>
        <a:ea typeface=""/>
        <a:cs typeface=""/>
      </a:majorFont>
      <a:minorFont>
        <a:latin typeface="Segoe"/>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CATReviewWithBlakeI">
  <a:themeElements>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fontScheme name="CATReviewWithBlake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lnDef>
  </a:objectDefaults>
  <a:extraClrSchemeLst>
    <a:extraClrScheme>
      <a:clrScheme name="CATReviewWithBlakeI 1">
        <a:dk1>
          <a:srgbClr val="808080"/>
        </a:dk1>
        <a:lt1>
          <a:srgbClr val="F8F8F8"/>
        </a:lt1>
        <a:dk2>
          <a:srgbClr val="1A60A8"/>
        </a:dk2>
        <a:lt2>
          <a:srgbClr val="F8F8F8"/>
        </a:lt2>
        <a:accent1>
          <a:srgbClr val="0099FF"/>
        </a:accent1>
        <a:accent2>
          <a:srgbClr val="FF3300"/>
        </a:accent2>
        <a:accent3>
          <a:srgbClr val="ABB6D1"/>
        </a:accent3>
        <a:accent4>
          <a:srgbClr val="D4D4D4"/>
        </a:accent4>
        <a:accent5>
          <a:srgbClr val="AACAFF"/>
        </a:accent5>
        <a:accent6>
          <a:srgbClr val="E72D00"/>
        </a:accent6>
        <a:hlink>
          <a:srgbClr val="FF9933"/>
        </a:hlink>
        <a:folHlink>
          <a:srgbClr val="66CC33"/>
        </a:folHlink>
      </a:clrScheme>
      <a:clrMap bg1="dk2" tx1="lt1" bg2="dk1" tx2="lt2" accent1="accent1" accent2="accent2" accent3="accent3" accent4="accent4" accent5="accent5" accent6="accent6" hlink="hlink" folHlink="folHlink"/>
    </a:extraClrScheme>
    <a:extraClrScheme>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clrMap bg1="lt1" tx1="dk1" bg2="lt2" tx2="dk2" accent1="accent1" accent2="accent2" accent3="accent3" accent4="accent4" accent5="accent5" accent6="accent6" hlink="hlink" folHlink="folHlink"/>
    </a:extraClrScheme>
    <a:extraClrScheme>
      <a:clrScheme name="CATReviewWithBlakeI 3">
        <a:dk1>
          <a:srgbClr val="808080"/>
        </a:dk1>
        <a:lt1>
          <a:srgbClr val="F8F8F8"/>
        </a:lt1>
        <a:dk2>
          <a:srgbClr val="F98336"/>
        </a:dk2>
        <a:lt2>
          <a:srgbClr val="F8F8F8"/>
        </a:lt2>
        <a:accent1>
          <a:srgbClr val="008FDE"/>
        </a:accent1>
        <a:accent2>
          <a:srgbClr val="3AB46C"/>
        </a:accent2>
        <a:accent3>
          <a:srgbClr val="FBC1AE"/>
        </a:accent3>
        <a:accent4>
          <a:srgbClr val="D4D4D4"/>
        </a:accent4>
        <a:accent5>
          <a:srgbClr val="AAC6EC"/>
        </a:accent5>
        <a:accent6>
          <a:srgbClr val="34A361"/>
        </a:accent6>
        <a:hlink>
          <a:srgbClr val="DA2D26"/>
        </a:hlink>
        <a:folHlink>
          <a:srgbClr val="846A9F"/>
        </a:folHlink>
      </a:clrScheme>
      <a:clrMap bg1="dk2" tx1="lt1" bg2="dk1" tx2="lt2" accent1="accent1" accent2="accent2" accent3="accent3" accent4="accent4" accent5="accent5" accent6="accent6" hlink="hlink" folHlink="folHlink"/>
    </a:extraClrScheme>
    <a:extraClrScheme>
      <a:clrScheme name="CATReviewWithBlakeI 4">
        <a:dk1>
          <a:srgbClr val="808080"/>
        </a:dk1>
        <a:lt1>
          <a:srgbClr val="F8F8F8"/>
        </a:lt1>
        <a:dk2>
          <a:srgbClr val="3AB46C"/>
        </a:dk2>
        <a:lt2>
          <a:srgbClr val="F8F8F8"/>
        </a:lt2>
        <a:accent1>
          <a:srgbClr val="008FDE"/>
        </a:accent1>
        <a:accent2>
          <a:srgbClr val="F98336"/>
        </a:accent2>
        <a:accent3>
          <a:srgbClr val="AED6BA"/>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
      <a:clrScheme name="CATReviewWithBlakeI 5">
        <a:dk1>
          <a:srgbClr val="808080"/>
        </a:dk1>
        <a:lt1>
          <a:srgbClr val="F8F8F8"/>
        </a:lt1>
        <a:dk2>
          <a:srgbClr val="DA2D26"/>
        </a:dk2>
        <a:lt2>
          <a:srgbClr val="F8F8F8"/>
        </a:lt2>
        <a:accent1>
          <a:srgbClr val="008FDE"/>
        </a:accent1>
        <a:accent2>
          <a:srgbClr val="F98336"/>
        </a:accent2>
        <a:accent3>
          <a:srgbClr val="EAADAC"/>
        </a:accent3>
        <a:accent4>
          <a:srgbClr val="D4D4D4"/>
        </a:accent4>
        <a:accent5>
          <a:srgbClr val="AAC6EC"/>
        </a:accent5>
        <a:accent6>
          <a:srgbClr val="E27630"/>
        </a:accent6>
        <a:hlink>
          <a:srgbClr val="846A9F"/>
        </a:hlink>
        <a:folHlink>
          <a:srgbClr val="1A60A8"/>
        </a:folHlink>
      </a:clrScheme>
      <a:clrMap bg1="dk2" tx1="lt1" bg2="dk1" tx2="lt2" accent1="accent1" accent2="accent2" accent3="accent3" accent4="accent4" accent5="accent5" accent6="accent6" hlink="hlink" folHlink="folHlink"/>
    </a:extraClrScheme>
    <a:extraClrScheme>
      <a:clrScheme name="CATReviewWithBlakeI 6">
        <a:dk1>
          <a:srgbClr val="808080"/>
        </a:dk1>
        <a:lt1>
          <a:srgbClr val="F8F8F8"/>
        </a:lt1>
        <a:dk2>
          <a:srgbClr val="846A9F"/>
        </a:dk2>
        <a:lt2>
          <a:srgbClr val="F8F8F8"/>
        </a:lt2>
        <a:accent1>
          <a:srgbClr val="008FDE"/>
        </a:accent1>
        <a:accent2>
          <a:srgbClr val="F98336"/>
        </a:accent2>
        <a:accent3>
          <a:srgbClr val="C2B9CD"/>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CATReviewWithBlakeI">
  <a:themeElements>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fontScheme name="CATReviewWithBlake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lnDef>
  </a:objectDefaults>
  <a:extraClrSchemeLst>
    <a:extraClrScheme>
      <a:clrScheme name="CATReviewWithBlakeI 1">
        <a:dk1>
          <a:srgbClr val="808080"/>
        </a:dk1>
        <a:lt1>
          <a:srgbClr val="F8F8F8"/>
        </a:lt1>
        <a:dk2>
          <a:srgbClr val="1A60A8"/>
        </a:dk2>
        <a:lt2>
          <a:srgbClr val="F8F8F8"/>
        </a:lt2>
        <a:accent1>
          <a:srgbClr val="0099FF"/>
        </a:accent1>
        <a:accent2>
          <a:srgbClr val="FF3300"/>
        </a:accent2>
        <a:accent3>
          <a:srgbClr val="ABB6D1"/>
        </a:accent3>
        <a:accent4>
          <a:srgbClr val="D4D4D4"/>
        </a:accent4>
        <a:accent5>
          <a:srgbClr val="AACAFF"/>
        </a:accent5>
        <a:accent6>
          <a:srgbClr val="E72D00"/>
        </a:accent6>
        <a:hlink>
          <a:srgbClr val="FF9933"/>
        </a:hlink>
        <a:folHlink>
          <a:srgbClr val="66CC33"/>
        </a:folHlink>
      </a:clrScheme>
      <a:clrMap bg1="dk2" tx1="lt1" bg2="dk1" tx2="lt2" accent1="accent1" accent2="accent2" accent3="accent3" accent4="accent4" accent5="accent5" accent6="accent6" hlink="hlink" folHlink="folHlink"/>
    </a:extraClrScheme>
    <a:extraClrScheme>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clrMap bg1="lt1" tx1="dk1" bg2="lt2" tx2="dk2" accent1="accent1" accent2="accent2" accent3="accent3" accent4="accent4" accent5="accent5" accent6="accent6" hlink="hlink" folHlink="folHlink"/>
    </a:extraClrScheme>
    <a:extraClrScheme>
      <a:clrScheme name="CATReviewWithBlakeI 3">
        <a:dk1>
          <a:srgbClr val="808080"/>
        </a:dk1>
        <a:lt1>
          <a:srgbClr val="F8F8F8"/>
        </a:lt1>
        <a:dk2>
          <a:srgbClr val="F98336"/>
        </a:dk2>
        <a:lt2>
          <a:srgbClr val="F8F8F8"/>
        </a:lt2>
        <a:accent1>
          <a:srgbClr val="008FDE"/>
        </a:accent1>
        <a:accent2>
          <a:srgbClr val="3AB46C"/>
        </a:accent2>
        <a:accent3>
          <a:srgbClr val="FBC1AE"/>
        </a:accent3>
        <a:accent4>
          <a:srgbClr val="D4D4D4"/>
        </a:accent4>
        <a:accent5>
          <a:srgbClr val="AAC6EC"/>
        </a:accent5>
        <a:accent6>
          <a:srgbClr val="34A361"/>
        </a:accent6>
        <a:hlink>
          <a:srgbClr val="DA2D26"/>
        </a:hlink>
        <a:folHlink>
          <a:srgbClr val="846A9F"/>
        </a:folHlink>
      </a:clrScheme>
      <a:clrMap bg1="dk2" tx1="lt1" bg2="dk1" tx2="lt2" accent1="accent1" accent2="accent2" accent3="accent3" accent4="accent4" accent5="accent5" accent6="accent6" hlink="hlink" folHlink="folHlink"/>
    </a:extraClrScheme>
    <a:extraClrScheme>
      <a:clrScheme name="CATReviewWithBlakeI 4">
        <a:dk1>
          <a:srgbClr val="808080"/>
        </a:dk1>
        <a:lt1>
          <a:srgbClr val="F8F8F8"/>
        </a:lt1>
        <a:dk2>
          <a:srgbClr val="3AB46C"/>
        </a:dk2>
        <a:lt2>
          <a:srgbClr val="F8F8F8"/>
        </a:lt2>
        <a:accent1>
          <a:srgbClr val="008FDE"/>
        </a:accent1>
        <a:accent2>
          <a:srgbClr val="F98336"/>
        </a:accent2>
        <a:accent3>
          <a:srgbClr val="AED6BA"/>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
      <a:clrScheme name="CATReviewWithBlakeI 5">
        <a:dk1>
          <a:srgbClr val="808080"/>
        </a:dk1>
        <a:lt1>
          <a:srgbClr val="F8F8F8"/>
        </a:lt1>
        <a:dk2>
          <a:srgbClr val="DA2D26"/>
        </a:dk2>
        <a:lt2>
          <a:srgbClr val="F8F8F8"/>
        </a:lt2>
        <a:accent1>
          <a:srgbClr val="008FDE"/>
        </a:accent1>
        <a:accent2>
          <a:srgbClr val="F98336"/>
        </a:accent2>
        <a:accent3>
          <a:srgbClr val="EAADAC"/>
        </a:accent3>
        <a:accent4>
          <a:srgbClr val="D4D4D4"/>
        </a:accent4>
        <a:accent5>
          <a:srgbClr val="AAC6EC"/>
        </a:accent5>
        <a:accent6>
          <a:srgbClr val="E27630"/>
        </a:accent6>
        <a:hlink>
          <a:srgbClr val="846A9F"/>
        </a:hlink>
        <a:folHlink>
          <a:srgbClr val="1A60A8"/>
        </a:folHlink>
      </a:clrScheme>
      <a:clrMap bg1="dk2" tx1="lt1" bg2="dk1" tx2="lt2" accent1="accent1" accent2="accent2" accent3="accent3" accent4="accent4" accent5="accent5" accent6="accent6" hlink="hlink" folHlink="folHlink"/>
    </a:extraClrScheme>
    <a:extraClrScheme>
      <a:clrScheme name="CATReviewWithBlakeI 6">
        <a:dk1>
          <a:srgbClr val="808080"/>
        </a:dk1>
        <a:lt1>
          <a:srgbClr val="F8F8F8"/>
        </a:lt1>
        <a:dk2>
          <a:srgbClr val="846A9F"/>
        </a:dk2>
        <a:lt2>
          <a:srgbClr val="F8F8F8"/>
        </a:lt2>
        <a:accent1>
          <a:srgbClr val="008FDE"/>
        </a:accent1>
        <a:accent2>
          <a:srgbClr val="F98336"/>
        </a:accent2>
        <a:accent3>
          <a:srgbClr val="C2B9CD"/>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CATReviewWithBlakeI">
  <a:themeElements>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fontScheme name="CATReviewWithBlake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lnDef>
  </a:objectDefaults>
  <a:extraClrSchemeLst>
    <a:extraClrScheme>
      <a:clrScheme name="CATReviewWithBlakeI 1">
        <a:dk1>
          <a:srgbClr val="808080"/>
        </a:dk1>
        <a:lt1>
          <a:srgbClr val="F8F8F8"/>
        </a:lt1>
        <a:dk2>
          <a:srgbClr val="1A60A8"/>
        </a:dk2>
        <a:lt2>
          <a:srgbClr val="F8F8F8"/>
        </a:lt2>
        <a:accent1>
          <a:srgbClr val="0099FF"/>
        </a:accent1>
        <a:accent2>
          <a:srgbClr val="FF3300"/>
        </a:accent2>
        <a:accent3>
          <a:srgbClr val="ABB6D1"/>
        </a:accent3>
        <a:accent4>
          <a:srgbClr val="D4D4D4"/>
        </a:accent4>
        <a:accent5>
          <a:srgbClr val="AACAFF"/>
        </a:accent5>
        <a:accent6>
          <a:srgbClr val="E72D00"/>
        </a:accent6>
        <a:hlink>
          <a:srgbClr val="FF9933"/>
        </a:hlink>
        <a:folHlink>
          <a:srgbClr val="66CC33"/>
        </a:folHlink>
      </a:clrScheme>
      <a:clrMap bg1="dk2" tx1="lt1" bg2="dk1" tx2="lt2" accent1="accent1" accent2="accent2" accent3="accent3" accent4="accent4" accent5="accent5" accent6="accent6" hlink="hlink" folHlink="folHlink"/>
    </a:extraClrScheme>
    <a:extraClrScheme>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clrMap bg1="lt1" tx1="dk1" bg2="lt2" tx2="dk2" accent1="accent1" accent2="accent2" accent3="accent3" accent4="accent4" accent5="accent5" accent6="accent6" hlink="hlink" folHlink="folHlink"/>
    </a:extraClrScheme>
    <a:extraClrScheme>
      <a:clrScheme name="CATReviewWithBlakeI 3">
        <a:dk1>
          <a:srgbClr val="808080"/>
        </a:dk1>
        <a:lt1>
          <a:srgbClr val="F8F8F8"/>
        </a:lt1>
        <a:dk2>
          <a:srgbClr val="F98336"/>
        </a:dk2>
        <a:lt2>
          <a:srgbClr val="F8F8F8"/>
        </a:lt2>
        <a:accent1>
          <a:srgbClr val="008FDE"/>
        </a:accent1>
        <a:accent2>
          <a:srgbClr val="3AB46C"/>
        </a:accent2>
        <a:accent3>
          <a:srgbClr val="FBC1AE"/>
        </a:accent3>
        <a:accent4>
          <a:srgbClr val="D4D4D4"/>
        </a:accent4>
        <a:accent5>
          <a:srgbClr val="AAC6EC"/>
        </a:accent5>
        <a:accent6>
          <a:srgbClr val="34A361"/>
        </a:accent6>
        <a:hlink>
          <a:srgbClr val="DA2D26"/>
        </a:hlink>
        <a:folHlink>
          <a:srgbClr val="846A9F"/>
        </a:folHlink>
      </a:clrScheme>
      <a:clrMap bg1="dk2" tx1="lt1" bg2="dk1" tx2="lt2" accent1="accent1" accent2="accent2" accent3="accent3" accent4="accent4" accent5="accent5" accent6="accent6" hlink="hlink" folHlink="folHlink"/>
    </a:extraClrScheme>
    <a:extraClrScheme>
      <a:clrScheme name="CATReviewWithBlakeI 4">
        <a:dk1>
          <a:srgbClr val="808080"/>
        </a:dk1>
        <a:lt1>
          <a:srgbClr val="F8F8F8"/>
        </a:lt1>
        <a:dk2>
          <a:srgbClr val="3AB46C"/>
        </a:dk2>
        <a:lt2>
          <a:srgbClr val="F8F8F8"/>
        </a:lt2>
        <a:accent1>
          <a:srgbClr val="008FDE"/>
        </a:accent1>
        <a:accent2>
          <a:srgbClr val="F98336"/>
        </a:accent2>
        <a:accent3>
          <a:srgbClr val="AED6BA"/>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
      <a:clrScheme name="CATReviewWithBlakeI 5">
        <a:dk1>
          <a:srgbClr val="808080"/>
        </a:dk1>
        <a:lt1>
          <a:srgbClr val="F8F8F8"/>
        </a:lt1>
        <a:dk2>
          <a:srgbClr val="DA2D26"/>
        </a:dk2>
        <a:lt2>
          <a:srgbClr val="F8F8F8"/>
        </a:lt2>
        <a:accent1>
          <a:srgbClr val="008FDE"/>
        </a:accent1>
        <a:accent2>
          <a:srgbClr val="F98336"/>
        </a:accent2>
        <a:accent3>
          <a:srgbClr val="EAADAC"/>
        </a:accent3>
        <a:accent4>
          <a:srgbClr val="D4D4D4"/>
        </a:accent4>
        <a:accent5>
          <a:srgbClr val="AAC6EC"/>
        </a:accent5>
        <a:accent6>
          <a:srgbClr val="E27630"/>
        </a:accent6>
        <a:hlink>
          <a:srgbClr val="846A9F"/>
        </a:hlink>
        <a:folHlink>
          <a:srgbClr val="1A60A8"/>
        </a:folHlink>
      </a:clrScheme>
      <a:clrMap bg1="dk2" tx1="lt1" bg2="dk1" tx2="lt2" accent1="accent1" accent2="accent2" accent3="accent3" accent4="accent4" accent5="accent5" accent6="accent6" hlink="hlink" folHlink="folHlink"/>
    </a:extraClrScheme>
    <a:extraClrScheme>
      <a:clrScheme name="CATReviewWithBlakeI 6">
        <a:dk1>
          <a:srgbClr val="808080"/>
        </a:dk1>
        <a:lt1>
          <a:srgbClr val="F8F8F8"/>
        </a:lt1>
        <a:dk2>
          <a:srgbClr val="846A9F"/>
        </a:dk2>
        <a:lt2>
          <a:srgbClr val="F8F8F8"/>
        </a:lt2>
        <a:accent1>
          <a:srgbClr val="008FDE"/>
        </a:accent1>
        <a:accent2>
          <a:srgbClr val="F98336"/>
        </a:accent2>
        <a:accent3>
          <a:srgbClr val="C2B9CD"/>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CATReviewWithBlakeI">
  <a:themeElements>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fontScheme name="CATReviewWithBlake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lnDef>
  </a:objectDefaults>
  <a:extraClrSchemeLst>
    <a:extraClrScheme>
      <a:clrScheme name="CATReviewWithBlakeI 1">
        <a:dk1>
          <a:srgbClr val="808080"/>
        </a:dk1>
        <a:lt1>
          <a:srgbClr val="F8F8F8"/>
        </a:lt1>
        <a:dk2>
          <a:srgbClr val="1A60A8"/>
        </a:dk2>
        <a:lt2>
          <a:srgbClr val="F8F8F8"/>
        </a:lt2>
        <a:accent1>
          <a:srgbClr val="0099FF"/>
        </a:accent1>
        <a:accent2>
          <a:srgbClr val="FF3300"/>
        </a:accent2>
        <a:accent3>
          <a:srgbClr val="ABB6D1"/>
        </a:accent3>
        <a:accent4>
          <a:srgbClr val="D4D4D4"/>
        </a:accent4>
        <a:accent5>
          <a:srgbClr val="AACAFF"/>
        </a:accent5>
        <a:accent6>
          <a:srgbClr val="E72D00"/>
        </a:accent6>
        <a:hlink>
          <a:srgbClr val="FF9933"/>
        </a:hlink>
        <a:folHlink>
          <a:srgbClr val="66CC33"/>
        </a:folHlink>
      </a:clrScheme>
      <a:clrMap bg1="dk2" tx1="lt1" bg2="dk1" tx2="lt2" accent1="accent1" accent2="accent2" accent3="accent3" accent4="accent4" accent5="accent5" accent6="accent6" hlink="hlink" folHlink="folHlink"/>
    </a:extraClrScheme>
    <a:extraClrScheme>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clrMap bg1="lt1" tx1="dk1" bg2="lt2" tx2="dk2" accent1="accent1" accent2="accent2" accent3="accent3" accent4="accent4" accent5="accent5" accent6="accent6" hlink="hlink" folHlink="folHlink"/>
    </a:extraClrScheme>
    <a:extraClrScheme>
      <a:clrScheme name="CATReviewWithBlakeI 3">
        <a:dk1>
          <a:srgbClr val="808080"/>
        </a:dk1>
        <a:lt1>
          <a:srgbClr val="F8F8F8"/>
        </a:lt1>
        <a:dk2>
          <a:srgbClr val="F98336"/>
        </a:dk2>
        <a:lt2>
          <a:srgbClr val="F8F8F8"/>
        </a:lt2>
        <a:accent1>
          <a:srgbClr val="008FDE"/>
        </a:accent1>
        <a:accent2>
          <a:srgbClr val="3AB46C"/>
        </a:accent2>
        <a:accent3>
          <a:srgbClr val="FBC1AE"/>
        </a:accent3>
        <a:accent4>
          <a:srgbClr val="D4D4D4"/>
        </a:accent4>
        <a:accent5>
          <a:srgbClr val="AAC6EC"/>
        </a:accent5>
        <a:accent6>
          <a:srgbClr val="34A361"/>
        </a:accent6>
        <a:hlink>
          <a:srgbClr val="DA2D26"/>
        </a:hlink>
        <a:folHlink>
          <a:srgbClr val="846A9F"/>
        </a:folHlink>
      </a:clrScheme>
      <a:clrMap bg1="dk2" tx1="lt1" bg2="dk1" tx2="lt2" accent1="accent1" accent2="accent2" accent3="accent3" accent4="accent4" accent5="accent5" accent6="accent6" hlink="hlink" folHlink="folHlink"/>
    </a:extraClrScheme>
    <a:extraClrScheme>
      <a:clrScheme name="CATReviewWithBlakeI 4">
        <a:dk1>
          <a:srgbClr val="808080"/>
        </a:dk1>
        <a:lt1>
          <a:srgbClr val="F8F8F8"/>
        </a:lt1>
        <a:dk2>
          <a:srgbClr val="3AB46C"/>
        </a:dk2>
        <a:lt2>
          <a:srgbClr val="F8F8F8"/>
        </a:lt2>
        <a:accent1>
          <a:srgbClr val="008FDE"/>
        </a:accent1>
        <a:accent2>
          <a:srgbClr val="F98336"/>
        </a:accent2>
        <a:accent3>
          <a:srgbClr val="AED6BA"/>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
      <a:clrScheme name="CATReviewWithBlakeI 5">
        <a:dk1>
          <a:srgbClr val="808080"/>
        </a:dk1>
        <a:lt1>
          <a:srgbClr val="F8F8F8"/>
        </a:lt1>
        <a:dk2>
          <a:srgbClr val="DA2D26"/>
        </a:dk2>
        <a:lt2>
          <a:srgbClr val="F8F8F8"/>
        </a:lt2>
        <a:accent1>
          <a:srgbClr val="008FDE"/>
        </a:accent1>
        <a:accent2>
          <a:srgbClr val="F98336"/>
        </a:accent2>
        <a:accent3>
          <a:srgbClr val="EAADAC"/>
        </a:accent3>
        <a:accent4>
          <a:srgbClr val="D4D4D4"/>
        </a:accent4>
        <a:accent5>
          <a:srgbClr val="AAC6EC"/>
        </a:accent5>
        <a:accent6>
          <a:srgbClr val="E27630"/>
        </a:accent6>
        <a:hlink>
          <a:srgbClr val="846A9F"/>
        </a:hlink>
        <a:folHlink>
          <a:srgbClr val="1A60A8"/>
        </a:folHlink>
      </a:clrScheme>
      <a:clrMap bg1="dk2" tx1="lt1" bg2="dk1" tx2="lt2" accent1="accent1" accent2="accent2" accent3="accent3" accent4="accent4" accent5="accent5" accent6="accent6" hlink="hlink" folHlink="folHlink"/>
    </a:extraClrScheme>
    <a:extraClrScheme>
      <a:clrScheme name="CATReviewWithBlakeI 6">
        <a:dk1>
          <a:srgbClr val="808080"/>
        </a:dk1>
        <a:lt1>
          <a:srgbClr val="F8F8F8"/>
        </a:lt1>
        <a:dk2>
          <a:srgbClr val="846A9F"/>
        </a:dk2>
        <a:lt2>
          <a:srgbClr val="F8F8F8"/>
        </a:lt2>
        <a:accent1>
          <a:srgbClr val="008FDE"/>
        </a:accent1>
        <a:accent2>
          <a:srgbClr val="F98336"/>
        </a:accent2>
        <a:accent3>
          <a:srgbClr val="C2B9CD"/>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4_CATReviewWithBlakeI">
  <a:themeElements>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fontScheme name="CATReviewWithBlake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lnDef>
  </a:objectDefaults>
  <a:extraClrSchemeLst>
    <a:extraClrScheme>
      <a:clrScheme name="CATReviewWithBlakeI 1">
        <a:dk1>
          <a:srgbClr val="808080"/>
        </a:dk1>
        <a:lt1>
          <a:srgbClr val="F8F8F8"/>
        </a:lt1>
        <a:dk2>
          <a:srgbClr val="1A60A8"/>
        </a:dk2>
        <a:lt2>
          <a:srgbClr val="F8F8F8"/>
        </a:lt2>
        <a:accent1>
          <a:srgbClr val="0099FF"/>
        </a:accent1>
        <a:accent2>
          <a:srgbClr val="FF3300"/>
        </a:accent2>
        <a:accent3>
          <a:srgbClr val="ABB6D1"/>
        </a:accent3>
        <a:accent4>
          <a:srgbClr val="D4D4D4"/>
        </a:accent4>
        <a:accent5>
          <a:srgbClr val="AACAFF"/>
        </a:accent5>
        <a:accent6>
          <a:srgbClr val="E72D00"/>
        </a:accent6>
        <a:hlink>
          <a:srgbClr val="FF9933"/>
        </a:hlink>
        <a:folHlink>
          <a:srgbClr val="66CC33"/>
        </a:folHlink>
      </a:clrScheme>
      <a:clrMap bg1="dk2" tx1="lt1" bg2="dk1" tx2="lt2" accent1="accent1" accent2="accent2" accent3="accent3" accent4="accent4" accent5="accent5" accent6="accent6" hlink="hlink" folHlink="folHlink"/>
    </a:extraClrScheme>
    <a:extraClrScheme>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clrMap bg1="lt1" tx1="dk1" bg2="lt2" tx2="dk2" accent1="accent1" accent2="accent2" accent3="accent3" accent4="accent4" accent5="accent5" accent6="accent6" hlink="hlink" folHlink="folHlink"/>
    </a:extraClrScheme>
    <a:extraClrScheme>
      <a:clrScheme name="CATReviewWithBlakeI 3">
        <a:dk1>
          <a:srgbClr val="808080"/>
        </a:dk1>
        <a:lt1>
          <a:srgbClr val="F8F8F8"/>
        </a:lt1>
        <a:dk2>
          <a:srgbClr val="F98336"/>
        </a:dk2>
        <a:lt2>
          <a:srgbClr val="F8F8F8"/>
        </a:lt2>
        <a:accent1>
          <a:srgbClr val="008FDE"/>
        </a:accent1>
        <a:accent2>
          <a:srgbClr val="3AB46C"/>
        </a:accent2>
        <a:accent3>
          <a:srgbClr val="FBC1AE"/>
        </a:accent3>
        <a:accent4>
          <a:srgbClr val="D4D4D4"/>
        </a:accent4>
        <a:accent5>
          <a:srgbClr val="AAC6EC"/>
        </a:accent5>
        <a:accent6>
          <a:srgbClr val="34A361"/>
        </a:accent6>
        <a:hlink>
          <a:srgbClr val="DA2D26"/>
        </a:hlink>
        <a:folHlink>
          <a:srgbClr val="846A9F"/>
        </a:folHlink>
      </a:clrScheme>
      <a:clrMap bg1="dk2" tx1="lt1" bg2="dk1" tx2="lt2" accent1="accent1" accent2="accent2" accent3="accent3" accent4="accent4" accent5="accent5" accent6="accent6" hlink="hlink" folHlink="folHlink"/>
    </a:extraClrScheme>
    <a:extraClrScheme>
      <a:clrScheme name="CATReviewWithBlakeI 4">
        <a:dk1>
          <a:srgbClr val="808080"/>
        </a:dk1>
        <a:lt1>
          <a:srgbClr val="F8F8F8"/>
        </a:lt1>
        <a:dk2>
          <a:srgbClr val="3AB46C"/>
        </a:dk2>
        <a:lt2>
          <a:srgbClr val="F8F8F8"/>
        </a:lt2>
        <a:accent1>
          <a:srgbClr val="008FDE"/>
        </a:accent1>
        <a:accent2>
          <a:srgbClr val="F98336"/>
        </a:accent2>
        <a:accent3>
          <a:srgbClr val="AED6BA"/>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
      <a:clrScheme name="CATReviewWithBlakeI 5">
        <a:dk1>
          <a:srgbClr val="808080"/>
        </a:dk1>
        <a:lt1>
          <a:srgbClr val="F8F8F8"/>
        </a:lt1>
        <a:dk2>
          <a:srgbClr val="DA2D26"/>
        </a:dk2>
        <a:lt2>
          <a:srgbClr val="F8F8F8"/>
        </a:lt2>
        <a:accent1>
          <a:srgbClr val="008FDE"/>
        </a:accent1>
        <a:accent2>
          <a:srgbClr val="F98336"/>
        </a:accent2>
        <a:accent3>
          <a:srgbClr val="EAADAC"/>
        </a:accent3>
        <a:accent4>
          <a:srgbClr val="D4D4D4"/>
        </a:accent4>
        <a:accent5>
          <a:srgbClr val="AAC6EC"/>
        </a:accent5>
        <a:accent6>
          <a:srgbClr val="E27630"/>
        </a:accent6>
        <a:hlink>
          <a:srgbClr val="846A9F"/>
        </a:hlink>
        <a:folHlink>
          <a:srgbClr val="1A60A8"/>
        </a:folHlink>
      </a:clrScheme>
      <a:clrMap bg1="dk2" tx1="lt1" bg2="dk1" tx2="lt2" accent1="accent1" accent2="accent2" accent3="accent3" accent4="accent4" accent5="accent5" accent6="accent6" hlink="hlink" folHlink="folHlink"/>
    </a:extraClrScheme>
    <a:extraClrScheme>
      <a:clrScheme name="CATReviewWithBlakeI 6">
        <a:dk1>
          <a:srgbClr val="808080"/>
        </a:dk1>
        <a:lt1>
          <a:srgbClr val="F8F8F8"/>
        </a:lt1>
        <a:dk2>
          <a:srgbClr val="846A9F"/>
        </a:dk2>
        <a:lt2>
          <a:srgbClr val="F8F8F8"/>
        </a:lt2>
        <a:accent1>
          <a:srgbClr val="008FDE"/>
        </a:accent1>
        <a:accent2>
          <a:srgbClr val="F98336"/>
        </a:accent2>
        <a:accent3>
          <a:srgbClr val="C2B9CD"/>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5_CATReviewWithBlakeI">
  <a:themeElements>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fontScheme name="CATReviewWithBlake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lnDef>
  </a:objectDefaults>
  <a:extraClrSchemeLst>
    <a:extraClrScheme>
      <a:clrScheme name="CATReviewWithBlakeI 1">
        <a:dk1>
          <a:srgbClr val="808080"/>
        </a:dk1>
        <a:lt1>
          <a:srgbClr val="F8F8F8"/>
        </a:lt1>
        <a:dk2>
          <a:srgbClr val="1A60A8"/>
        </a:dk2>
        <a:lt2>
          <a:srgbClr val="F8F8F8"/>
        </a:lt2>
        <a:accent1>
          <a:srgbClr val="0099FF"/>
        </a:accent1>
        <a:accent2>
          <a:srgbClr val="FF3300"/>
        </a:accent2>
        <a:accent3>
          <a:srgbClr val="ABB6D1"/>
        </a:accent3>
        <a:accent4>
          <a:srgbClr val="D4D4D4"/>
        </a:accent4>
        <a:accent5>
          <a:srgbClr val="AACAFF"/>
        </a:accent5>
        <a:accent6>
          <a:srgbClr val="E72D00"/>
        </a:accent6>
        <a:hlink>
          <a:srgbClr val="FF9933"/>
        </a:hlink>
        <a:folHlink>
          <a:srgbClr val="66CC33"/>
        </a:folHlink>
      </a:clrScheme>
      <a:clrMap bg1="dk2" tx1="lt1" bg2="dk1" tx2="lt2" accent1="accent1" accent2="accent2" accent3="accent3" accent4="accent4" accent5="accent5" accent6="accent6" hlink="hlink" folHlink="folHlink"/>
    </a:extraClrScheme>
    <a:extraClrScheme>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clrMap bg1="lt1" tx1="dk1" bg2="lt2" tx2="dk2" accent1="accent1" accent2="accent2" accent3="accent3" accent4="accent4" accent5="accent5" accent6="accent6" hlink="hlink" folHlink="folHlink"/>
    </a:extraClrScheme>
    <a:extraClrScheme>
      <a:clrScheme name="CATReviewWithBlakeI 3">
        <a:dk1>
          <a:srgbClr val="808080"/>
        </a:dk1>
        <a:lt1>
          <a:srgbClr val="F8F8F8"/>
        </a:lt1>
        <a:dk2>
          <a:srgbClr val="F98336"/>
        </a:dk2>
        <a:lt2>
          <a:srgbClr val="F8F8F8"/>
        </a:lt2>
        <a:accent1>
          <a:srgbClr val="008FDE"/>
        </a:accent1>
        <a:accent2>
          <a:srgbClr val="3AB46C"/>
        </a:accent2>
        <a:accent3>
          <a:srgbClr val="FBC1AE"/>
        </a:accent3>
        <a:accent4>
          <a:srgbClr val="D4D4D4"/>
        </a:accent4>
        <a:accent5>
          <a:srgbClr val="AAC6EC"/>
        </a:accent5>
        <a:accent6>
          <a:srgbClr val="34A361"/>
        </a:accent6>
        <a:hlink>
          <a:srgbClr val="DA2D26"/>
        </a:hlink>
        <a:folHlink>
          <a:srgbClr val="846A9F"/>
        </a:folHlink>
      </a:clrScheme>
      <a:clrMap bg1="dk2" tx1="lt1" bg2="dk1" tx2="lt2" accent1="accent1" accent2="accent2" accent3="accent3" accent4="accent4" accent5="accent5" accent6="accent6" hlink="hlink" folHlink="folHlink"/>
    </a:extraClrScheme>
    <a:extraClrScheme>
      <a:clrScheme name="CATReviewWithBlakeI 4">
        <a:dk1>
          <a:srgbClr val="808080"/>
        </a:dk1>
        <a:lt1>
          <a:srgbClr val="F8F8F8"/>
        </a:lt1>
        <a:dk2>
          <a:srgbClr val="3AB46C"/>
        </a:dk2>
        <a:lt2>
          <a:srgbClr val="F8F8F8"/>
        </a:lt2>
        <a:accent1>
          <a:srgbClr val="008FDE"/>
        </a:accent1>
        <a:accent2>
          <a:srgbClr val="F98336"/>
        </a:accent2>
        <a:accent3>
          <a:srgbClr val="AED6BA"/>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
      <a:clrScheme name="CATReviewWithBlakeI 5">
        <a:dk1>
          <a:srgbClr val="808080"/>
        </a:dk1>
        <a:lt1>
          <a:srgbClr val="F8F8F8"/>
        </a:lt1>
        <a:dk2>
          <a:srgbClr val="DA2D26"/>
        </a:dk2>
        <a:lt2>
          <a:srgbClr val="F8F8F8"/>
        </a:lt2>
        <a:accent1>
          <a:srgbClr val="008FDE"/>
        </a:accent1>
        <a:accent2>
          <a:srgbClr val="F98336"/>
        </a:accent2>
        <a:accent3>
          <a:srgbClr val="EAADAC"/>
        </a:accent3>
        <a:accent4>
          <a:srgbClr val="D4D4D4"/>
        </a:accent4>
        <a:accent5>
          <a:srgbClr val="AAC6EC"/>
        </a:accent5>
        <a:accent6>
          <a:srgbClr val="E27630"/>
        </a:accent6>
        <a:hlink>
          <a:srgbClr val="846A9F"/>
        </a:hlink>
        <a:folHlink>
          <a:srgbClr val="1A60A8"/>
        </a:folHlink>
      </a:clrScheme>
      <a:clrMap bg1="dk2" tx1="lt1" bg2="dk1" tx2="lt2" accent1="accent1" accent2="accent2" accent3="accent3" accent4="accent4" accent5="accent5" accent6="accent6" hlink="hlink" folHlink="folHlink"/>
    </a:extraClrScheme>
    <a:extraClrScheme>
      <a:clrScheme name="CATReviewWithBlakeI 6">
        <a:dk1>
          <a:srgbClr val="808080"/>
        </a:dk1>
        <a:lt1>
          <a:srgbClr val="F8F8F8"/>
        </a:lt1>
        <a:dk2>
          <a:srgbClr val="846A9F"/>
        </a:dk2>
        <a:lt2>
          <a:srgbClr val="F8F8F8"/>
        </a:lt2>
        <a:accent1>
          <a:srgbClr val="008FDE"/>
        </a:accent1>
        <a:accent2>
          <a:srgbClr val="F98336"/>
        </a:accent2>
        <a:accent3>
          <a:srgbClr val="C2B9CD"/>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LiveId">
  <a:themeElements>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fontScheme name="CATReviewWithBlake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Franklin Gothic Book" pitchFamily="34" charset="0"/>
          </a:defRPr>
        </a:defPPr>
      </a:lstStyle>
    </a:lnDef>
  </a:objectDefaults>
  <a:extraClrSchemeLst>
    <a:extraClrScheme>
      <a:clrScheme name="CATReviewWithBlakeI 1">
        <a:dk1>
          <a:srgbClr val="808080"/>
        </a:dk1>
        <a:lt1>
          <a:srgbClr val="F8F8F8"/>
        </a:lt1>
        <a:dk2>
          <a:srgbClr val="1A60A8"/>
        </a:dk2>
        <a:lt2>
          <a:srgbClr val="F8F8F8"/>
        </a:lt2>
        <a:accent1>
          <a:srgbClr val="0099FF"/>
        </a:accent1>
        <a:accent2>
          <a:srgbClr val="FF3300"/>
        </a:accent2>
        <a:accent3>
          <a:srgbClr val="ABB6D1"/>
        </a:accent3>
        <a:accent4>
          <a:srgbClr val="D4D4D4"/>
        </a:accent4>
        <a:accent5>
          <a:srgbClr val="AACAFF"/>
        </a:accent5>
        <a:accent6>
          <a:srgbClr val="E72D00"/>
        </a:accent6>
        <a:hlink>
          <a:srgbClr val="FF9933"/>
        </a:hlink>
        <a:folHlink>
          <a:srgbClr val="66CC33"/>
        </a:folHlink>
      </a:clrScheme>
      <a:clrMap bg1="dk2" tx1="lt1" bg2="dk1" tx2="lt2" accent1="accent1" accent2="accent2" accent3="accent3" accent4="accent4" accent5="accent5" accent6="accent6" hlink="hlink" folHlink="folHlink"/>
    </a:extraClrScheme>
    <a:extraClrScheme>
      <a:clrScheme name="CATReviewWithBlakeI 2">
        <a:dk1>
          <a:srgbClr val="1A60A8"/>
        </a:dk1>
        <a:lt1>
          <a:srgbClr val="F8F8F8"/>
        </a:lt1>
        <a:dk2>
          <a:srgbClr val="1A60A8"/>
        </a:dk2>
        <a:lt2>
          <a:srgbClr val="808080"/>
        </a:lt2>
        <a:accent1>
          <a:srgbClr val="0099FF"/>
        </a:accent1>
        <a:accent2>
          <a:srgbClr val="FF3300"/>
        </a:accent2>
        <a:accent3>
          <a:srgbClr val="FBFBFB"/>
        </a:accent3>
        <a:accent4>
          <a:srgbClr val="14518F"/>
        </a:accent4>
        <a:accent5>
          <a:srgbClr val="AACAFF"/>
        </a:accent5>
        <a:accent6>
          <a:srgbClr val="E72D00"/>
        </a:accent6>
        <a:hlink>
          <a:srgbClr val="FF9933"/>
        </a:hlink>
        <a:folHlink>
          <a:srgbClr val="66CC33"/>
        </a:folHlink>
      </a:clrScheme>
      <a:clrMap bg1="lt1" tx1="dk1" bg2="lt2" tx2="dk2" accent1="accent1" accent2="accent2" accent3="accent3" accent4="accent4" accent5="accent5" accent6="accent6" hlink="hlink" folHlink="folHlink"/>
    </a:extraClrScheme>
    <a:extraClrScheme>
      <a:clrScheme name="CATReviewWithBlakeI 3">
        <a:dk1>
          <a:srgbClr val="808080"/>
        </a:dk1>
        <a:lt1>
          <a:srgbClr val="F8F8F8"/>
        </a:lt1>
        <a:dk2>
          <a:srgbClr val="F98336"/>
        </a:dk2>
        <a:lt2>
          <a:srgbClr val="F8F8F8"/>
        </a:lt2>
        <a:accent1>
          <a:srgbClr val="008FDE"/>
        </a:accent1>
        <a:accent2>
          <a:srgbClr val="3AB46C"/>
        </a:accent2>
        <a:accent3>
          <a:srgbClr val="FBC1AE"/>
        </a:accent3>
        <a:accent4>
          <a:srgbClr val="D4D4D4"/>
        </a:accent4>
        <a:accent5>
          <a:srgbClr val="AAC6EC"/>
        </a:accent5>
        <a:accent6>
          <a:srgbClr val="34A361"/>
        </a:accent6>
        <a:hlink>
          <a:srgbClr val="DA2D26"/>
        </a:hlink>
        <a:folHlink>
          <a:srgbClr val="846A9F"/>
        </a:folHlink>
      </a:clrScheme>
      <a:clrMap bg1="dk2" tx1="lt1" bg2="dk1" tx2="lt2" accent1="accent1" accent2="accent2" accent3="accent3" accent4="accent4" accent5="accent5" accent6="accent6" hlink="hlink" folHlink="folHlink"/>
    </a:extraClrScheme>
    <a:extraClrScheme>
      <a:clrScheme name="CATReviewWithBlakeI 4">
        <a:dk1>
          <a:srgbClr val="808080"/>
        </a:dk1>
        <a:lt1>
          <a:srgbClr val="F8F8F8"/>
        </a:lt1>
        <a:dk2>
          <a:srgbClr val="3AB46C"/>
        </a:dk2>
        <a:lt2>
          <a:srgbClr val="F8F8F8"/>
        </a:lt2>
        <a:accent1>
          <a:srgbClr val="008FDE"/>
        </a:accent1>
        <a:accent2>
          <a:srgbClr val="F98336"/>
        </a:accent2>
        <a:accent3>
          <a:srgbClr val="AED6BA"/>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
      <a:clrScheme name="CATReviewWithBlakeI 5">
        <a:dk1>
          <a:srgbClr val="808080"/>
        </a:dk1>
        <a:lt1>
          <a:srgbClr val="F8F8F8"/>
        </a:lt1>
        <a:dk2>
          <a:srgbClr val="DA2D26"/>
        </a:dk2>
        <a:lt2>
          <a:srgbClr val="F8F8F8"/>
        </a:lt2>
        <a:accent1>
          <a:srgbClr val="008FDE"/>
        </a:accent1>
        <a:accent2>
          <a:srgbClr val="F98336"/>
        </a:accent2>
        <a:accent3>
          <a:srgbClr val="EAADAC"/>
        </a:accent3>
        <a:accent4>
          <a:srgbClr val="D4D4D4"/>
        </a:accent4>
        <a:accent5>
          <a:srgbClr val="AAC6EC"/>
        </a:accent5>
        <a:accent6>
          <a:srgbClr val="E27630"/>
        </a:accent6>
        <a:hlink>
          <a:srgbClr val="846A9F"/>
        </a:hlink>
        <a:folHlink>
          <a:srgbClr val="1A60A8"/>
        </a:folHlink>
      </a:clrScheme>
      <a:clrMap bg1="dk2" tx1="lt1" bg2="dk1" tx2="lt2" accent1="accent1" accent2="accent2" accent3="accent3" accent4="accent4" accent5="accent5" accent6="accent6" hlink="hlink" folHlink="folHlink"/>
    </a:extraClrScheme>
    <a:extraClrScheme>
      <a:clrScheme name="CATReviewWithBlakeI 6">
        <a:dk1>
          <a:srgbClr val="808080"/>
        </a:dk1>
        <a:lt1>
          <a:srgbClr val="F8F8F8"/>
        </a:lt1>
        <a:dk2>
          <a:srgbClr val="846A9F"/>
        </a:dk2>
        <a:lt2>
          <a:srgbClr val="F8F8F8"/>
        </a:lt2>
        <a:accent1>
          <a:srgbClr val="008FDE"/>
        </a:accent1>
        <a:accent2>
          <a:srgbClr val="F98336"/>
        </a:accent2>
        <a:accent3>
          <a:srgbClr val="C2B9CD"/>
        </a:accent3>
        <a:accent4>
          <a:srgbClr val="D4D4D4"/>
        </a:accent4>
        <a:accent5>
          <a:srgbClr val="AAC6EC"/>
        </a:accent5>
        <a:accent6>
          <a:srgbClr val="E27630"/>
        </a:accent6>
        <a:hlink>
          <a:srgbClr val="DA2D26"/>
        </a:hlink>
        <a:folHlink>
          <a:srgbClr val="1A60A8"/>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_MVP Summit 2008 4X3 template (2)">
  <a:themeElements>
    <a:clrScheme name="5-00355 MVP Summit 2008">
      <a:dk1>
        <a:sysClr val="windowText" lastClr="000000"/>
      </a:dk1>
      <a:lt1>
        <a:sysClr val="window" lastClr="FFFFFF"/>
      </a:lt1>
      <a:dk2>
        <a:srgbClr val="424456"/>
      </a:dk2>
      <a:lt2>
        <a:srgbClr val="DEDEDE"/>
      </a:lt2>
      <a:accent1>
        <a:srgbClr val="80BFF2"/>
      </a:accent1>
      <a:accent2>
        <a:srgbClr val="DC9366"/>
      </a:accent2>
      <a:accent3>
        <a:srgbClr val="03CDA7"/>
      </a:accent3>
      <a:accent4>
        <a:srgbClr val="FECB09"/>
      </a:accent4>
      <a:accent5>
        <a:srgbClr val="0F6ABD"/>
      </a:accent5>
      <a:accent6>
        <a:srgbClr val="A04DA3"/>
      </a:accent6>
      <a:hlink>
        <a:srgbClr val="FFFF00"/>
      </a:hlink>
      <a:folHlink>
        <a:srgbClr val="C2A874"/>
      </a:folHlink>
    </a:clrScheme>
    <a:fontScheme name="Segoe">
      <a:majorFont>
        <a:latin typeface="Segoe"/>
        <a:ea typeface=""/>
        <a:cs typeface=""/>
      </a:majorFont>
      <a:minorFont>
        <a:latin typeface="Segoe"/>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400" dirty="0" smtClean="0">
            <a:solidFill>
              <a:srgbClr val="FFFFFF"/>
            </a:solidFill>
            <a:effectLst>
              <a:outerShdw blurRad="38100" dist="38100" dir="2700000" algn="tl">
                <a:srgbClr val="000000">
                  <a:alpha val="43137"/>
                </a:srgbClr>
              </a:outerShdw>
            </a:effectLst>
          </a:defRPr>
        </a:defPPr>
      </a:lstStyle>
      <a:style>
        <a:lnRef idx="0">
          <a:schemeClr val="accent2"/>
        </a:lnRef>
        <a:fillRef idx="3">
          <a:schemeClr val="accent2"/>
        </a:fillRef>
        <a:effectRef idx="3">
          <a:schemeClr val="accent2"/>
        </a:effectRef>
        <a:fontRef idx="minor">
          <a:schemeClr val="lt1"/>
        </a:fontRef>
      </a:style>
    </a:spDef>
    <a:txDef>
      <a:spPr>
        <a:noFill/>
      </a:spPr>
      <a:bodyPr wrap="none" rtlCol="0">
        <a:spAutoFit/>
      </a:bodyPr>
      <a:lstStyle>
        <a:defPPr>
          <a:defRPr sz="2400" dirty="0" err="1" smtClean="0"/>
        </a:defPPr>
      </a:lstStyle>
    </a:txDef>
  </a:objectDefaults>
  <a:extraClrSchemeLst/>
</a:theme>
</file>

<file path=ppt/theme/theme11.xml><?xml version="1.0" encoding="utf-8"?>
<a:theme xmlns:a="http://schemas.openxmlformats.org/drawingml/2006/main" name="1_White with Courier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Blue-Purple TT">
      <a:majorFont>
        <a:latin typeface="Segoe"/>
        <a:ea typeface=""/>
        <a:cs typeface=""/>
      </a:majorFont>
      <a:minorFont>
        <a:latin typeface="Segoe"/>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84499B288A7748BD18F7462D25B951" ma:contentTypeVersion="1" ma:contentTypeDescription="Create a new document." ma:contentTypeScope="" ma:versionID="b76be374df1501c68a31cc99f6655e42">
  <xsd:schema xmlns:xsd="http://www.w3.org/2001/XMLSchema" xmlns:p="http://schemas.microsoft.com/office/2006/metadata/properties" xmlns:ns2="afbc127f-0728-442b-9afb-c1472e19c0e9" targetNamespace="http://schemas.microsoft.com/office/2006/metadata/properties" ma:root="true" ma:fieldsID="9939ffa04e157d437d802ec14eda4cfb" ns2:_="">
    <xsd:import namespace="afbc127f-0728-442b-9afb-c1472e19c0e9"/>
    <xsd:element name="properties">
      <xsd:complexType>
        <xsd:sequence>
          <xsd:element name="documentManagement">
            <xsd:complexType>
              <xsd:all>
                <xsd:element ref="ns2:Comments" minOccurs="0"/>
              </xsd:all>
            </xsd:complexType>
          </xsd:element>
        </xsd:sequence>
      </xsd:complexType>
    </xsd:element>
  </xsd:schema>
  <xsd:schema xmlns:xsd="http://www.w3.org/2001/XMLSchema" xmlns:dms="http://schemas.microsoft.com/office/2006/documentManagement/types" targetNamespace="afbc127f-0728-442b-9afb-c1472e19c0e9" elementFormDefault="qualified">
    <xsd:import namespace="http://schemas.microsoft.com/office/2006/documentManagement/types"/>
    <xsd:element name="Comments" ma:index="8" nillable="true" ma:displayName="Comments" ma:internalName="Comments">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Comments xmlns="afbc127f-0728-442b-9afb-c1472e19c0e9">Best Practice: PPT Deck template for PG Presenters</Comments>
  </documentManagement>
</p:properties>
</file>

<file path=customXml/itemProps1.xml><?xml version="1.0" encoding="utf-8"?>
<ds:datastoreItem xmlns:ds="http://schemas.openxmlformats.org/officeDocument/2006/customXml" ds:itemID="{8CA0796A-976E-4AD0-B8F0-263D39412E3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bc127f-0728-442b-9afb-c1472e19c0e9"/>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6077A678-CA22-44FB-960B-B6D4B297EFD2}">
  <ds:schemaRefs>
    <ds:schemaRef ds:uri="http://schemas.microsoft.com/sharepoint/v3/contenttype/forms"/>
  </ds:schemaRefs>
</ds:datastoreItem>
</file>

<file path=customXml/itemProps3.xml><?xml version="1.0" encoding="utf-8"?>
<ds:datastoreItem xmlns:ds="http://schemas.openxmlformats.org/officeDocument/2006/customXml" ds:itemID="{25C71005-F7F6-4DDD-947E-CC0E317640CB}">
  <ds:schemaRefs>
    <ds:schemaRef ds:uri="http://schemas.microsoft.com/office/2006/metadata/properties"/>
    <ds:schemaRef ds:uri="afbc127f-0728-442b-9afb-c1472e19c0e9"/>
  </ds:schemaRefs>
</ds:datastoreItem>
</file>

<file path=docProps/app.xml><?xml version="1.0" encoding="utf-8"?>
<Properties xmlns="http://schemas.openxmlformats.org/officeDocument/2006/extended-properties" xmlns:vt="http://schemas.openxmlformats.org/officeDocument/2006/docPropsVTypes">
  <Template>MVP Summit 2008 4X3 template (2)</Template>
  <TotalTime>1112</TotalTime>
  <Words>1745</Words>
  <Application>Microsoft Office PowerPoint</Application>
  <PresentationFormat>On-screen Show (4:3)</PresentationFormat>
  <Paragraphs>297</Paragraphs>
  <Slides>26</Slides>
  <Notes>11</Notes>
  <HiddenSlides>0</HiddenSlides>
  <MMClips>0</MMClips>
  <ScaleCrop>false</ScaleCrop>
  <HeadingPairs>
    <vt:vector size="4" baseType="variant">
      <vt:variant>
        <vt:lpstr>Theme</vt:lpstr>
      </vt:variant>
      <vt:variant>
        <vt:i4>11</vt:i4>
      </vt:variant>
      <vt:variant>
        <vt:lpstr>Slide Titles</vt:lpstr>
      </vt:variant>
      <vt:variant>
        <vt:i4>26</vt:i4>
      </vt:variant>
    </vt:vector>
  </HeadingPairs>
  <TitlesOfParts>
    <vt:vector size="37" baseType="lpstr">
      <vt:lpstr>MVP Summit 2008 4X3 template (2)</vt:lpstr>
      <vt:lpstr>White with Courier font for code slides</vt:lpstr>
      <vt:lpstr>CATReviewWithBlakeI</vt:lpstr>
      <vt:lpstr>1_CATReviewWithBlakeI</vt:lpstr>
      <vt:lpstr>2_CATReviewWithBlakeI</vt:lpstr>
      <vt:lpstr>3_CATReviewWithBlakeI</vt:lpstr>
      <vt:lpstr>4_CATReviewWithBlakeI</vt:lpstr>
      <vt:lpstr>5_CATReviewWithBlakeI</vt:lpstr>
      <vt:lpstr>LiveId</vt:lpstr>
      <vt:lpstr>1_MVP Summit 2008 4X3 template (2)</vt:lpstr>
      <vt:lpstr>1_White with Courier font for code slides</vt:lpstr>
      <vt:lpstr>Slide 1</vt:lpstr>
      <vt:lpstr>Integrating with  Windows Live ID</vt:lpstr>
      <vt:lpstr>What is Windows Live ID?</vt:lpstr>
      <vt:lpstr>What is Windows Live ID?</vt:lpstr>
      <vt:lpstr>Live ID - Vision and Mission </vt:lpstr>
      <vt:lpstr>What is Windows Live ID? - 2</vt:lpstr>
      <vt:lpstr>Windows Live ID Authentication Overview</vt:lpstr>
      <vt:lpstr>Lots of Live ID Partners</vt:lpstr>
      <vt:lpstr>Live ID - Types of Identities</vt:lpstr>
      <vt:lpstr>Live ID - CardSpace Support</vt:lpstr>
      <vt:lpstr>Linked IDs (Personas) Overview</vt:lpstr>
      <vt:lpstr>Anti-SPAM – User Reputation System</vt:lpstr>
      <vt:lpstr>Live ID - Integration SDKs</vt:lpstr>
      <vt:lpstr>Windows Live ID Roadmap</vt:lpstr>
      <vt:lpstr>Live ID - Wave 3 Innovations</vt:lpstr>
      <vt:lpstr>Simple Sign-in Screen Customization</vt:lpstr>
      <vt:lpstr>Advanced Sign-in Screen Customization</vt:lpstr>
      <vt:lpstr>Customizable Sign-in Screen - Future</vt:lpstr>
      <vt:lpstr>Windows Live ID Federation &amp; Provisioning</vt:lpstr>
      <vt:lpstr>Federated Authentication Flow</vt:lpstr>
      <vt:lpstr>Federation Overview</vt:lpstr>
      <vt:lpstr>Live Connector</vt:lpstr>
      <vt:lpstr>Service Provisioning Framework</vt:lpstr>
      <vt:lpstr>Summary – Windows Live ID</vt:lpstr>
      <vt:lpstr>Live ID - Resources &amp; Links</vt:lpstr>
      <vt:lpstr>Slide 26</vt:lpstr>
    </vt:vector>
  </TitlesOfParts>
  <Manager>&lt;Content Manager Name Here&gt;</Manager>
  <Company>CRG Events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MVP Summit 2008</dc:subject>
  <dc:creator>sowens</dc:creator>
  <dc:description>Template: Sarah Bickle, Silver Fox Productions
Formatting: 
Event Date: April 14 – 17, 2008
Event Location: Seattle/Redmond, WA
Audience: External/Internal</dc:description>
  <cp:lastModifiedBy>jthelin</cp:lastModifiedBy>
  <cp:revision>129</cp:revision>
  <dcterms:created xsi:type="dcterms:W3CDTF">2008-02-18T20:01:51Z</dcterms:created>
  <dcterms:modified xsi:type="dcterms:W3CDTF">2008-04-16T18:00:08Z</dcterms:modified>
  <cp:contentType>Document</cp:contentTyp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0x0101009884499B288A7748BD18F7462D25B951</vt:lpwstr>
  </property>
  <property fmtid="{D5CDD505-2E9C-101B-9397-08002B2CF9AE}" pid="3" name="Version History">
    <vt:lpwstr>February 18, 2008</vt:lpwstr>
  </property>
  <property fmtid="{D5CDD505-2E9C-101B-9397-08002B2CF9AE}" pid="4" name="Abstract">
    <vt:lpwstr>MVP Summit 2008 PPT Template for BREAKOUT presentations</vt:lpwstr>
  </property>
</Properties>
</file>